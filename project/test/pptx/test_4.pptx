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[Kịch bản giảng dạy dành cho Giáo viên]:</a:t>
            </a:r>
          </a:p>
          <a:p>
            <a:r>
              <a:t>GV chào học sinh và giới thiệu bài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[Kịch bản giảng dạy dành cho Giáo viên]:</a:t>
            </a:r>
          </a:p>
          <a:p>
            <a:r>
              <a:t>GV giải thích hằng số C không đổi.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182880" cy="32004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9601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66CC"/>
                </a:solidFill>
                <a:latin typeface="Times New Roman"/>
              </a:defRPr>
            </a:pPr>
            <a:r>
              <a:t>MÔN TOÁN HỌC - LỚP 12</a:t>
            </a:r>
          </a:p>
          <a:p>
            <a:pPr>
              <a:spcBef>
                <a:spcPts val="1500"/>
              </a:spcBef>
              <a:defRPr sz="4000" b="1">
                <a:solidFill>
                  <a:srgbClr val="003366"/>
                </a:solidFill>
                <a:latin typeface="Times New Roman"/>
              </a:defRPr>
            </a:pPr>
            <a:r>
              <a:t>BÀI 1: NGUYÊN HÀM</a:t>
            </a:r>
          </a:p>
          <a:p>
            <a:pPr>
              <a:spcBef>
                <a:spcPts val="1000"/>
              </a:spcBef>
              <a:defRPr sz="2200">
                <a:solidFill>
                  <a:srgbClr val="2C3E50"/>
                </a:solidFill>
                <a:latin typeface="Times New Roman"/>
              </a:defRPr>
            </a:pPr>
            <a:r>
              <a:t>Chương II: Nguyên hàm – Tích phân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457200"/>
            <a:ext cx="10698480" cy="1005840"/>
          </a:xfrm>
          <a:prstGeom prst="rect">
            <a:avLst/>
          </a:prstGeom>
          <a:solidFill>
            <a:srgbClr val="F0F4F8"/>
          </a:solidFill>
          <a:ln w="19050">
            <a:solidFill>
              <a:srgbClr val="0066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600" b="1">
                <a:solidFill>
                  <a:srgbClr val="003366"/>
                </a:solidFill>
                <a:latin typeface="Times New Roman"/>
              </a:defRPr>
            </a:pPr>
            <a:r>
              <a:t>I. Định nghĩa Nguyên hàm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0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</a:pPr>
            <a:r>
              <a:rPr sz="1800">
                <a:solidFill>
                  <a:srgbClr val="2C3E50"/>
                </a:solidFill>
                <a:latin typeface="Times New Roman"/>
              </a:rPr>
              <a:t>• Cho hàm số F(x) là một nguyên hàm của f(x) trên khoảng K 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2C3E50"/>
                </a:solidFill>
                <a:latin typeface="Times New Roman"/>
              </a:rPr>
              <a:t>• Họ tất cả nguyên hàm là ∫ f(x) dx = F(x) + C .</a:t>
            </a:r>
          </a:p>
          <a:p>
            <a:pPr>
              <a:spcBef>
                <a:spcPts val="1500"/>
              </a:spcBef>
              <a:spcAft>
                <a:spcPts val="500"/>
              </a:spcAft>
            </a:pPr>
            <a:r>
              <a:rPr b="1" sz="2000">
                <a:solidFill>
                  <a:srgbClr val="0066CC"/>
                </a:solidFill>
                <a:latin typeface="Times New Roman"/>
              </a:rPr>
              <a:t>Công thức trọng tâm:  </a:t>
            </a:r>
            <a:r>
              <a:rPr b="1" sz="2000">
                <a:solidFill>
                  <a:srgbClr val="0066CC"/>
                </a:solidFill>
                <a:latin typeface="Times New Roman"/>
              </a:rPr>
              <a:t>∫ 1cos² x dx = tan x + 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