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38"/>
    <p:sldId id="257" r:id="rId39"/>
    <p:sldId id="258" r:id="rId40"/>
    <p:sldId id="259" r:id="rId41"/>
    <p:sldId id="260" r:id="rId42"/>
    <p:sldId id="261" r:id="rId43"/>
  </p:sldIdLst>
  <p:sldSz cy="5143500" cx="9144000"/>
  <p:notesSz cx="6858000" cy="9144000"/>
  <p:embeddedFontLst>
    <p:embeddedFont>
      <p:font typeface="Mulish"/>
      <p:regular r:id="rId47"/>
      <p:bold r:id="rId48"/>
      <p:italic r:id="rId49"/>
      <p:boldItalic r:id="rId50"/>
    </p:embeddedFont>
    <p:embeddedFont>
      <p:font typeface="Proxima Nova"/>
      <p:regular r:id="rId51"/>
      <p:bold r:id="rId52"/>
      <p:italic r:id="rId53"/>
      <p:boldItalic r:id="rId54"/>
    </p:embeddedFont>
    <p:embeddedFont>
      <p:font typeface="Roboto Medium"/>
      <p:regular r:id="rId55"/>
      <p:bold r:id="rId56"/>
      <p:italic r:id="rId57"/>
      <p:boldItalic r:id="rId58"/>
    </p:embeddedFont>
    <p:embeddedFont>
      <p:font typeface="Amatic SC"/>
      <p:regular r:id="rId59"/>
      <p:bold r:id="rId60"/>
    </p:embeddedFont>
    <p:embeddedFont>
      <p:font typeface="Lato"/>
      <p:regular r:id="rId61"/>
      <p:bold r:id="rId62"/>
      <p:italic r:id="rId63"/>
      <p:boldItalic r:id="rId64"/>
    </p:embeddedFont>
    <p:embeddedFont>
      <p:font typeface="Anaheim"/>
      <p:regular r:id="rId65"/>
      <p:bold r:id="rId66"/>
    </p:embeddedFont>
    <p:embeddedFont>
      <p:font typeface="Proxima Nova Semibold"/>
      <p:regular r:id="rId67"/>
      <p:bold r:id="rId68"/>
      <p:boldItalic r:id="rId69"/>
    </p:embeddedFont>
    <p:embeddedFont>
      <p:font typeface="Albert Sans"/>
      <p:regular r:id="rId70"/>
      <p:bold r:id="rId71"/>
      <p:italic r:id="rId72"/>
      <p:boldItalic r:id="rId73"/>
    </p:embeddedFont>
    <p:embeddedFont>
      <p:font typeface="DM Sans"/>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B23887-AB03-4546-9AEC-DF8FEB11CAE1}">
  <a:tblStyle styleId="{8BB23887-AB03-4546-9AEC-DF8FEB11CAE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2413E5F-0A40-43D7-A909-D912CE89E9F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xml"/><Relationship Id="rId39" Type="http://schemas.openxmlformats.org/officeDocument/2006/relationships/slide" Target="slides/slide2.xml"/><Relationship Id="rId40" Type="http://schemas.openxmlformats.org/officeDocument/2006/relationships/slide" Target="slides/slide3.xml"/><Relationship Id="rId41" Type="http://schemas.openxmlformats.org/officeDocument/2006/relationships/slide" Target="slides/slide4.xml"/><Relationship Id="rId42" Type="http://schemas.openxmlformats.org/officeDocument/2006/relationships/slide" Target="slides/slide5.xml"/><Relationship Id="rId43" Type="http://schemas.openxmlformats.org/officeDocument/2006/relationships/slide" Target="slides/slide6.xml"/><Relationship Id="rId47" Type="http://schemas.openxmlformats.org/officeDocument/2006/relationships/font" Target="fonts/Mulish-regular.fntdata"/><Relationship Id="rId48" Type="http://schemas.openxmlformats.org/officeDocument/2006/relationships/font" Target="fonts/Mulish-bold.fntdata"/><Relationship Id="rId49" Type="http://schemas.openxmlformats.org/officeDocument/2006/relationships/font" Target="fonts/Mulish-italic.fntdata"/><Relationship Id="rId50" Type="http://schemas.openxmlformats.org/officeDocument/2006/relationships/font" Target="fonts/Mulish-boldItalic.fntdata"/><Relationship Id="rId51" Type="http://schemas.openxmlformats.org/officeDocument/2006/relationships/font" Target="fonts/ProximaNova-regular.fntdata"/><Relationship Id="rId52" Type="http://schemas.openxmlformats.org/officeDocument/2006/relationships/font" Target="fonts/ProximaNova-bold.fntdata"/><Relationship Id="rId53" Type="http://schemas.openxmlformats.org/officeDocument/2006/relationships/font" Target="fonts/ProximaNova-italic.fntdata"/><Relationship Id="rId54" Type="http://schemas.openxmlformats.org/officeDocument/2006/relationships/font" Target="fonts/ProximaNova-boldItalic.fntdata"/><Relationship Id="rId55" Type="http://schemas.openxmlformats.org/officeDocument/2006/relationships/font" Target="fonts/RobotoMedium-regular.fntdata"/><Relationship Id="rId56" Type="http://schemas.openxmlformats.org/officeDocument/2006/relationships/font" Target="fonts/RobotoMedium-bold.fntdata"/><Relationship Id="rId57" Type="http://schemas.openxmlformats.org/officeDocument/2006/relationships/font" Target="fonts/RobotoMedium-italic.fntdata"/><Relationship Id="rId58" Type="http://schemas.openxmlformats.org/officeDocument/2006/relationships/font" Target="fonts/RobotoMedium-boldItalic.fntdata"/><Relationship Id="rId59" Type="http://schemas.openxmlformats.org/officeDocument/2006/relationships/font" Target="fonts/AmaticSC-regular.fntdata"/><Relationship Id="rId60" Type="http://schemas.openxmlformats.org/officeDocument/2006/relationships/font" Target="fonts/AmaticSC-bold.fntdata"/><Relationship Id="rId61" Type="http://schemas.openxmlformats.org/officeDocument/2006/relationships/font" Target="fonts/Lato-regular.fntdata"/><Relationship Id="rId62" Type="http://schemas.openxmlformats.org/officeDocument/2006/relationships/font" Target="fonts/Lato-bold.fntdata"/><Relationship Id="rId63" Type="http://schemas.openxmlformats.org/officeDocument/2006/relationships/font" Target="fonts/Lato-italic.fntdata"/><Relationship Id="rId64" Type="http://schemas.openxmlformats.org/officeDocument/2006/relationships/font" Target="fonts/Lato-boldItalic.fntdata"/><Relationship Id="rId65" Type="http://schemas.openxmlformats.org/officeDocument/2006/relationships/font" Target="fonts/Anaheim-regular.fntdata"/><Relationship Id="rId66" Type="http://schemas.openxmlformats.org/officeDocument/2006/relationships/font" Target="fonts/Anaheim-bold.fntdata"/><Relationship Id="rId67" Type="http://schemas.openxmlformats.org/officeDocument/2006/relationships/font" Target="fonts/ProximaNovaSemibold-regular.fntdata"/><Relationship Id="rId68" Type="http://schemas.openxmlformats.org/officeDocument/2006/relationships/font" Target="fonts/ProximaNovaSemibold-bold.fntdata"/><Relationship Id="rId69" Type="http://schemas.openxmlformats.org/officeDocument/2006/relationships/font" Target="fonts/ProximaNovaSemibold-boldItalic.fntdata"/><Relationship Id="rId70" Type="http://schemas.openxmlformats.org/officeDocument/2006/relationships/font" Target="fonts/AlbertSans-regular.fntdata"/><Relationship Id="rId71" Type="http://schemas.openxmlformats.org/officeDocument/2006/relationships/font" Target="fonts/AlbertSans-bold.fntdata"/><Relationship Id="rId72" Type="http://schemas.openxmlformats.org/officeDocument/2006/relationships/font" Target="fonts/AlbertSans-italic.fntdata"/><Relationship Id="rId73" Type="http://schemas.openxmlformats.org/officeDocument/2006/relationships/font" Target="fonts/AlbertSans-boldItalic.fntdata"/><Relationship Id="rId74" Type="http://schemas.openxmlformats.org/officeDocument/2006/relationships/font" Target="fonts/DMSans-regular.fntdata"/><Relationship Id="rId75" Type="http://schemas.openxmlformats.org/officeDocument/2006/relationships/font" Target="fonts/DMSans-bold.fntdata"/><Relationship Id="rId76" Type="http://schemas.openxmlformats.org/officeDocument/2006/relationships/font" Target="fonts/DMSans-italic.fntdata"/><Relationship Id="rId77" Type="http://schemas.openxmlformats.org/officeDocument/2006/relationships/font" Target="fonts/DMSans-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Chào mừng các em học sinh đến với bài học hôm nay. Chúng ta sẽ cùng nhau tìm hiểu hai khái niệm cực kỳ quan trọng trong khảo sát hàm số lớp 12: Tính đơn điệu (đồng biến, nghịch biến) và Cực trị của hàm số. Đây là nền tảng cho toàn bộ chương khảo sát hàm số phía sau.</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chiếu đồ thị hàm số bậc ba lên bảng. Yêu cầu học sinh quan sát trực quan: Nhận biết đồ thị đi lên tương ứng với tính đồng biến, đi xuống tương ứng với nghịch biến. Các điểm nhô cao nhất hoặc thấp nhất tạm thời chính là các điểm cực trị. Từ đó dẫn dắt vào mối quan hệ với đạo hàm.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nhấn mạnh định lý cơ bản: Dấu của đạo hàm quyết định chiều biến thiên của hàm số. Nếu đạo hàm dương thì hàm số đồng biến, đạo hàm âm thì hàm số nghịch biến. Giải thích thêm trường hợp đạo hàm bằng 0 tại một số hữu hạn điểm.</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giải thích bản chất cực trị là tính chất mang tính địa phương (lân cận). Nhấn mạnh điều kiện đủ để có cực trị là đạo hàm phải đổi dấu khi đi qua điểm đó. Nếu đạo hàm bằng 0 nhưng không đổi dấu thì điểm đó không phải là cực trị.</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hướng dẫn học sinh từng bước giải bài toán: Từ việc tìm tập xác định, tính đạo hàm, tìm nghiệm của đạo hàm, lập bảng xét dấu đạo hàm (bảng biến thiên) và cuối cùng đưa ra kết luận về tính đơn điệu cũng như cực trị của hàm số.</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[Kịch bản giảng dạy dành cho Giáo viên]:</a:t>
            </a:r>
          </a:p>
          <a:p>
            <a:r>
              <a:t>GV tổng kết lại quy trình 4 bước chuẩn để giải quyết mọi bài toán tìm khoảng đơn điệu và cực trị của hàm số. Nhắc nhở học sinh cẩn thận khi xét dấu đạo hàm, đặc biệt là các hàm phân thức hoặc hàm chứa căn.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800325" y="1468875"/>
            <a:ext cx="7543800" cy="1730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2275875" y="3198825"/>
            <a:ext cx="4592400" cy="4758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817341" y="-872068"/>
            <a:ext cx="10581139" cy="7505539"/>
            <a:chOff x="-817341" y="-872068"/>
            <a:chExt cx="10581139" cy="7505539"/>
          </a:xfrm>
        </p:grpSpPr>
        <p:grpSp>
          <p:nvGrpSpPr>
            <p:cNvPr id="12" name="Google Shape;12;p2"/>
            <p:cNvGrpSpPr/>
            <p:nvPr/>
          </p:nvGrpSpPr>
          <p:grpSpPr>
            <a:xfrm>
              <a:off x="4353534" y="3189744"/>
              <a:ext cx="5410264" cy="3443726"/>
              <a:chOff x="4353534" y="3189744"/>
              <a:chExt cx="5410264" cy="3443726"/>
            </a:xfrm>
          </p:grpSpPr>
          <p:sp>
            <p:nvSpPr>
              <p:cNvPr id="13" name="Google Shape;13;p2"/>
              <p:cNvSpPr/>
              <p:nvPr/>
            </p:nvSpPr>
            <p:spPr>
              <a:xfrm rot="10800000">
                <a:off x="9569398" y="5312996"/>
                <a:ext cx="194400" cy="194400"/>
              </a:xfrm>
              <a:prstGeom prst="ellipse">
                <a:avLst/>
              </a:prstGeom>
              <a:solidFill>
                <a:schemeClr val="accent1"/>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 name="Google Shape;14;p2"/>
              <p:cNvSpPr/>
              <p:nvPr/>
            </p:nvSpPr>
            <p:spPr>
              <a:xfrm rot="10800000">
                <a:off x="7135026" y="62323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5" name="Google Shape;15;p2"/>
              <p:cNvSpPr/>
              <p:nvPr/>
            </p:nvSpPr>
            <p:spPr>
              <a:xfrm rot="10800000">
                <a:off x="7563119" y="37512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 name="Google Shape;16;p2"/>
              <p:cNvSpPr/>
              <p:nvPr/>
            </p:nvSpPr>
            <p:spPr>
              <a:xfrm rot="10800000">
                <a:off x="8060378" y="53449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 name="Google Shape;17;p2"/>
              <p:cNvSpPr/>
              <p:nvPr/>
            </p:nvSpPr>
            <p:spPr>
              <a:xfrm rot="10800000">
                <a:off x="9245065" y="6281371"/>
                <a:ext cx="96300" cy="96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 name="Google Shape;18;p2"/>
              <p:cNvSpPr/>
              <p:nvPr/>
            </p:nvSpPr>
            <p:spPr>
              <a:xfrm rot="10800000">
                <a:off x="8060378" y="65029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 name="Google Shape;19;p2"/>
              <p:cNvSpPr/>
              <p:nvPr/>
            </p:nvSpPr>
            <p:spPr>
              <a:xfrm rot="10800000">
                <a:off x="8948809" y="4403302"/>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 name="Google Shape;20;p2"/>
              <p:cNvSpPr/>
              <p:nvPr/>
            </p:nvSpPr>
            <p:spPr>
              <a:xfrm rot="10800000">
                <a:off x="4353534" y="46833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 name="Google Shape;21;p2"/>
              <p:cNvCxnSpPr>
                <a:stCxn id="17" idx="5"/>
                <a:endCxn id="16" idx="1"/>
              </p:cNvCxnSpPr>
              <p:nvPr/>
            </p:nvCxnSpPr>
            <p:spPr>
              <a:xfrm rot="10800000">
                <a:off x="8171668" y="54563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22" name="Google Shape;22;p2"/>
              <p:cNvCxnSpPr>
                <a:stCxn id="18" idx="4"/>
                <a:endCxn id="16" idx="0"/>
              </p:cNvCxnSpPr>
              <p:nvPr/>
            </p:nvCxnSpPr>
            <p:spPr>
              <a:xfrm rot="10800000">
                <a:off x="8125628" y="54754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23" name="Google Shape;23;p2"/>
              <p:cNvCxnSpPr>
                <a:stCxn id="13" idx="6"/>
                <a:endCxn id="16" idx="2"/>
              </p:cNvCxnSpPr>
              <p:nvPr/>
            </p:nvCxnSpPr>
            <p:spPr>
              <a:xfrm rot="10800000">
                <a:off x="8190898" y="54101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24" name="Google Shape;24;p2"/>
              <p:cNvCxnSpPr>
                <a:stCxn id="13" idx="0"/>
                <a:endCxn id="17" idx="3"/>
              </p:cNvCxnSpPr>
              <p:nvPr/>
            </p:nvCxnSpPr>
            <p:spPr>
              <a:xfrm flipH="1">
                <a:off x="9327298" y="55073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a:stCxn id="17" idx="7"/>
                <a:endCxn id="18" idx="2"/>
              </p:cNvCxnSpPr>
              <p:nvPr/>
            </p:nvCxnSpPr>
            <p:spPr>
              <a:xfrm flipH="1">
                <a:off x="8190868" y="63635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26" name="Google Shape;26;p2"/>
              <p:cNvCxnSpPr>
                <a:stCxn id="18" idx="6"/>
                <a:endCxn id="14" idx="2"/>
              </p:cNvCxnSpPr>
              <p:nvPr/>
            </p:nvCxnSpPr>
            <p:spPr>
              <a:xfrm rot="10800000">
                <a:off x="7329278" y="63294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27" name="Google Shape;27;p2"/>
              <p:cNvCxnSpPr>
                <a:stCxn id="16" idx="7"/>
                <a:endCxn id="14" idx="3"/>
              </p:cNvCxnSpPr>
              <p:nvPr/>
            </p:nvCxnSpPr>
            <p:spPr>
              <a:xfrm flipH="1">
                <a:off x="7300989" y="54563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28" name="Google Shape;28;p2"/>
              <p:cNvCxnSpPr>
                <a:stCxn id="13" idx="5"/>
                <a:endCxn id="19" idx="1"/>
              </p:cNvCxnSpPr>
              <p:nvPr/>
            </p:nvCxnSpPr>
            <p:spPr>
              <a:xfrm rot="10800000">
                <a:off x="9060267" y="45146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29" name="Google Shape;29;p2"/>
              <p:cNvCxnSpPr>
                <a:stCxn id="19" idx="7"/>
                <a:endCxn id="16" idx="3"/>
              </p:cNvCxnSpPr>
              <p:nvPr/>
            </p:nvCxnSpPr>
            <p:spPr>
              <a:xfrm flipH="1">
                <a:off x="8171720" y="45146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30" name="Google Shape;30;p2"/>
              <p:cNvCxnSpPr>
                <a:stCxn id="19" idx="7"/>
                <a:endCxn id="15" idx="1"/>
              </p:cNvCxnSpPr>
              <p:nvPr/>
            </p:nvCxnSpPr>
            <p:spPr>
              <a:xfrm rot="10800000">
                <a:off x="7905620" y="4093791"/>
                <a:ext cx="1062300" cy="420900"/>
              </a:xfrm>
              <a:prstGeom prst="straightConnector1">
                <a:avLst/>
              </a:prstGeom>
              <a:noFill/>
              <a:ln cap="flat" cmpd="sng" w="9525">
                <a:solidFill>
                  <a:schemeClr val="dk2"/>
                </a:solidFill>
                <a:prstDash val="solid"/>
                <a:round/>
                <a:headEnd len="med" w="med" type="none"/>
                <a:tailEnd len="med" w="med" type="none"/>
              </a:ln>
            </p:spPr>
          </p:cxnSp>
          <p:cxnSp>
            <p:nvCxnSpPr>
              <p:cNvPr id="31" name="Google Shape;31;p2"/>
              <p:cNvCxnSpPr>
                <a:stCxn id="15" idx="0"/>
                <a:endCxn id="16" idx="5"/>
              </p:cNvCxnSpPr>
              <p:nvPr/>
            </p:nvCxnSpPr>
            <p:spPr>
              <a:xfrm>
                <a:off x="7763819" y="4152640"/>
                <a:ext cx="315600" cy="1211400"/>
              </a:xfrm>
              <a:prstGeom prst="straightConnector1">
                <a:avLst/>
              </a:prstGeom>
              <a:noFill/>
              <a:ln cap="flat" cmpd="sng" w="9525">
                <a:solidFill>
                  <a:schemeClr val="dk2"/>
                </a:solidFill>
                <a:prstDash val="solid"/>
                <a:round/>
                <a:headEnd len="med" w="med" type="none"/>
                <a:tailEnd len="med" w="med" type="none"/>
              </a:ln>
            </p:spPr>
          </p:cxnSp>
          <p:cxnSp>
            <p:nvCxnSpPr>
              <p:cNvPr id="32" name="Google Shape;32;p2"/>
              <p:cNvCxnSpPr>
                <a:stCxn id="15" idx="7"/>
                <a:endCxn id="20" idx="2"/>
              </p:cNvCxnSpPr>
              <p:nvPr/>
            </p:nvCxnSpPr>
            <p:spPr>
              <a:xfrm flipH="1">
                <a:off x="4449703" y="4093857"/>
                <a:ext cx="3172200" cy="637800"/>
              </a:xfrm>
              <a:prstGeom prst="straightConnector1">
                <a:avLst/>
              </a:prstGeom>
              <a:noFill/>
              <a:ln cap="flat" cmpd="sng" w="9525">
                <a:solidFill>
                  <a:schemeClr val="dk2"/>
                </a:solidFill>
                <a:prstDash val="solid"/>
                <a:round/>
                <a:headEnd len="med" w="med" type="none"/>
                <a:tailEnd len="med" w="med" type="none"/>
              </a:ln>
            </p:spPr>
          </p:cxnSp>
          <p:cxnSp>
            <p:nvCxnSpPr>
              <p:cNvPr id="33" name="Google Shape;33;p2"/>
              <p:cNvCxnSpPr>
                <a:stCxn id="20" idx="1"/>
                <a:endCxn id="14" idx="5"/>
              </p:cNvCxnSpPr>
              <p:nvPr/>
            </p:nvCxnSpPr>
            <p:spPr>
              <a:xfrm>
                <a:off x="4435731" y="47655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34" name="Google Shape;34;p2"/>
              <p:cNvCxnSpPr>
                <a:stCxn id="17" idx="6"/>
                <a:endCxn id="20" idx="1"/>
              </p:cNvCxnSpPr>
              <p:nvPr/>
            </p:nvCxnSpPr>
            <p:spPr>
              <a:xfrm rot="10800000">
                <a:off x="4435765" y="47656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35" name="Google Shape;35;p2"/>
              <p:cNvCxnSpPr>
                <a:stCxn id="14" idx="4"/>
                <a:endCxn id="15" idx="0"/>
              </p:cNvCxnSpPr>
              <p:nvPr/>
            </p:nvCxnSpPr>
            <p:spPr>
              <a:xfrm flipH="1" rot="10800000">
                <a:off x="7232226" y="4152748"/>
                <a:ext cx="531600" cy="2079600"/>
              </a:xfrm>
              <a:prstGeom prst="straightConnector1">
                <a:avLst/>
              </a:prstGeom>
              <a:noFill/>
              <a:ln cap="flat" cmpd="sng" w="9525">
                <a:solidFill>
                  <a:schemeClr val="dk2"/>
                </a:solidFill>
                <a:prstDash val="solid"/>
                <a:round/>
                <a:headEnd len="med" w="med" type="none"/>
                <a:tailEnd len="med" w="med" type="none"/>
              </a:ln>
            </p:spPr>
          </p:cxnSp>
          <p:cxnSp>
            <p:nvCxnSpPr>
              <p:cNvPr id="36" name="Google Shape;36;p2"/>
              <p:cNvCxnSpPr>
                <a:stCxn id="13" idx="5"/>
                <a:endCxn id="15" idx="0"/>
              </p:cNvCxnSpPr>
              <p:nvPr/>
            </p:nvCxnSpPr>
            <p:spPr>
              <a:xfrm rot="10800000">
                <a:off x="7763967" y="4152565"/>
                <a:ext cx="1833900" cy="1188900"/>
              </a:xfrm>
              <a:prstGeom prst="straightConnector1">
                <a:avLst/>
              </a:prstGeom>
              <a:noFill/>
              <a:ln cap="flat" cmpd="sng" w="9525">
                <a:solidFill>
                  <a:schemeClr val="dk2"/>
                </a:solidFill>
                <a:prstDash val="solid"/>
                <a:round/>
                <a:headEnd len="med" w="med" type="none"/>
                <a:tailEnd len="med" w="med" type="none"/>
              </a:ln>
            </p:spPr>
          </p:cxnSp>
          <p:sp>
            <p:nvSpPr>
              <p:cNvPr id="37" name="Google Shape;37;p2"/>
              <p:cNvSpPr/>
              <p:nvPr/>
            </p:nvSpPr>
            <p:spPr>
              <a:xfrm rot="10800000">
                <a:off x="5902359" y="40694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 name="Google Shape;38;p2"/>
              <p:cNvCxnSpPr>
                <a:stCxn id="20" idx="2"/>
                <a:endCxn id="37" idx="7"/>
              </p:cNvCxnSpPr>
              <p:nvPr/>
            </p:nvCxnSpPr>
            <p:spPr>
              <a:xfrm flipH="1" rot="10800000">
                <a:off x="4449834" y="41807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39" name="Google Shape;39;p2"/>
              <p:cNvCxnSpPr>
                <a:stCxn id="37" idx="2"/>
                <a:endCxn id="15" idx="6"/>
              </p:cNvCxnSpPr>
              <p:nvPr/>
            </p:nvCxnSpPr>
            <p:spPr>
              <a:xfrm flipH="1" rot="10800000">
                <a:off x="6032859" y="3952013"/>
                <a:ext cx="1530300" cy="182700"/>
              </a:xfrm>
              <a:prstGeom prst="straightConnector1">
                <a:avLst/>
              </a:prstGeom>
              <a:noFill/>
              <a:ln cap="flat" cmpd="sng" w="9525">
                <a:solidFill>
                  <a:schemeClr val="dk2"/>
                </a:solidFill>
                <a:prstDash val="solid"/>
                <a:round/>
                <a:headEnd len="med" w="med" type="none"/>
                <a:tailEnd len="med" w="med" type="none"/>
              </a:ln>
            </p:spPr>
          </p:cxnSp>
          <p:cxnSp>
            <p:nvCxnSpPr>
              <p:cNvPr id="40" name="Google Shape;40;p2"/>
              <p:cNvCxnSpPr>
                <a:stCxn id="37" idx="0"/>
                <a:endCxn id="14" idx="4"/>
              </p:cNvCxnSpPr>
              <p:nvPr/>
            </p:nvCxnSpPr>
            <p:spPr>
              <a:xfrm>
                <a:off x="5967609" y="41999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1" name="Google Shape;41;p2"/>
              <p:cNvCxnSpPr>
                <a:stCxn id="37" idx="1"/>
                <a:endCxn id="16" idx="5"/>
              </p:cNvCxnSpPr>
              <p:nvPr/>
            </p:nvCxnSpPr>
            <p:spPr>
              <a:xfrm>
                <a:off x="6013748" y="41808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2" name="Google Shape;42;p2"/>
              <p:cNvSpPr/>
              <p:nvPr/>
            </p:nvSpPr>
            <p:spPr>
              <a:xfrm rot="10800000">
                <a:off x="8782916" y="31897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 name="Google Shape;43;p2"/>
              <p:cNvCxnSpPr>
                <a:stCxn id="15" idx="2"/>
                <a:endCxn id="42" idx="6"/>
              </p:cNvCxnSpPr>
              <p:nvPr/>
            </p:nvCxnSpPr>
            <p:spPr>
              <a:xfrm flipH="1" rot="10800000">
                <a:off x="7964519" y="3286840"/>
                <a:ext cx="818400" cy="665100"/>
              </a:xfrm>
              <a:prstGeom prst="straightConnector1">
                <a:avLst/>
              </a:prstGeom>
              <a:noFill/>
              <a:ln cap="flat" cmpd="sng" w="9525">
                <a:solidFill>
                  <a:schemeClr val="dk2"/>
                </a:solidFill>
                <a:prstDash val="solid"/>
                <a:round/>
                <a:headEnd len="med" w="med" type="none"/>
                <a:tailEnd len="med" w="med" type="none"/>
              </a:ln>
            </p:spPr>
          </p:cxnSp>
          <p:cxnSp>
            <p:nvCxnSpPr>
              <p:cNvPr id="44" name="Google Shape;44;p2"/>
              <p:cNvCxnSpPr>
                <a:stCxn id="42" idx="1"/>
                <a:endCxn id="19" idx="5"/>
              </p:cNvCxnSpPr>
              <p:nvPr/>
            </p:nvCxnSpPr>
            <p:spPr>
              <a:xfrm>
                <a:off x="8948847" y="3355675"/>
                <a:ext cx="19200" cy="1066800"/>
              </a:xfrm>
              <a:prstGeom prst="straightConnector1">
                <a:avLst/>
              </a:prstGeom>
              <a:noFill/>
              <a:ln cap="flat" cmpd="sng" w="9525">
                <a:solidFill>
                  <a:schemeClr val="dk2"/>
                </a:solidFill>
                <a:prstDash val="solid"/>
                <a:round/>
                <a:headEnd len="med" w="med" type="none"/>
                <a:tailEnd len="med" w="med" type="none"/>
              </a:ln>
            </p:spPr>
          </p:cxnSp>
        </p:grpSp>
        <p:grpSp>
          <p:nvGrpSpPr>
            <p:cNvPr id="45" name="Google Shape;45;p2"/>
            <p:cNvGrpSpPr/>
            <p:nvPr/>
          </p:nvGrpSpPr>
          <p:grpSpPr>
            <a:xfrm>
              <a:off x="-817341" y="-872068"/>
              <a:ext cx="4052739" cy="3509076"/>
              <a:chOff x="-817341" y="-872068"/>
              <a:chExt cx="4052739" cy="3509076"/>
            </a:xfrm>
          </p:grpSpPr>
          <p:sp>
            <p:nvSpPr>
              <p:cNvPr id="46" name="Google Shape;46;p2"/>
              <p:cNvSpPr/>
              <p:nvPr/>
            </p:nvSpPr>
            <p:spPr>
              <a:xfrm rot="10800000">
                <a:off x="3040998" y="322921"/>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 name="Google Shape;47;p2"/>
              <p:cNvSpPr/>
              <p:nvPr/>
            </p:nvSpPr>
            <p:spPr>
              <a:xfrm rot="10800000">
                <a:off x="-550449" y="1549860"/>
                <a:ext cx="194400" cy="194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 name="Google Shape;48;p2"/>
              <p:cNvSpPr/>
              <p:nvPr/>
            </p:nvSpPr>
            <p:spPr>
              <a:xfrm rot="10800000">
                <a:off x="-58406" y="-586660"/>
                <a:ext cx="401400" cy="401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 name="Google Shape;49;p2"/>
              <p:cNvSpPr/>
              <p:nvPr/>
            </p:nvSpPr>
            <p:spPr>
              <a:xfrm rot="10800000">
                <a:off x="374903" y="662437"/>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 name="Google Shape;50;p2"/>
              <p:cNvSpPr/>
              <p:nvPr/>
            </p:nvSpPr>
            <p:spPr>
              <a:xfrm rot="10800000">
                <a:off x="1102390" y="1217883"/>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 name="Google Shape;51;p2"/>
              <p:cNvSpPr/>
              <p:nvPr/>
            </p:nvSpPr>
            <p:spPr>
              <a:xfrm rot="10800000">
                <a:off x="288828" y="2506508"/>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 name="Google Shape;52;p2"/>
              <p:cNvSpPr/>
              <p:nvPr/>
            </p:nvSpPr>
            <p:spPr>
              <a:xfrm rot="10800000">
                <a:off x="1455496" y="369115"/>
                <a:ext cx="130500" cy="130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3" name="Google Shape;53;p2"/>
              <p:cNvSpPr/>
              <p:nvPr/>
            </p:nvSpPr>
            <p:spPr>
              <a:xfrm rot="10800000">
                <a:off x="-817341" y="534290"/>
                <a:ext cx="96300" cy="963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 name="Google Shape;54;p2"/>
              <p:cNvCxnSpPr>
                <a:stCxn id="50" idx="5"/>
                <a:endCxn id="49" idx="1"/>
              </p:cNvCxnSpPr>
              <p:nvPr/>
            </p:nvCxnSpPr>
            <p:spPr>
              <a:xfrm rot="10800000">
                <a:off x="486193" y="773886"/>
                <a:ext cx="630300" cy="458100"/>
              </a:xfrm>
              <a:prstGeom prst="straightConnector1">
                <a:avLst/>
              </a:prstGeom>
              <a:noFill/>
              <a:ln cap="flat" cmpd="sng" w="9525">
                <a:solidFill>
                  <a:schemeClr val="dk2"/>
                </a:solidFill>
                <a:prstDash val="solid"/>
                <a:round/>
                <a:headEnd len="med" w="med" type="none"/>
                <a:tailEnd len="med" w="med" type="none"/>
              </a:ln>
            </p:spPr>
          </p:cxnSp>
          <p:cxnSp>
            <p:nvCxnSpPr>
              <p:cNvPr id="55" name="Google Shape;55;p2"/>
              <p:cNvCxnSpPr>
                <a:stCxn id="51" idx="4"/>
                <a:endCxn id="49" idx="0"/>
              </p:cNvCxnSpPr>
              <p:nvPr/>
            </p:nvCxnSpPr>
            <p:spPr>
              <a:xfrm flipH="1" rot="10800000">
                <a:off x="354078" y="792908"/>
                <a:ext cx="86100" cy="1713600"/>
              </a:xfrm>
              <a:prstGeom prst="straightConnector1">
                <a:avLst/>
              </a:prstGeom>
              <a:noFill/>
              <a:ln cap="flat" cmpd="sng" w="9525">
                <a:solidFill>
                  <a:schemeClr val="dk2"/>
                </a:solidFill>
                <a:prstDash val="solid"/>
                <a:round/>
                <a:headEnd len="med" w="med" type="none"/>
                <a:tailEnd len="med" w="med" type="none"/>
              </a:ln>
            </p:spPr>
          </p:cxnSp>
          <p:cxnSp>
            <p:nvCxnSpPr>
              <p:cNvPr id="56" name="Google Shape;56;p2"/>
              <p:cNvCxnSpPr>
                <a:stCxn id="46" idx="6"/>
                <a:endCxn id="50" idx="3"/>
              </p:cNvCxnSpPr>
              <p:nvPr/>
            </p:nvCxnSpPr>
            <p:spPr>
              <a:xfrm flipH="1">
                <a:off x="1184598" y="420121"/>
                <a:ext cx="1856400" cy="811800"/>
              </a:xfrm>
              <a:prstGeom prst="straightConnector1">
                <a:avLst/>
              </a:prstGeom>
              <a:noFill/>
              <a:ln cap="flat" cmpd="sng" w="9525">
                <a:solidFill>
                  <a:schemeClr val="dk2"/>
                </a:solidFill>
                <a:prstDash val="solid"/>
                <a:round/>
                <a:headEnd len="med" w="med" type="none"/>
                <a:tailEnd len="med" w="med" type="none"/>
              </a:ln>
            </p:spPr>
          </p:cxnSp>
          <p:cxnSp>
            <p:nvCxnSpPr>
              <p:cNvPr id="57" name="Google Shape;57;p2"/>
              <p:cNvCxnSpPr>
                <a:stCxn id="50" idx="7"/>
                <a:endCxn id="51" idx="2"/>
              </p:cNvCxnSpPr>
              <p:nvPr/>
            </p:nvCxnSpPr>
            <p:spPr>
              <a:xfrm flipH="1">
                <a:off x="419293" y="1300080"/>
                <a:ext cx="697200" cy="1271700"/>
              </a:xfrm>
              <a:prstGeom prst="straightConnector1">
                <a:avLst/>
              </a:prstGeom>
              <a:noFill/>
              <a:ln cap="flat" cmpd="sng" w="9525">
                <a:solidFill>
                  <a:schemeClr val="dk2"/>
                </a:solidFill>
                <a:prstDash val="solid"/>
                <a:round/>
                <a:headEnd len="med" w="med" type="none"/>
                <a:tailEnd len="med" w="med" type="none"/>
              </a:ln>
            </p:spPr>
          </p:cxnSp>
          <p:cxnSp>
            <p:nvCxnSpPr>
              <p:cNvPr id="58" name="Google Shape;58;p2"/>
              <p:cNvCxnSpPr>
                <a:stCxn id="51" idx="6"/>
                <a:endCxn id="47" idx="1"/>
              </p:cNvCxnSpPr>
              <p:nvPr/>
            </p:nvCxnSpPr>
            <p:spPr>
              <a:xfrm rot="10800000">
                <a:off x="-384372" y="1715858"/>
                <a:ext cx="673200" cy="855900"/>
              </a:xfrm>
              <a:prstGeom prst="straightConnector1">
                <a:avLst/>
              </a:prstGeom>
              <a:noFill/>
              <a:ln cap="flat" cmpd="sng" w="9525">
                <a:solidFill>
                  <a:schemeClr val="dk2"/>
                </a:solidFill>
                <a:prstDash val="solid"/>
                <a:round/>
                <a:headEnd len="med" w="med" type="none"/>
                <a:tailEnd len="med" w="med" type="none"/>
              </a:ln>
            </p:spPr>
          </p:cxnSp>
          <p:cxnSp>
            <p:nvCxnSpPr>
              <p:cNvPr id="59" name="Google Shape;59;p2"/>
              <p:cNvCxnSpPr>
                <a:stCxn id="49" idx="7"/>
                <a:endCxn id="47" idx="3"/>
              </p:cNvCxnSpPr>
              <p:nvPr/>
            </p:nvCxnSpPr>
            <p:spPr>
              <a:xfrm flipH="1">
                <a:off x="-384486" y="773825"/>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 name="Google Shape;60;p2"/>
              <p:cNvCxnSpPr>
                <a:stCxn id="46" idx="6"/>
                <a:endCxn id="52" idx="1"/>
              </p:cNvCxnSpPr>
              <p:nvPr/>
            </p:nvCxnSpPr>
            <p:spPr>
              <a:xfrm flipH="1">
                <a:off x="1566798" y="420121"/>
                <a:ext cx="1474200" cy="60300"/>
              </a:xfrm>
              <a:prstGeom prst="straightConnector1">
                <a:avLst/>
              </a:prstGeom>
              <a:noFill/>
              <a:ln cap="flat" cmpd="sng" w="9525">
                <a:solidFill>
                  <a:schemeClr val="dk2"/>
                </a:solidFill>
                <a:prstDash val="solid"/>
                <a:round/>
                <a:headEnd len="med" w="med" type="none"/>
                <a:tailEnd len="med" w="med" type="none"/>
              </a:ln>
            </p:spPr>
          </p:cxnSp>
          <p:cxnSp>
            <p:nvCxnSpPr>
              <p:cNvPr id="61" name="Google Shape;61;p2"/>
              <p:cNvCxnSpPr>
                <a:stCxn id="52" idx="7"/>
                <a:endCxn id="49" idx="2"/>
              </p:cNvCxnSpPr>
              <p:nvPr/>
            </p:nvCxnSpPr>
            <p:spPr>
              <a:xfrm flipH="1">
                <a:off x="505308" y="480503"/>
                <a:ext cx="969300" cy="247200"/>
              </a:xfrm>
              <a:prstGeom prst="straightConnector1">
                <a:avLst/>
              </a:prstGeom>
              <a:noFill/>
              <a:ln cap="flat" cmpd="sng" w="9525">
                <a:solidFill>
                  <a:schemeClr val="dk2"/>
                </a:solidFill>
                <a:prstDash val="solid"/>
                <a:round/>
                <a:headEnd len="med" w="med" type="none"/>
                <a:tailEnd len="med" w="med" type="none"/>
              </a:ln>
            </p:spPr>
          </p:cxnSp>
          <p:cxnSp>
            <p:nvCxnSpPr>
              <p:cNvPr id="62" name="Google Shape;62;p2"/>
              <p:cNvCxnSpPr>
                <a:stCxn id="52" idx="5"/>
                <a:endCxn id="48" idx="2"/>
              </p:cNvCxnSpPr>
              <p:nvPr/>
            </p:nvCxnSpPr>
            <p:spPr>
              <a:xfrm rot="10800000">
                <a:off x="343008" y="-386074"/>
                <a:ext cx="1131600" cy="774300"/>
              </a:xfrm>
              <a:prstGeom prst="straightConnector1">
                <a:avLst/>
              </a:prstGeom>
              <a:noFill/>
              <a:ln cap="flat" cmpd="sng" w="9525">
                <a:solidFill>
                  <a:schemeClr val="dk2"/>
                </a:solidFill>
                <a:prstDash val="solid"/>
                <a:round/>
                <a:headEnd len="med" w="med" type="none"/>
                <a:tailEnd len="med" w="med" type="none"/>
              </a:ln>
            </p:spPr>
          </p:cxnSp>
          <p:cxnSp>
            <p:nvCxnSpPr>
              <p:cNvPr id="63" name="Google Shape;63;p2"/>
              <p:cNvCxnSpPr>
                <a:stCxn id="48" idx="0"/>
                <a:endCxn id="49" idx="5"/>
              </p:cNvCxnSpPr>
              <p:nvPr/>
            </p:nvCxnSpPr>
            <p:spPr>
              <a:xfrm>
                <a:off x="142294" y="-185260"/>
                <a:ext cx="251700" cy="866700"/>
              </a:xfrm>
              <a:prstGeom prst="straightConnector1">
                <a:avLst/>
              </a:prstGeom>
              <a:noFill/>
              <a:ln cap="flat" cmpd="sng" w="9525">
                <a:solidFill>
                  <a:schemeClr val="dk2"/>
                </a:solidFill>
                <a:prstDash val="solid"/>
                <a:round/>
                <a:headEnd len="med" w="med" type="none"/>
                <a:tailEnd len="med" w="med" type="none"/>
              </a:ln>
            </p:spPr>
          </p:cxnSp>
          <p:cxnSp>
            <p:nvCxnSpPr>
              <p:cNvPr id="64" name="Google Shape;64;p2"/>
              <p:cNvCxnSpPr>
                <a:stCxn id="48" idx="7"/>
                <a:endCxn id="53" idx="3"/>
              </p:cNvCxnSpPr>
              <p:nvPr/>
            </p:nvCxnSpPr>
            <p:spPr>
              <a:xfrm flipH="1">
                <a:off x="-735222" y="-244043"/>
                <a:ext cx="735600" cy="792300"/>
              </a:xfrm>
              <a:prstGeom prst="straightConnector1">
                <a:avLst/>
              </a:prstGeom>
              <a:noFill/>
              <a:ln cap="flat" cmpd="sng" w="9525">
                <a:solidFill>
                  <a:schemeClr val="dk2"/>
                </a:solidFill>
                <a:prstDash val="solid"/>
                <a:round/>
                <a:headEnd len="med" w="med" type="none"/>
                <a:tailEnd len="med" w="med" type="none"/>
              </a:ln>
            </p:spPr>
          </p:cxnSp>
          <p:cxnSp>
            <p:nvCxnSpPr>
              <p:cNvPr id="65" name="Google Shape;65;p2"/>
              <p:cNvCxnSpPr>
                <a:stCxn id="49" idx="6"/>
                <a:endCxn id="53" idx="2"/>
              </p:cNvCxnSpPr>
              <p:nvPr/>
            </p:nvCxnSpPr>
            <p:spPr>
              <a:xfrm rot="10800000">
                <a:off x="-720997" y="582487"/>
                <a:ext cx="1095900" cy="145200"/>
              </a:xfrm>
              <a:prstGeom prst="straightConnector1">
                <a:avLst/>
              </a:prstGeom>
              <a:noFill/>
              <a:ln cap="flat" cmpd="sng" w="9525">
                <a:solidFill>
                  <a:schemeClr val="dk2"/>
                </a:solidFill>
                <a:prstDash val="solid"/>
                <a:round/>
                <a:headEnd len="med" w="med" type="none"/>
                <a:tailEnd len="med" w="med" type="none"/>
              </a:ln>
            </p:spPr>
          </p:cxnSp>
          <p:cxnSp>
            <p:nvCxnSpPr>
              <p:cNvPr id="66" name="Google Shape;66;p2"/>
              <p:cNvCxnSpPr>
                <a:stCxn id="53" idx="0"/>
                <a:endCxn id="47" idx="5"/>
              </p:cNvCxnSpPr>
              <p:nvPr/>
            </p:nvCxnSpPr>
            <p:spPr>
              <a:xfrm>
                <a:off x="-769191" y="630590"/>
                <a:ext cx="247200" cy="947700"/>
              </a:xfrm>
              <a:prstGeom prst="straightConnector1">
                <a:avLst/>
              </a:prstGeom>
              <a:noFill/>
              <a:ln cap="flat" cmpd="sng" w="9525">
                <a:solidFill>
                  <a:schemeClr val="dk2"/>
                </a:solidFill>
                <a:prstDash val="solid"/>
                <a:round/>
                <a:headEnd len="med" w="med" type="none"/>
                <a:tailEnd len="med" w="med" type="none"/>
              </a:ln>
            </p:spPr>
          </p:cxnSp>
          <p:cxnSp>
            <p:nvCxnSpPr>
              <p:cNvPr id="67" name="Google Shape;67;p2"/>
              <p:cNvCxnSpPr>
                <a:stCxn id="51" idx="5"/>
                <a:endCxn id="53" idx="1"/>
              </p:cNvCxnSpPr>
              <p:nvPr/>
            </p:nvCxnSpPr>
            <p:spPr>
              <a:xfrm rot="10800000">
                <a:off x="-735161" y="616419"/>
                <a:ext cx="1043100" cy="1909200"/>
              </a:xfrm>
              <a:prstGeom prst="straightConnector1">
                <a:avLst/>
              </a:prstGeom>
              <a:noFill/>
              <a:ln cap="flat" cmpd="sng" w="9525">
                <a:solidFill>
                  <a:schemeClr val="dk2"/>
                </a:solidFill>
                <a:prstDash val="solid"/>
                <a:round/>
                <a:headEnd len="med" w="med" type="none"/>
                <a:tailEnd len="med" w="med" type="none"/>
              </a:ln>
            </p:spPr>
          </p:cxnSp>
          <p:cxnSp>
            <p:nvCxnSpPr>
              <p:cNvPr id="68" name="Google Shape;68;p2"/>
              <p:cNvCxnSpPr>
                <a:stCxn id="50" idx="6"/>
                <a:endCxn id="53" idx="1"/>
              </p:cNvCxnSpPr>
              <p:nvPr/>
            </p:nvCxnSpPr>
            <p:spPr>
              <a:xfrm rot="10800000">
                <a:off x="-735110" y="616533"/>
                <a:ext cx="1837500" cy="649500"/>
              </a:xfrm>
              <a:prstGeom prst="straightConnector1">
                <a:avLst/>
              </a:prstGeom>
              <a:noFill/>
              <a:ln cap="flat" cmpd="sng" w="9525">
                <a:solidFill>
                  <a:schemeClr val="dk2"/>
                </a:solidFill>
                <a:prstDash val="solid"/>
                <a:round/>
                <a:headEnd len="med" w="med" type="none"/>
                <a:tailEnd len="med" w="med" type="none"/>
              </a:ln>
            </p:spPr>
          </p:cxnSp>
          <p:cxnSp>
            <p:nvCxnSpPr>
              <p:cNvPr id="69" name="Google Shape;69;p2"/>
              <p:cNvCxnSpPr>
                <a:stCxn id="50" idx="4"/>
                <a:endCxn id="48" idx="1"/>
              </p:cNvCxnSpPr>
              <p:nvPr/>
            </p:nvCxnSpPr>
            <p:spPr>
              <a:xfrm rot="10800000">
                <a:off x="284140" y="-244017"/>
                <a:ext cx="866400" cy="1461900"/>
              </a:xfrm>
              <a:prstGeom prst="straightConnector1">
                <a:avLst/>
              </a:prstGeom>
              <a:noFill/>
              <a:ln cap="flat" cmpd="sng" w="9525">
                <a:solidFill>
                  <a:schemeClr val="dk2"/>
                </a:solidFill>
                <a:prstDash val="solid"/>
                <a:round/>
                <a:headEnd len="med" w="med" type="none"/>
                <a:tailEnd len="med" w="med" type="none"/>
              </a:ln>
            </p:spPr>
          </p:cxnSp>
          <p:cxnSp>
            <p:nvCxnSpPr>
              <p:cNvPr id="70" name="Google Shape;70;p2"/>
              <p:cNvCxnSpPr>
                <a:stCxn id="47" idx="4"/>
                <a:endCxn id="48" idx="7"/>
              </p:cNvCxnSpPr>
              <p:nvPr/>
            </p:nvCxnSpPr>
            <p:spPr>
              <a:xfrm flipH="1" rot="10800000">
                <a:off x="-453249" y="-244140"/>
                <a:ext cx="453600" cy="1794000"/>
              </a:xfrm>
              <a:prstGeom prst="straightConnector1">
                <a:avLst/>
              </a:prstGeom>
              <a:noFill/>
              <a:ln cap="flat" cmpd="sng" w="9525">
                <a:solidFill>
                  <a:schemeClr val="dk2"/>
                </a:solidFill>
                <a:prstDash val="solid"/>
                <a:round/>
                <a:headEnd len="med" w="med" type="none"/>
                <a:tailEnd len="med" w="med" type="none"/>
              </a:ln>
            </p:spPr>
          </p:cxnSp>
          <p:cxnSp>
            <p:nvCxnSpPr>
              <p:cNvPr id="71" name="Google Shape;71;p2"/>
              <p:cNvCxnSpPr>
                <a:stCxn id="46" idx="6"/>
                <a:endCxn id="48" idx="1"/>
              </p:cNvCxnSpPr>
              <p:nvPr/>
            </p:nvCxnSpPr>
            <p:spPr>
              <a:xfrm rot="10800000">
                <a:off x="284298" y="-244079"/>
                <a:ext cx="2756700" cy="664200"/>
              </a:xfrm>
              <a:prstGeom prst="straightConnector1">
                <a:avLst/>
              </a:prstGeom>
              <a:noFill/>
              <a:ln cap="flat" cmpd="sng" w="9525">
                <a:solidFill>
                  <a:schemeClr val="dk2"/>
                </a:solidFill>
                <a:prstDash val="solid"/>
                <a:round/>
                <a:headEnd len="med" w="med" type="none"/>
                <a:tailEnd len="med" w="med" type="none"/>
              </a:ln>
            </p:spPr>
          </p:cxnSp>
          <p:sp>
            <p:nvSpPr>
              <p:cNvPr id="72" name="Google Shape;72;p2"/>
              <p:cNvSpPr/>
              <p:nvPr/>
            </p:nvSpPr>
            <p:spPr>
              <a:xfrm rot="10800000">
                <a:off x="-769166" y="-840100"/>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 name="Google Shape;73;p2"/>
              <p:cNvCxnSpPr>
                <a:stCxn id="53" idx="4"/>
                <a:endCxn id="72" idx="7"/>
              </p:cNvCxnSpPr>
              <p:nvPr/>
            </p:nvCxnSpPr>
            <p:spPr>
              <a:xfrm flipH="1" rot="10800000">
                <a:off x="-769191" y="-728710"/>
                <a:ext cx="19200" cy="1263000"/>
              </a:xfrm>
              <a:prstGeom prst="straightConnector1">
                <a:avLst/>
              </a:prstGeom>
              <a:noFill/>
              <a:ln cap="flat" cmpd="sng" w="9525">
                <a:solidFill>
                  <a:schemeClr val="dk2"/>
                </a:solidFill>
                <a:prstDash val="solid"/>
                <a:round/>
                <a:headEnd len="med" w="med" type="none"/>
                <a:tailEnd len="med" w="med" type="none"/>
              </a:ln>
            </p:spPr>
          </p:cxnSp>
          <p:cxnSp>
            <p:nvCxnSpPr>
              <p:cNvPr id="74" name="Google Shape;74;p2"/>
              <p:cNvCxnSpPr>
                <a:stCxn id="72" idx="2"/>
                <a:endCxn id="48" idx="5"/>
              </p:cNvCxnSpPr>
              <p:nvPr/>
            </p:nvCxnSpPr>
            <p:spPr>
              <a:xfrm>
                <a:off x="-638666" y="-774850"/>
                <a:ext cx="639000" cy="246900"/>
              </a:xfrm>
              <a:prstGeom prst="straightConnector1">
                <a:avLst/>
              </a:prstGeom>
              <a:noFill/>
              <a:ln cap="flat" cmpd="sng" w="9525">
                <a:solidFill>
                  <a:schemeClr val="dk2"/>
                </a:solidFill>
                <a:prstDash val="solid"/>
                <a:round/>
                <a:headEnd len="med" w="med" type="none"/>
                <a:tailEnd len="med" w="med" type="none"/>
              </a:ln>
            </p:spPr>
          </p:cxnSp>
          <p:cxnSp>
            <p:nvCxnSpPr>
              <p:cNvPr id="75" name="Google Shape;75;p2"/>
              <p:cNvCxnSpPr>
                <a:stCxn id="72" idx="0"/>
                <a:endCxn id="47" idx="4"/>
              </p:cNvCxnSpPr>
              <p:nvPr/>
            </p:nvCxnSpPr>
            <p:spPr>
              <a:xfrm>
                <a:off x="-703916" y="-709600"/>
                <a:ext cx="250800" cy="2259600"/>
              </a:xfrm>
              <a:prstGeom prst="straightConnector1">
                <a:avLst/>
              </a:prstGeom>
              <a:noFill/>
              <a:ln cap="flat" cmpd="sng" w="9525">
                <a:solidFill>
                  <a:schemeClr val="dk2"/>
                </a:solidFill>
                <a:prstDash val="solid"/>
                <a:round/>
                <a:headEnd len="med" w="med" type="none"/>
                <a:tailEnd len="med" w="med" type="none"/>
              </a:ln>
            </p:spPr>
          </p:cxnSp>
          <p:cxnSp>
            <p:nvCxnSpPr>
              <p:cNvPr id="76" name="Google Shape;76;p2"/>
              <p:cNvCxnSpPr>
                <a:stCxn id="72" idx="1"/>
                <a:endCxn id="49" idx="5"/>
              </p:cNvCxnSpPr>
              <p:nvPr/>
            </p:nvCxnSpPr>
            <p:spPr>
              <a:xfrm>
                <a:off x="-657777" y="-728711"/>
                <a:ext cx="1051800" cy="1410300"/>
              </a:xfrm>
              <a:prstGeom prst="straightConnector1">
                <a:avLst/>
              </a:prstGeom>
              <a:noFill/>
              <a:ln cap="flat" cmpd="sng" w="9525">
                <a:solidFill>
                  <a:schemeClr val="dk2"/>
                </a:solidFill>
                <a:prstDash val="solid"/>
                <a:round/>
                <a:headEnd len="med" w="med" type="none"/>
                <a:tailEnd len="med" w="med" type="none"/>
              </a:ln>
            </p:spPr>
          </p:cxnSp>
          <p:sp>
            <p:nvSpPr>
              <p:cNvPr id="77" name="Google Shape;77;p2"/>
              <p:cNvSpPr/>
              <p:nvPr/>
            </p:nvSpPr>
            <p:spPr>
              <a:xfrm rot="10800000">
                <a:off x="374866" y="-872068"/>
                <a:ext cx="194400" cy="19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8" name="Google Shape;78;p2"/>
              <p:cNvCxnSpPr>
                <a:stCxn id="72" idx="2"/>
                <a:endCxn id="77" idx="6"/>
              </p:cNvCxnSpPr>
              <p:nvPr/>
            </p:nvCxnSpPr>
            <p:spPr>
              <a:xfrm>
                <a:off x="-638666" y="-774850"/>
                <a:ext cx="1013400" cy="0"/>
              </a:xfrm>
              <a:prstGeom prst="straightConnector1">
                <a:avLst/>
              </a:prstGeom>
              <a:noFill/>
              <a:ln cap="flat" cmpd="sng" w="9525">
                <a:solidFill>
                  <a:schemeClr val="dk2"/>
                </a:solidFill>
                <a:prstDash val="solid"/>
                <a:round/>
                <a:headEnd len="med" w="med" type="none"/>
                <a:tailEnd len="med" w="med" type="none"/>
              </a:ln>
            </p:spPr>
          </p:cxnSp>
          <p:cxnSp>
            <p:nvCxnSpPr>
              <p:cNvPr id="79" name="Google Shape;79;p2"/>
              <p:cNvCxnSpPr>
                <a:stCxn id="77" idx="1"/>
                <a:endCxn id="52" idx="5"/>
              </p:cNvCxnSpPr>
              <p:nvPr/>
            </p:nvCxnSpPr>
            <p:spPr>
              <a:xfrm>
                <a:off x="540797" y="-706138"/>
                <a:ext cx="933900" cy="10944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3"/>
          <p:cNvSpPr txBox="1"/>
          <p:nvPr>
            <p:ph type="title"/>
          </p:nvPr>
        </p:nvSpPr>
        <p:spPr>
          <a:xfrm>
            <a:off x="1463100" y="2046250"/>
            <a:ext cx="6217800" cy="16764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745950" y="809625"/>
            <a:ext cx="1652100" cy="1128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8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1463100" y="3797250"/>
            <a:ext cx="6217800" cy="430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4" name="Google Shape;84;p3"/>
          <p:cNvGrpSpPr/>
          <p:nvPr/>
        </p:nvGrpSpPr>
        <p:grpSpPr>
          <a:xfrm>
            <a:off x="-1196147" y="-548842"/>
            <a:ext cx="13880920" cy="6874700"/>
            <a:chOff x="-1196147" y="-548842"/>
            <a:chExt cx="13880920" cy="6874700"/>
          </a:xfrm>
        </p:grpSpPr>
        <p:grpSp>
          <p:nvGrpSpPr>
            <p:cNvPr id="85" name="Google Shape;85;p3"/>
            <p:cNvGrpSpPr/>
            <p:nvPr/>
          </p:nvGrpSpPr>
          <p:grpSpPr>
            <a:xfrm>
              <a:off x="-1196147" y="-548842"/>
              <a:ext cx="3657841" cy="4417628"/>
              <a:chOff x="-1196147" y="-548842"/>
              <a:chExt cx="3657841" cy="4417628"/>
            </a:xfrm>
          </p:grpSpPr>
          <p:sp>
            <p:nvSpPr>
              <p:cNvPr id="86" name="Google Shape;86;p3"/>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7" name="Google Shape;87;p3"/>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8" name="Google Shape;88;p3"/>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 name="Google Shape;89;p3"/>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0" name="Google Shape;90;p3"/>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1" name="Google Shape;91;p3"/>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 name="Google Shape;92;p3"/>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 name="Google Shape;93;p3"/>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 name="Google Shape;94;p3"/>
              <p:cNvCxnSpPr>
                <a:stCxn id="90" idx="5"/>
                <a:endCxn id="8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95" name="Google Shape;95;p3"/>
              <p:cNvCxnSpPr>
                <a:stCxn id="91" idx="4"/>
                <a:endCxn id="8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96" name="Google Shape;96;p3"/>
              <p:cNvCxnSpPr>
                <a:stCxn id="86" idx="6"/>
                <a:endCxn id="9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97" name="Google Shape;97;p3"/>
              <p:cNvCxnSpPr>
                <a:stCxn id="90" idx="7"/>
                <a:endCxn id="9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98" name="Google Shape;98;p3"/>
              <p:cNvCxnSpPr>
                <a:stCxn id="91" idx="6"/>
                <a:endCxn id="8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99" name="Google Shape;99;p3"/>
              <p:cNvCxnSpPr>
                <a:stCxn id="89" idx="7"/>
                <a:endCxn id="8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00" name="Google Shape;100;p3"/>
              <p:cNvCxnSpPr>
                <a:stCxn id="86" idx="6"/>
                <a:endCxn id="9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01" name="Google Shape;101;p3"/>
              <p:cNvCxnSpPr>
                <a:stCxn id="92" idx="6"/>
                <a:endCxn id="8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02" name="Google Shape;102;p3"/>
              <p:cNvCxnSpPr>
                <a:stCxn id="92" idx="6"/>
                <a:endCxn id="8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03" name="Google Shape;103;p3"/>
              <p:cNvCxnSpPr>
                <a:stCxn id="88" idx="7"/>
                <a:endCxn id="9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04" name="Google Shape;104;p3"/>
              <p:cNvCxnSpPr>
                <a:stCxn id="89" idx="6"/>
                <a:endCxn id="9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05" name="Google Shape;105;p3"/>
              <p:cNvCxnSpPr>
                <a:stCxn id="93" idx="0"/>
                <a:endCxn id="8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06" name="Google Shape;106;p3"/>
              <p:cNvCxnSpPr>
                <a:stCxn id="91" idx="5"/>
                <a:endCxn id="9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07" name="Google Shape;107;p3"/>
              <p:cNvCxnSpPr>
                <a:stCxn id="90" idx="6"/>
                <a:endCxn id="9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08" name="Google Shape;108;p3"/>
              <p:cNvCxnSpPr>
                <a:stCxn id="90" idx="4"/>
                <a:endCxn id="8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09" name="Google Shape;109;p3"/>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 name="Google Shape;110;p3"/>
              <p:cNvCxnSpPr>
                <a:stCxn id="93" idx="4"/>
                <a:endCxn id="10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11" name="Google Shape;111;p3"/>
              <p:cNvCxnSpPr>
                <a:stCxn id="109" idx="1"/>
                <a:endCxn id="8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12" name="Google Shape;112;p3"/>
              <p:cNvCxnSpPr>
                <a:stCxn id="109" idx="1"/>
                <a:endCxn id="8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13" name="Google Shape;113;p3"/>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 name="Google Shape;114;p3"/>
              <p:cNvCxnSpPr>
                <a:stCxn id="91" idx="0"/>
                <a:endCxn id="11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15" name="Google Shape;115;p3"/>
              <p:cNvCxnSpPr>
                <a:stCxn id="87" idx="0"/>
                <a:endCxn id="11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16" name="Google Shape;116;p3"/>
            <p:cNvGrpSpPr/>
            <p:nvPr/>
          </p:nvGrpSpPr>
          <p:grpSpPr>
            <a:xfrm>
              <a:off x="6988759" y="2308882"/>
              <a:ext cx="5696014" cy="4016976"/>
              <a:chOff x="6988759" y="2308882"/>
              <a:chExt cx="5696014" cy="4016976"/>
            </a:xfrm>
          </p:grpSpPr>
          <p:sp>
            <p:nvSpPr>
              <p:cNvPr id="117" name="Google Shape;117;p3"/>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8" name="Google Shape;118;p3"/>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9" name="Google Shape;119;p3"/>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 name="Google Shape;120;p3"/>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 name="Google Shape;121;p3"/>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 name="Google Shape;122;p3"/>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 name="Google Shape;123;p3"/>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4" name="Google Shape;124;p3"/>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 name="Google Shape;125;p3"/>
              <p:cNvCxnSpPr>
                <a:stCxn id="121" idx="5"/>
                <a:endCxn id="12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6" name="Google Shape;126;p3"/>
              <p:cNvCxnSpPr>
                <a:stCxn id="122" idx="4"/>
                <a:endCxn id="12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 name="Google Shape;127;p3"/>
              <p:cNvCxnSpPr>
                <a:stCxn id="117" idx="6"/>
                <a:endCxn id="12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8" name="Google Shape;128;p3"/>
              <p:cNvCxnSpPr>
                <a:stCxn id="117" idx="0"/>
                <a:endCxn id="12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9" name="Google Shape;129;p3"/>
              <p:cNvCxnSpPr>
                <a:stCxn id="121" idx="7"/>
                <a:endCxn id="12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30" name="Google Shape;130;p3"/>
              <p:cNvCxnSpPr>
                <a:stCxn id="122" idx="6"/>
                <a:endCxn id="11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31" name="Google Shape;131;p3"/>
              <p:cNvCxnSpPr>
                <a:stCxn id="120" idx="7"/>
                <a:endCxn id="11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32" name="Google Shape;132;p3"/>
              <p:cNvCxnSpPr>
                <a:stCxn id="117" idx="5"/>
                <a:endCxn id="12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33" name="Google Shape;133;p3"/>
              <p:cNvCxnSpPr>
                <a:stCxn id="123" idx="7"/>
                <a:endCxn id="12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34" name="Google Shape;134;p3"/>
              <p:cNvCxnSpPr>
                <a:stCxn id="123" idx="7"/>
                <a:endCxn id="11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35" name="Google Shape;135;p3"/>
              <p:cNvCxnSpPr>
                <a:stCxn id="119" idx="0"/>
                <a:endCxn id="12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36" name="Google Shape;136;p3"/>
              <p:cNvCxnSpPr>
                <a:stCxn id="124" idx="1"/>
                <a:endCxn id="11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37" name="Google Shape;137;p3"/>
              <p:cNvCxnSpPr>
                <a:stCxn id="121" idx="6"/>
                <a:endCxn id="12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38" name="Google Shape;138;p3"/>
              <p:cNvCxnSpPr>
                <a:stCxn id="118" idx="4"/>
                <a:endCxn id="11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39" name="Google Shape;139;p3"/>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 name="Google Shape;140;p3"/>
              <p:cNvCxnSpPr>
                <a:stCxn id="124" idx="2"/>
                <a:endCxn id="139" idx="7"/>
              </p:cNvCxnSpPr>
              <p:nvPr/>
            </p:nvCxnSpPr>
            <p:spPr>
              <a:xfrm rot="10800000">
                <a:off x="11116973" y="3873115"/>
                <a:ext cx="1471500" cy="550800"/>
              </a:xfrm>
              <a:prstGeom prst="straightConnector1">
                <a:avLst/>
              </a:prstGeom>
              <a:noFill/>
              <a:ln cap="flat" cmpd="sng" w="9525">
                <a:solidFill>
                  <a:srgbClr val="434343"/>
                </a:solidFill>
                <a:prstDash val="solid"/>
                <a:round/>
                <a:headEnd len="med" w="med" type="none"/>
                <a:tailEnd len="med" w="med" type="none"/>
              </a:ln>
            </p:spPr>
          </p:cxnSp>
          <p:cxnSp>
            <p:nvCxnSpPr>
              <p:cNvPr id="141" name="Google Shape;141;p3"/>
              <p:cNvCxnSpPr>
                <a:stCxn id="139" idx="2"/>
                <a:endCxn id="11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42" name="Google Shape;142;p3"/>
              <p:cNvCxnSpPr>
                <a:stCxn id="139" idx="0"/>
                <a:endCxn id="11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43" name="Google Shape;143;p3"/>
              <p:cNvCxnSpPr>
                <a:stCxn id="139" idx="1"/>
                <a:endCxn id="12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44" name="Google Shape;144;p3"/>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5" name="Google Shape;145;p3"/>
              <p:cNvCxnSpPr>
                <a:stCxn id="119" idx="3"/>
                <a:endCxn id="14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46" name="Google Shape;146;p3"/>
              <p:cNvCxnSpPr>
                <a:stCxn id="144" idx="0"/>
                <a:endCxn id="12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47" name="Google Shape;147;p3"/>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8" name="Google Shape;148;p3"/>
              <p:cNvCxnSpPr>
                <a:stCxn id="117" idx="6"/>
                <a:endCxn id="14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49" name="Google Shape;149;p3"/>
              <p:cNvCxnSpPr>
                <a:stCxn id="123" idx="0"/>
                <a:endCxn id="14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3"/>
              <p:cNvCxnSpPr>
                <a:stCxn id="147" idx="6"/>
                <a:endCxn id="12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51" name="Google Shape;151;p3"/>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2" name="Google Shape;152;p3"/>
              <p:cNvCxnSpPr>
                <a:stCxn id="144" idx="5"/>
                <a:endCxn id="15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3"/>
              <p:cNvCxnSpPr>
                <a:stCxn id="151" idx="7"/>
                <a:endCxn id="11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3"/>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55" name="Google Shape;155;p3"/>
              <p:cNvCxnSpPr>
                <a:stCxn id="144" idx="0"/>
                <a:endCxn id="15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3"/>
              <p:cNvCxnSpPr>
                <a:stCxn id="154" idx="1"/>
                <a:endCxn id="12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57" name="Google Shape;157;p3"/>
              <p:cNvCxnSpPr>
                <a:stCxn id="154" idx="6"/>
                <a:endCxn id="11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8" name="Shape 158"/>
        <p:cNvGrpSpPr/>
        <p:nvPr/>
      </p:nvGrpSpPr>
      <p:grpSpPr>
        <a:xfrm>
          <a:off x="0" y="0"/>
          <a:ext cx="0" cy="0"/>
          <a:chOff x="0" y="0"/>
          <a:chExt cx="0" cy="0"/>
        </a:xfrm>
      </p:grpSpPr>
      <p:sp>
        <p:nvSpPr>
          <p:cNvPr id="159" name="Google Shape;159;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0" name="Google Shape;160;p4"/>
          <p:cNvSpPr txBox="1"/>
          <p:nvPr>
            <p:ph idx="1" type="body"/>
          </p:nvPr>
        </p:nvSpPr>
        <p:spPr>
          <a:xfrm>
            <a:off x="720000" y="1215751"/>
            <a:ext cx="7704000" cy="1709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61" name="Google Shape;161;p4"/>
          <p:cNvGrpSpPr/>
          <p:nvPr/>
        </p:nvGrpSpPr>
        <p:grpSpPr>
          <a:xfrm>
            <a:off x="-497962" y="-2402532"/>
            <a:ext cx="9442425" cy="8210276"/>
            <a:chOff x="-497962" y="-2402532"/>
            <a:chExt cx="9442425" cy="8210276"/>
          </a:xfrm>
        </p:grpSpPr>
        <p:grpSp>
          <p:nvGrpSpPr>
            <p:cNvPr id="162" name="Google Shape;162;p4"/>
            <p:cNvGrpSpPr/>
            <p:nvPr/>
          </p:nvGrpSpPr>
          <p:grpSpPr>
            <a:xfrm>
              <a:off x="4589284" y="-2402532"/>
              <a:ext cx="4355179" cy="2890037"/>
              <a:chOff x="4589284" y="-2402532"/>
              <a:chExt cx="4355179" cy="2890037"/>
            </a:xfrm>
          </p:grpSpPr>
          <p:sp>
            <p:nvSpPr>
              <p:cNvPr id="163" name="Google Shape;163;p4"/>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4" name="Google Shape;164;p4"/>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5" name="Google Shape;165;p4"/>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6" name="Google Shape;166;p4"/>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7" name="Google Shape;167;p4"/>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8" name="Google Shape;168;p4"/>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69" name="Google Shape;169;p4"/>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0" name="Google Shape;170;p4"/>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71" name="Google Shape;171;p4"/>
              <p:cNvCxnSpPr>
                <a:stCxn id="167" idx="5"/>
                <a:endCxn id="166"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172" name="Google Shape;172;p4"/>
              <p:cNvCxnSpPr>
                <a:stCxn id="168" idx="4"/>
                <a:endCxn id="166"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173" name="Google Shape;173;p4"/>
              <p:cNvCxnSpPr>
                <a:stCxn id="163" idx="6"/>
                <a:endCxn id="167"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4"/>
              <p:cNvCxnSpPr>
                <a:stCxn id="167" idx="7"/>
                <a:endCxn id="168"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175" name="Google Shape;175;p4"/>
              <p:cNvCxnSpPr>
                <a:stCxn id="168" idx="6"/>
                <a:endCxn id="164"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4"/>
              <p:cNvCxnSpPr>
                <a:stCxn id="166" idx="7"/>
                <a:endCxn id="164"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4"/>
              <p:cNvCxnSpPr>
                <a:stCxn id="163" idx="6"/>
                <a:endCxn id="169"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4"/>
              <p:cNvCxnSpPr>
                <a:stCxn id="169" idx="6"/>
                <a:endCxn id="166"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4"/>
              <p:cNvCxnSpPr>
                <a:stCxn id="169" idx="5"/>
                <a:endCxn id="165"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4"/>
              <p:cNvCxnSpPr>
                <a:stCxn id="165" idx="0"/>
                <a:endCxn id="166"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4"/>
              <p:cNvCxnSpPr>
                <a:stCxn id="165" idx="7"/>
                <a:endCxn id="170"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4"/>
              <p:cNvCxnSpPr>
                <a:stCxn id="166" idx="6"/>
                <a:endCxn id="170"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4"/>
              <p:cNvCxnSpPr>
                <a:stCxn id="170" idx="0"/>
                <a:endCxn id="164"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4"/>
              <p:cNvCxnSpPr>
                <a:stCxn id="168" idx="5"/>
                <a:endCxn id="170"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85" name="Google Shape;185;p4"/>
              <p:cNvCxnSpPr>
                <a:stCxn id="167" idx="6"/>
                <a:endCxn id="170"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186" name="Google Shape;186;p4"/>
              <p:cNvCxnSpPr>
                <a:stCxn id="167" idx="4"/>
                <a:endCxn id="165"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187" name="Google Shape;187;p4"/>
              <p:cNvCxnSpPr>
                <a:stCxn id="164" idx="4"/>
                <a:endCxn id="165"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88" name="Google Shape;188;p4"/>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89" name="Google Shape;189;p4"/>
              <p:cNvCxnSpPr>
                <a:stCxn id="170" idx="4"/>
                <a:endCxn id="188"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90" name="Google Shape;190;p4"/>
              <p:cNvCxnSpPr>
                <a:stCxn id="188" idx="1"/>
                <a:endCxn id="165"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191" name="Google Shape;191;p4"/>
              <p:cNvCxnSpPr>
                <a:stCxn id="188" idx="0"/>
                <a:endCxn id="164"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192" name="Google Shape;192;p4"/>
              <p:cNvCxnSpPr>
                <a:stCxn id="188" idx="1"/>
                <a:endCxn id="166"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193" name="Google Shape;193;p4"/>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94" name="Google Shape;194;p4"/>
              <p:cNvCxnSpPr>
                <a:stCxn id="188" idx="2"/>
                <a:endCxn id="193"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95" name="Google Shape;195;p4"/>
              <p:cNvCxnSpPr>
                <a:stCxn id="193" idx="1"/>
                <a:endCxn id="169"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96" name="Google Shape;196;p4"/>
              <p:cNvCxnSpPr>
                <a:stCxn id="193" idx="7"/>
                <a:endCxn id="165"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197" name="Google Shape;197;p4"/>
            <p:cNvGrpSpPr/>
            <p:nvPr/>
          </p:nvGrpSpPr>
          <p:grpSpPr>
            <a:xfrm flipH="1" rot="10800000">
              <a:off x="-497962" y="2486033"/>
              <a:ext cx="3063625" cy="3321711"/>
              <a:chOff x="-460575" y="-671217"/>
              <a:chExt cx="3063625" cy="3321711"/>
            </a:xfrm>
          </p:grpSpPr>
          <p:cxnSp>
            <p:nvCxnSpPr>
              <p:cNvPr id="198" name="Google Shape;198;p4"/>
              <p:cNvCxnSpPr>
                <a:stCxn id="199" idx="6"/>
                <a:endCxn id="200"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00" name="Google Shape;200;p4"/>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1" name="Google Shape;201;p4"/>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2" name="Google Shape;202;p4"/>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3" name="Google Shape;203;p4"/>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4" name="Google Shape;204;p4"/>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05" name="Google Shape;205;p4"/>
              <p:cNvCxnSpPr>
                <a:stCxn id="204" idx="4"/>
                <a:endCxn id="202"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4"/>
              <p:cNvCxnSpPr>
                <a:stCxn id="203" idx="4"/>
                <a:endCxn id="202"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4"/>
              <p:cNvCxnSpPr>
                <a:stCxn id="203" idx="5"/>
                <a:endCxn id="204"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4"/>
              <p:cNvCxnSpPr>
                <a:stCxn id="203" idx="0"/>
                <a:endCxn id="201"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4"/>
              <p:cNvCxnSpPr>
                <a:stCxn id="203" idx="7"/>
                <a:endCxn id="199"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10" name="Google Shape;210;p4"/>
              <p:cNvCxnSpPr>
                <a:stCxn id="201" idx="5"/>
                <a:endCxn id="199"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11" name="Google Shape;211;p4"/>
              <p:cNvCxnSpPr>
                <a:stCxn id="201" idx="6"/>
                <a:endCxn id="200"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12" name="Google Shape;212;p4"/>
              <p:cNvCxnSpPr>
                <a:stCxn id="213" idx="1"/>
                <a:endCxn id="201"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14" name="Google Shape;214;p4"/>
              <p:cNvCxnSpPr>
                <a:stCxn id="204" idx="0"/>
                <a:endCxn id="199"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215" name="Google Shape;215;p4"/>
              <p:cNvCxnSpPr>
                <a:stCxn id="204" idx="0"/>
                <a:endCxn id="213"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4"/>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17" name="Google Shape;217;p4"/>
              <p:cNvCxnSpPr>
                <a:stCxn id="201" idx="5"/>
                <a:endCxn id="216"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18" name="Google Shape;218;p4"/>
              <p:cNvCxnSpPr>
                <a:stCxn id="213" idx="7"/>
                <a:endCxn id="216"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19" name="Google Shape;219;p4"/>
              <p:cNvCxnSpPr>
                <a:stCxn id="216" idx="6"/>
                <a:endCxn id="200"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20" name="Google Shape;220;p4"/>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21" name="Google Shape;221;p4"/>
              <p:cNvCxnSpPr>
                <a:stCxn id="220" idx="0"/>
                <a:endCxn id="201"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4"/>
              <p:cNvCxnSpPr>
                <a:stCxn id="220" idx="6"/>
                <a:endCxn id="199"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23" name="Google Shape;223;p4"/>
              <p:cNvCxnSpPr>
                <a:stCxn id="220" idx="5"/>
                <a:endCxn id="203"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24" name="Google Shape;224;p4"/>
              <p:cNvCxnSpPr>
                <a:stCxn id="220" idx="5"/>
                <a:endCxn id="202"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13" name="Google Shape;213;p4"/>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4"/>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225" name="Google Shape;225;p4"/>
          <p:cNvGrpSpPr/>
          <p:nvPr/>
        </p:nvGrpSpPr>
        <p:grpSpPr>
          <a:xfrm flipH="1" rot="10800000">
            <a:off x="144013" y="213488"/>
            <a:ext cx="406275" cy="563575"/>
            <a:chOff x="140150" y="4340075"/>
            <a:chExt cx="406275" cy="563575"/>
          </a:xfrm>
        </p:grpSpPr>
        <p:sp>
          <p:nvSpPr>
            <p:cNvPr id="226" name="Google Shape;226;p4"/>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8" name="Google Shape;228;p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9" name="Google Shape;229;p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0" name="Shape 230"/>
        <p:cNvGrpSpPr/>
        <p:nvPr/>
      </p:nvGrpSpPr>
      <p:grpSpPr>
        <a:xfrm>
          <a:off x="0" y="0"/>
          <a:ext cx="0" cy="0"/>
          <a:chOff x="0" y="0"/>
          <a:chExt cx="0" cy="0"/>
        </a:xfrm>
      </p:grpSpPr>
      <p:sp>
        <p:nvSpPr>
          <p:cNvPr id="231" name="Google Shape;23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32" name="Google Shape;232;p5"/>
          <p:cNvSpPr txBox="1"/>
          <p:nvPr>
            <p:ph idx="1" type="subTitle"/>
          </p:nvPr>
        </p:nvSpPr>
        <p:spPr>
          <a:xfrm>
            <a:off x="4951702"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3" name="Google Shape;233;p5"/>
          <p:cNvSpPr txBox="1"/>
          <p:nvPr>
            <p:ph idx="2" type="subTitle"/>
          </p:nvPr>
        </p:nvSpPr>
        <p:spPr>
          <a:xfrm>
            <a:off x="1050400" y="260997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234" name="Google Shape;234;p5"/>
          <p:cNvSpPr txBox="1"/>
          <p:nvPr>
            <p:ph idx="3" type="subTitle"/>
          </p:nvPr>
        </p:nvSpPr>
        <p:spPr>
          <a:xfrm>
            <a:off x="1050400"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5" name="Google Shape;235;p5"/>
          <p:cNvSpPr txBox="1"/>
          <p:nvPr>
            <p:ph idx="4" type="subTitle"/>
          </p:nvPr>
        </p:nvSpPr>
        <p:spPr>
          <a:xfrm>
            <a:off x="4951707" y="1821125"/>
            <a:ext cx="3141900" cy="865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15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15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15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15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15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15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15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15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236" name="Google Shape;236;p5"/>
          <p:cNvGrpSpPr/>
          <p:nvPr/>
        </p:nvGrpSpPr>
        <p:grpSpPr>
          <a:xfrm>
            <a:off x="-497962" y="-2402532"/>
            <a:ext cx="9442425" cy="7984626"/>
            <a:chOff x="-497962" y="-2402532"/>
            <a:chExt cx="9442425" cy="7984626"/>
          </a:xfrm>
        </p:grpSpPr>
        <p:grpSp>
          <p:nvGrpSpPr>
            <p:cNvPr id="237" name="Google Shape;237;p5"/>
            <p:cNvGrpSpPr/>
            <p:nvPr/>
          </p:nvGrpSpPr>
          <p:grpSpPr>
            <a:xfrm>
              <a:off x="4589284" y="-2402532"/>
              <a:ext cx="4355179" cy="2890037"/>
              <a:chOff x="4589284" y="-2402532"/>
              <a:chExt cx="4355179" cy="2890037"/>
            </a:xfrm>
          </p:grpSpPr>
          <p:sp>
            <p:nvSpPr>
              <p:cNvPr id="238" name="Google Shape;238;p5"/>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5"/>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5"/>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5"/>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5"/>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5"/>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5"/>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5"/>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46" name="Google Shape;246;p5"/>
              <p:cNvCxnSpPr>
                <a:stCxn id="242" idx="5"/>
                <a:endCxn id="24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247" name="Google Shape;247;p5"/>
              <p:cNvCxnSpPr>
                <a:stCxn id="243" idx="4"/>
                <a:endCxn id="24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248" name="Google Shape;248;p5"/>
              <p:cNvCxnSpPr>
                <a:stCxn id="238" idx="6"/>
                <a:endCxn id="24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249" name="Google Shape;249;p5"/>
              <p:cNvCxnSpPr>
                <a:stCxn id="242" idx="7"/>
                <a:endCxn id="24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250" name="Google Shape;250;p5"/>
              <p:cNvCxnSpPr>
                <a:stCxn id="243" idx="6"/>
                <a:endCxn id="23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251" name="Google Shape;251;p5"/>
              <p:cNvCxnSpPr>
                <a:stCxn id="241" idx="7"/>
                <a:endCxn id="23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252" name="Google Shape;252;p5"/>
              <p:cNvCxnSpPr>
                <a:stCxn id="238" idx="6"/>
                <a:endCxn id="24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253" name="Google Shape;253;p5"/>
              <p:cNvCxnSpPr>
                <a:stCxn id="244" idx="6"/>
                <a:endCxn id="24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254" name="Google Shape;254;p5"/>
              <p:cNvCxnSpPr>
                <a:stCxn id="244" idx="5"/>
                <a:endCxn id="24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255" name="Google Shape;255;p5"/>
              <p:cNvCxnSpPr>
                <a:stCxn id="240" idx="0"/>
                <a:endCxn id="24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256" name="Google Shape;256;p5"/>
              <p:cNvCxnSpPr>
                <a:stCxn id="240" idx="7"/>
                <a:endCxn id="24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5"/>
              <p:cNvCxnSpPr>
                <a:stCxn id="241" idx="6"/>
                <a:endCxn id="24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5"/>
              <p:cNvCxnSpPr>
                <a:stCxn id="245" idx="0"/>
                <a:endCxn id="23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5"/>
              <p:cNvCxnSpPr>
                <a:stCxn id="243" idx="5"/>
                <a:endCxn id="24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260" name="Google Shape;260;p5"/>
              <p:cNvCxnSpPr>
                <a:stCxn id="242" idx="6"/>
                <a:endCxn id="24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261" name="Google Shape;261;p5"/>
              <p:cNvCxnSpPr>
                <a:stCxn id="242" idx="4"/>
                <a:endCxn id="24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262" name="Google Shape;262;p5"/>
              <p:cNvCxnSpPr>
                <a:stCxn id="239" idx="4"/>
                <a:endCxn id="24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263" name="Google Shape;263;p5"/>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4" name="Google Shape;264;p5"/>
              <p:cNvCxnSpPr>
                <a:stCxn id="245" idx="4"/>
                <a:endCxn id="26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5"/>
              <p:cNvCxnSpPr>
                <a:stCxn id="263" idx="1"/>
                <a:endCxn id="24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5"/>
              <p:cNvCxnSpPr>
                <a:stCxn id="263" idx="0"/>
                <a:endCxn id="23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5"/>
              <p:cNvCxnSpPr>
                <a:stCxn id="263" idx="1"/>
                <a:endCxn id="24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5"/>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69" name="Google Shape;269;p5"/>
              <p:cNvCxnSpPr>
                <a:stCxn id="263" idx="2"/>
                <a:endCxn id="26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270" name="Google Shape;270;p5"/>
              <p:cNvCxnSpPr>
                <a:stCxn id="268" idx="1"/>
                <a:endCxn id="24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271" name="Google Shape;271;p5"/>
              <p:cNvCxnSpPr>
                <a:stCxn id="268" idx="7"/>
                <a:endCxn id="24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272" name="Google Shape;272;p5"/>
            <p:cNvGrpSpPr/>
            <p:nvPr/>
          </p:nvGrpSpPr>
          <p:grpSpPr>
            <a:xfrm flipH="1" rot="10800000">
              <a:off x="-497962" y="2260383"/>
              <a:ext cx="3063625" cy="3321711"/>
              <a:chOff x="-460575" y="-671217"/>
              <a:chExt cx="3063625" cy="3321711"/>
            </a:xfrm>
          </p:grpSpPr>
          <p:cxnSp>
            <p:nvCxnSpPr>
              <p:cNvPr id="273" name="Google Shape;273;p5"/>
              <p:cNvCxnSpPr>
                <a:stCxn id="274" idx="6"/>
                <a:endCxn id="27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275" name="Google Shape;275;p5"/>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5"/>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5"/>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8" name="Google Shape;278;p5"/>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9" name="Google Shape;279;p5"/>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80" name="Google Shape;280;p5"/>
              <p:cNvCxnSpPr>
                <a:stCxn id="279" idx="4"/>
                <a:endCxn id="27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281" name="Google Shape;281;p5"/>
              <p:cNvCxnSpPr>
                <a:stCxn id="278" idx="4"/>
                <a:endCxn id="27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282" name="Google Shape;282;p5"/>
              <p:cNvCxnSpPr>
                <a:stCxn id="278" idx="5"/>
                <a:endCxn id="27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283" name="Google Shape;283;p5"/>
              <p:cNvCxnSpPr>
                <a:stCxn id="278" idx="0"/>
                <a:endCxn id="27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284" name="Google Shape;284;p5"/>
              <p:cNvCxnSpPr>
                <a:stCxn id="278" idx="7"/>
                <a:endCxn id="27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285" name="Google Shape;285;p5"/>
              <p:cNvCxnSpPr>
                <a:stCxn id="276" idx="5"/>
                <a:endCxn id="27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286" name="Google Shape;286;p5"/>
              <p:cNvCxnSpPr>
                <a:stCxn id="276" idx="6"/>
                <a:endCxn id="27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287" name="Google Shape;287;p5"/>
              <p:cNvCxnSpPr>
                <a:stCxn id="288" idx="1"/>
                <a:endCxn id="27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5"/>
              <p:cNvCxnSpPr>
                <a:stCxn id="279" idx="0"/>
                <a:endCxn id="27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5"/>
              <p:cNvCxnSpPr>
                <a:stCxn id="279" idx="0"/>
                <a:endCxn id="28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291" name="Google Shape;291;p5"/>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2" name="Google Shape;292;p5"/>
              <p:cNvCxnSpPr>
                <a:stCxn id="276" idx="5"/>
                <a:endCxn id="29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5"/>
              <p:cNvCxnSpPr>
                <a:stCxn id="288" idx="7"/>
                <a:endCxn id="29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5"/>
              <p:cNvCxnSpPr>
                <a:stCxn id="291" idx="6"/>
                <a:endCxn id="27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5"/>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296" name="Google Shape;296;p5"/>
              <p:cNvCxnSpPr>
                <a:stCxn id="295" idx="0"/>
                <a:endCxn id="27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5"/>
              <p:cNvCxnSpPr>
                <a:stCxn id="295" idx="6"/>
                <a:endCxn id="27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5"/>
              <p:cNvCxnSpPr>
                <a:stCxn id="295" idx="5"/>
                <a:endCxn id="27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5"/>
              <p:cNvCxnSpPr>
                <a:stCxn id="295" idx="5"/>
                <a:endCxn id="27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288" name="Google Shape;288;p5"/>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5"/>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300" name="Google Shape;300;p5"/>
          <p:cNvGrpSpPr/>
          <p:nvPr/>
        </p:nvGrpSpPr>
        <p:grpSpPr>
          <a:xfrm>
            <a:off x="3132451" y="3639438"/>
            <a:ext cx="5812012" cy="1415987"/>
            <a:chOff x="3132451" y="3639438"/>
            <a:chExt cx="5812012" cy="1415987"/>
          </a:xfrm>
        </p:grpSpPr>
        <p:grpSp>
          <p:nvGrpSpPr>
            <p:cNvPr id="301" name="Google Shape;301;p5"/>
            <p:cNvGrpSpPr/>
            <p:nvPr/>
          </p:nvGrpSpPr>
          <p:grpSpPr>
            <a:xfrm flipH="1" rot="10800000">
              <a:off x="8538188" y="3639438"/>
              <a:ext cx="406275" cy="563575"/>
              <a:chOff x="140150" y="4340075"/>
              <a:chExt cx="406275" cy="563575"/>
            </a:xfrm>
          </p:grpSpPr>
          <p:sp>
            <p:nvSpPr>
              <p:cNvPr id="302" name="Google Shape;302;p5"/>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3" name="Google Shape;303;p5"/>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4" name="Google Shape;304;p5"/>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5" name="Google Shape;305;p5"/>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06" name="Google Shape;306;p5"/>
            <p:cNvGrpSpPr/>
            <p:nvPr/>
          </p:nvGrpSpPr>
          <p:grpSpPr>
            <a:xfrm rot="10800000">
              <a:off x="3132451" y="4732750"/>
              <a:ext cx="298275" cy="322675"/>
              <a:chOff x="8667225" y="681525"/>
              <a:chExt cx="298275" cy="322675"/>
            </a:xfrm>
          </p:grpSpPr>
          <p:sp>
            <p:nvSpPr>
              <p:cNvPr id="307" name="Google Shape;307;p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0" name="Shape 310"/>
        <p:cNvGrpSpPr/>
        <p:nvPr/>
      </p:nvGrpSpPr>
      <p:grpSpPr>
        <a:xfrm>
          <a:off x="0" y="0"/>
          <a:ext cx="0" cy="0"/>
          <a:chOff x="0" y="0"/>
          <a:chExt cx="0" cy="0"/>
        </a:xfrm>
      </p:grpSpPr>
      <p:sp>
        <p:nvSpPr>
          <p:cNvPr id="311" name="Google Shape;311;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312" name="Google Shape;312;p6"/>
          <p:cNvCxnSpPr>
            <a:stCxn id="313" idx="6"/>
            <a:endCxn id="314" idx="2"/>
          </p:cNvCxnSpPr>
          <p:nvPr/>
        </p:nvCxnSpPr>
        <p:spPr>
          <a:xfrm flipH="1" rot="10800000">
            <a:off x="193201" y="280868"/>
            <a:ext cx="388800" cy="117000"/>
          </a:xfrm>
          <a:prstGeom prst="straightConnector1">
            <a:avLst/>
          </a:prstGeom>
          <a:noFill/>
          <a:ln cap="flat" cmpd="sng" w="9525">
            <a:solidFill>
              <a:schemeClr val="dk2"/>
            </a:solidFill>
            <a:prstDash val="solid"/>
            <a:round/>
            <a:headEnd len="med" w="med" type="none"/>
            <a:tailEnd len="med" w="med" type="none"/>
          </a:ln>
        </p:spPr>
      </p:cxnSp>
      <p:grpSp>
        <p:nvGrpSpPr>
          <p:cNvPr id="315" name="Google Shape;315;p6"/>
          <p:cNvGrpSpPr/>
          <p:nvPr/>
        </p:nvGrpSpPr>
        <p:grpSpPr>
          <a:xfrm>
            <a:off x="-378324" y="-207277"/>
            <a:ext cx="9969999" cy="5712728"/>
            <a:chOff x="-378324" y="-207277"/>
            <a:chExt cx="9969999" cy="5712728"/>
          </a:xfrm>
        </p:grpSpPr>
        <p:grpSp>
          <p:nvGrpSpPr>
            <p:cNvPr id="316" name="Google Shape;316;p6"/>
            <p:cNvGrpSpPr/>
            <p:nvPr/>
          </p:nvGrpSpPr>
          <p:grpSpPr>
            <a:xfrm>
              <a:off x="-378324" y="-207277"/>
              <a:ext cx="1762174" cy="2641456"/>
              <a:chOff x="-149724" y="-192037"/>
              <a:chExt cx="1762174" cy="2641456"/>
            </a:xfrm>
          </p:grpSpPr>
          <p:cxnSp>
            <p:nvCxnSpPr>
              <p:cNvPr id="317" name="Google Shape;317;p6"/>
              <p:cNvCxnSpPr>
                <a:stCxn id="314" idx="7"/>
                <a:endCxn id="318" idx="2"/>
              </p:cNvCxnSpPr>
              <p:nvPr/>
            </p:nvCxnSpPr>
            <p:spPr>
              <a:xfrm flipH="1" rot="10800000">
                <a:off x="936740" y="3228"/>
                <a:ext cx="518100" cy="240600"/>
              </a:xfrm>
              <a:prstGeom prst="straightConnector1">
                <a:avLst/>
              </a:prstGeom>
              <a:noFill/>
              <a:ln cap="flat" cmpd="sng" w="9525">
                <a:solidFill>
                  <a:schemeClr val="dk2"/>
                </a:solidFill>
                <a:prstDash val="solid"/>
                <a:round/>
                <a:headEnd len="med" w="med" type="none"/>
                <a:tailEnd len="med" w="med" type="none"/>
              </a:ln>
            </p:spPr>
          </p:cxnSp>
          <p:sp>
            <p:nvSpPr>
              <p:cNvPr id="318" name="Google Shape;318;p6"/>
              <p:cNvSpPr/>
              <p:nvPr/>
            </p:nvSpPr>
            <p:spPr>
              <a:xfrm>
                <a:off x="1454950" y="-75631"/>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9" name="Google Shape;319;p6"/>
              <p:cNvSpPr/>
              <p:nvPr/>
            </p:nvSpPr>
            <p:spPr>
              <a:xfrm>
                <a:off x="-1497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0" name="Google Shape;320;p6"/>
              <p:cNvSpPr/>
              <p:nvPr/>
            </p:nvSpPr>
            <p:spPr>
              <a:xfrm>
                <a:off x="2538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6"/>
              <p:cNvSpPr/>
              <p:nvPr/>
            </p:nvSpPr>
            <p:spPr>
              <a:xfrm>
                <a:off x="810500" y="222169"/>
                <a:ext cx="147900" cy="147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1" name="Google Shape;321;p6"/>
              <p:cNvSpPr/>
              <p:nvPr/>
            </p:nvSpPr>
            <p:spPr>
              <a:xfrm>
                <a:off x="64625" y="886726"/>
                <a:ext cx="147900" cy="147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2" name="Google Shape;322;p6"/>
              <p:cNvSpPr/>
              <p:nvPr/>
            </p:nvSpPr>
            <p:spPr>
              <a:xfrm>
                <a:off x="368276" y="1058087"/>
                <a:ext cx="86700" cy="86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23" name="Google Shape;323;p6"/>
              <p:cNvCxnSpPr>
                <a:stCxn id="322" idx="4"/>
                <a:endCxn id="320" idx="0"/>
              </p:cNvCxnSpPr>
              <p:nvPr/>
            </p:nvCxnSpPr>
            <p:spPr>
              <a:xfrm flipH="1">
                <a:off x="332426" y="1144787"/>
                <a:ext cx="79200" cy="11472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6"/>
              <p:cNvCxnSpPr>
                <a:stCxn id="321" idx="4"/>
                <a:endCxn id="320" idx="0"/>
              </p:cNvCxnSpPr>
              <p:nvPr/>
            </p:nvCxnSpPr>
            <p:spPr>
              <a:xfrm>
                <a:off x="138575" y="1034626"/>
                <a:ext cx="194100" cy="12573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6"/>
              <p:cNvCxnSpPr>
                <a:stCxn id="321" idx="5"/>
                <a:endCxn id="322" idx="1"/>
              </p:cNvCxnSpPr>
              <p:nvPr/>
            </p:nvCxnSpPr>
            <p:spPr>
              <a:xfrm>
                <a:off x="190866" y="1012967"/>
                <a:ext cx="190200" cy="579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6"/>
              <p:cNvCxnSpPr>
                <a:stCxn id="321" idx="0"/>
                <a:endCxn id="319" idx="4"/>
              </p:cNvCxnSpPr>
              <p:nvPr/>
            </p:nvCxnSpPr>
            <p:spPr>
              <a:xfrm rot="10800000">
                <a:off x="-99625" y="-92174"/>
                <a:ext cx="238200" cy="9789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6"/>
              <p:cNvCxnSpPr>
                <a:stCxn id="321" idx="0"/>
                <a:endCxn id="313" idx="3"/>
              </p:cNvCxnSpPr>
              <p:nvPr/>
            </p:nvCxnSpPr>
            <p:spPr>
              <a:xfrm flipH="1" rot="10800000">
                <a:off x="138575" y="443626"/>
                <a:ext cx="209100" cy="443100"/>
              </a:xfrm>
              <a:prstGeom prst="straightConnector1">
                <a:avLst/>
              </a:prstGeom>
              <a:noFill/>
              <a:ln cap="flat" cmpd="sng" w="9525">
                <a:solidFill>
                  <a:schemeClr val="dk2"/>
                </a:solidFill>
                <a:prstDash val="solid"/>
                <a:round/>
                <a:headEnd len="med" w="med" type="none"/>
                <a:tailEnd len="med" w="med" type="none"/>
              </a:ln>
            </p:spPr>
          </p:cxnSp>
          <p:cxnSp>
            <p:nvCxnSpPr>
              <p:cNvPr id="328" name="Google Shape;328;p6"/>
              <p:cNvCxnSpPr>
                <a:stCxn id="319" idx="5"/>
                <a:endCxn id="313" idx="1"/>
              </p:cNvCxnSpPr>
              <p:nvPr/>
            </p:nvCxnSpPr>
            <p:spPr>
              <a:xfrm>
                <a:off x="-644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29" name="Google Shape;329;p6"/>
              <p:cNvCxnSpPr>
                <a:stCxn id="319" idx="6"/>
                <a:endCxn id="318" idx="2"/>
              </p:cNvCxnSpPr>
              <p:nvPr/>
            </p:nvCxnSpPr>
            <p:spPr>
              <a:xfrm>
                <a:off x="-49824" y="-142087"/>
                <a:ext cx="1504800" cy="145200"/>
              </a:xfrm>
              <a:prstGeom prst="straightConnector1">
                <a:avLst/>
              </a:prstGeom>
              <a:noFill/>
              <a:ln cap="flat" cmpd="sng" w="9525">
                <a:solidFill>
                  <a:schemeClr val="dk2"/>
                </a:solidFill>
                <a:prstDash val="solid"/>
                <a:round/>
                <a:headEnd len="med" w="med" type="none"/>
                <a:tailEnd len="med" w="med" type="none"/>
              </a:ln>
            </p:spPr>
          </p:cxnSp>
          <p:cxnSp>
            <p:nvCxnSpPr>
              <p:cNvPr id="330" name="Google Shape;330;p6"/>
              <p:cNvCxnSpPr>
                <a:stCxn id="314" idx="1"/>
                <a:endCxn id="319" idx="5"/>
              </p:cNvCxnSpPr>
              <p:nvPr/>
            </p:nvCxnSpPr>
            <p:spPr>
              <a:xfrm rot="10800000">
                <a:off x="-64541" y="-106872"/>
                <a:ext cx="896700" cy="3507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6"/>
              <p:cNvCxnSpPr>
                <a:stCxn id="322" idx="0"/>
                <a:endCxn id="313" idx="4"/>
              </p:cNvCxnSpPr>
              <p:nvPr/>
            </p:nvCxnSpPr>
            <p:spPr>
              <a:xfrm rot="10800000">
                <a:off x="378326" y="456587"/>
                <a:ext cx="33300" cy="601500"/>
              </a:xfrm>
              <a:prstGeom prst="straightConnector1">
                <a:avLst/>
              </a:prstGeom>
              <a:noFill/>
              <a:ln cap="flat" cmpd="sng" w="9525">
                <a:solidFill>
                  <a:schemeClr val="dk2"/>
                </a:solidFill>
                <a:prstDash val="solid"/>
                <a:round/>
                <a:headEnd len="med" w="med" type="none"/>
                <a:tailEnd len="med" w="med" type="none"/>
              </a:ln>
            </p:spPr>
          </p:cxnSp>
          <p:cxnSp>
            <p:nvCxnSpPr>
              <p:cNvPr id="332" name="Google Shape;332;p6"/>
              <p:cNvCxnSpPr>
                <a:stCxn id="322" idx="0"/>
                <a:endCxn id="314" idx="3"/>
              </p:cNvCxnSpPr>
              <p:nvPr/>
            </p:nvCxnSpPr>
            <p:spPr>
              <a:xfrm flipH="1" rot="10800000">
                <a:off x="411626" y="348287"/>
                <a:ext cx="420600" cy="709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6"/>
              <p:cNvSpPr/>
              <p:nvPr/>
            </p:nvSpPr>
            <p:spPr>
              <a:xfrm>
                <a:off x="335101" y="369758"/>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33" name="Google Shape;333;p6"/>
            <p:cNvGrpSpPr/>
            <p:nvPr/>
          </p:nvGrpSpPr>
          <p:grpSpPr>
            <a:xfrm>
              <a:off x="7337626" y="2995575"/>
              <a:ext cx="2254049" cy="2509875"/>
              <a:chOff x="7261426" y="2919375"/>
              <a:chExt cx="2254049" cy="2509875"/>
            </a:xfrm>
          </p:grpSpPr>
          <p:sp>
            <p:nvSpPr>
              <p:cNvPr id="334" name="Google Shape;334;p6"/>
              <p:cNvSpPr/>
              <p:nvPr/>
            </p:nvSpPr>
            <p:spPr>
              <a:xfrm rot="10800000">
                <a:off x="7261426" y="4782419"/>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5" name="Google Shape;335;p6"/>
              <p:cNvSpPr/>
              <p:nvPr/>
            </p:nvSpPr>
            <p:spPr>
              <a:xfrm rot="10800000">
                <a:off x="8680175" y="3577975"/>
                <a:ext cx="99900" cy="999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6" name="Google Shape;336;p6"/>
              <p:cNvSpPr/>
              <p:nvPr/>
            </p:nvSpPr>
            <p:spPr>
              <a:xfrm rot="10800000">
                <a:off x="8751276" y="4850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7" name="Google Shape;337;p6"/>
              <p:cNvSpPr/>
              <p:nvPr/>
            </p:nvSpPr>
            <p:spPr>
              <a:xfrm rot="10800000">
                <a:off x="7746475" y="5224950"/>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8" name="Google Shape;338;p6"/>
              <p:cNvSpPr/>
              <p:nvPr/>
            </p:nvSpPr>
            <p:spPr>
              <a:xfrm rot="10800000">
                <a:off x="8236400" y="4653675"/>
                <a:ext cx="137400" cy="137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9" name="Google Shape;339;p6"/>
              <p:cNvSpPr/>
              <p:nvPr/>
            </p:nvSpPr>
            <p:spPr>
              <a:xfrm rot="10800000">
                <a:off x="8814525" y="4221650"/>
                <a:ext cx="129900" cy="130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0" name="Google Shape;340;p6"/>
              <p:cNvSpPr/>
              <p:nvPr/>
            </p:nvSpPr>
            <p:spPr>
              <a:xfrm rot="10800000">
                <a:off x="8879025" y="2919375"/>
                <a:ext cx="141600" cy="141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41" name="Google Shape;341;p6"/>
              <p:cNvCxnSpPr>
                <a:stCxn id="340" idx="7"/>
                <a:endCxn id="335" idx="4"/>
              </p:cNvCxnSpPr>
              <p:nvPr/>
            </p:nvCxnSpPr>
            <p:spPr>
              <a:xfrm flipH="1">
                <a:off x="8730262" y="3040238"/>
                <a:ext cx="169500" cy="537600"/>
              </a:xfrm>
              <a:prstGeom prst="straightConnector1">
                <a:avLst/>
              </a:prstGeom>
              <a:noFill/>
              <a:ln cap="flat" cmpd="sng" w="9525">
                <a:solidFill>
                  <a:schemeClr val="dk2"/>
                </a:solidFill>
                <a:prstDash val="solid"/>
                <a:round/>
                <a:headEnd len="med" w="med" type="none"/>
                <a:tailEnd len="med" w="med" type="none"/>
              </a:ln>
            </p:spPr>
          </p:cxnSp>
          <p:cxnSp>
            <p:nvCxnSpPr>
              <p:cNvPr id="342" name="Google Shape;342;p6"/>
              <p:cNvCxnSpPr>
                <a:stCxn id="335" idx="0"/>
                <a:endCxn id="339" idx="5"/>
              </p:cNvCxnSpPr>
              <p:nvPr/>
            </p:nvCxnSpPr>
            <p:spPr>
              <a:xfrm>
                <a:off x="8730125" y="3677875"/>
                <a:ext cx="103500" cy="562800"/>
              </a:xfrm>
              <a:prstGeom prst="straightConnector1">
                <a:avLst/>
              </a:prstGeom>
              <a:noFill/>
              <a:ln cap="flat" cmpd="sng" w="9525">
                <a:solidFill>
                  <a:schemeClr val="dk2"/>
                </a:solidFill>
                <a:prstDash val="solid"/>
                <a:round/>
                <a:headEnd len="med" w="med" type="none"/>
                <a:tailEnd len="med" w="med" type="none"/>
              </a:ln>
            </p:spPr>
          </p:cxnSp>
          <p:cxnSp>
            <p:nvCxnSpPr>
              <p:cNvPr id="343" name="Google Shape;343;p6"/>
              <p:cNvCxnSpPr>
                <a:stCxn id="340" idx="0"/>
                <a:endCxn id="339" idx="4"/>
              </p:cNvCxnSpPr>
              <p:nvPr/>
            </p:nvCxnSpPr>
            <p:spPr>
              <a:xfrm flipH="1">
                <a:off x="8879625" y="3060975"/>
                <a:ext cx="70200" cy="1160700"/>
              </a:xfrm>
              <a:prstGeom prst="straightConnector1">
                <a:avLst/>
              </a:prstGeom>
              <a:noFill/>
              <a:ln cap="flat" cmpd="sng" w="9525">
                <a:solidFill>
                  <a:schemeClr val="dk2"/>
                </a:solidFill>
                <a:prstDash val="solid"/>
                <a:round/>
                <a:headEnd len="med" w="med" type="none"/>
                <a:tailEnd len="med" w="med" type="none"/>
              </a:ln>
            </p:spPr>
          </p:cxnSp>
          <p:cxnSp>
            <p:nvCxnSpPr>
              <p:cNvPr id="344" name="Google Shape;344;p6"/>
              <p:cNvCxnSpPr>
                <a:stCxn id="336" idx="4"/>
                <a:endCxn id="339" idx="0"/>
              </p:cNvCxnSpPr>
              <p:nvPr/>
            </p:nvCxnSpPr>
            <p:spPr>
              <a:xfrm flipH="1" rot="10800000">
                <a:off x="8830026" y="4351769"/>
                <a:ext cx="49500" cy="4992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6"/>
              <p:cNvCxnSpPr>
                <a:stCxn id="338" idx="2"/>
                <a:endCxn id="336" idx="6"/>
              </p:cNvCxnSpPr>
              <p:nvPr/>
            </p:nvCxnSpPr>
            <p:spPr>
              <a:xfrm>
                <a:off x="8373800" y="4722375"/>
                <a:ext cx="377400" cy="2073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6"/>
              <p:cNvCxnSpPr>
                <a:stCxn id="337" idx="2"/>
                <a:endCxn id="336" idx="6"/>
              </p:cNvCxnSpPr>
              <p:nvPr/>
            </p:nvCxnSpPr>
            <p:spPr>
              <a:xfrm flipH="1" rot="10800000">
                <a:off x="7833175" y="4929600"/>
                <a:ext cx="918000" cy="3387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6"/>
              <p:cNvCxnSpPr>
                <a:stCxn id="334" idx="1"/>
                <a:endCxn id="337" idx="5"/>
              </p:cNvCxnSpPr>
              <p:nvPr/>
            </p:nvCxnSpPr>
            <p:spPr>
              <a:xfrm>
                <a:off x="7395861" y="4916854"/>
                <a:ext cx="363300" cy="3207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6"/>
              <p:cNvCxnSpPr>
                <a:stCxn id="334" idx="2"/>
                <a:endCxn id="338" idx="6"/>
              </p:cNvCxnSpPr>
              <p:nvPr/>
            </p:nvCxnSpPr>
            <p:spPr>
              <a:xfrm flipH="1" rot="10800000">
                <a:off x="7418926" y="4722269"/>
                <a:ext cx="817500" cy="1389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6"/>
              <p:cNvCxnSpPr>
                <a:stCxn id="337" idx="3"/>
                <a:endCxn id="338" idx="7"/>
              </p:cNvCxnSpPr>
              <p:nvPr/>
            </p:nvCxnSpPr>
            <p:spPr>
              <a:xfrm flipH="1" rot="10800000">
                <a:off x="7820478" y="4770847"/>
                <a:ext cx="435900" cy="4668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6"/>
              <p:cNvCxnSpPr>
                <a:stCxn id="338" idx="3"/>
                <a:endCxn id="335" idx="7"/>
              </p:cNvCxnSpPr>
              <p:nvPr/>
            </p:nvCxnSpPr>
            <p:spPr>
              <a:xfrm flipH="1" rot="10800000">
                <a:off x="8353678" y="3663097"/>
                <a:ext cx="341100" cy="1010700"/>
              </a:xfrm>
              <a:prstGeom prst="straightConnector1">
                <a:avLst/>
              </a:prstGeom>
              <a:noFill/>
              <a:ln cap="flat" cmpd="sng" w="9525">
                <a:solidFill>
                  <a:schemeClr val="dk2"/>
                </a:solidFill>
                <a:prstDash val="solid"/>
                <a:round/>
                <a:headEnd len="med" w="med" type="none"/>
                <a:tailEnd len="med" w="med" type="none"/>
              </a:ln>
            </p:spPr>
          </p:cxnSp>
          <p:sp>
            <p:nvSpPr>
              <p:cNvPr id="351" name="Google Shape;351;p6"/>
              <p:cNvSpPr/>
              <p:nvPr/>
            </p:nvSpPr>
            <p:spPr>
              <a:xfrm rot="10800000">
                <a:off x="9220200" y="3517875"/>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2" name="Google Shape;352;p6"/>
              <p:cNvCxnSpPr>
                <a:endCxn id="351" idx="5"/>
              </p:cNvCxnSpPr>
              <p:nvPr/>
            </p:nvCxnSpPr>
            <p:spPr>
              <a:xfrm>
                <a:off x="9001130" y="3057605"/>
                <a:ext cx="233700" cy="4749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6"/>
              <p:cNvCxnSpPr>
                <a:stCxn id="339" idx="3"/>
                <a:endCxn id="351" idx="7"/>
              </p:cNvCxnSpPr>
              <p:nvPr/>
            </p:nvCxnSpPr>
            <p:spPr>
              <a:xfrm flipH="1" rot="10800000">
                <a:off x="8925402" y="3603217"/>
                <a:ext cx="309300" cy="637500"/>
              </a:xfrm>
              <a:prstGeom prst="straightConnector1">
                <a:avLst/>
              </a:prstGeom>
              <a:noFill/>
              <a:ln cap="flat" cmpd="sng" w="9525">
                <a:solidFill>
                  <a:schemeClr val="dk2"/>
                </a:solidFill>
                <a:prstDash val="solid"/>
                <a:round/>
                <a:headEnd len="med" w="med" type="none"/>
                <a:tailEnd len="med" w="med" type="none"/>
              </a:ln>
            </p:spPr>
          </p:cxnSp>
          <p:sp>
            <p:nvSpPr>
              <p:cNvPr id="354" name="Google Shape;354;p6"/>
              <p:cNvSpPr/>
              <p:nvPr/>
            </p:nvSpPr>
            <p:spPr>
              <a:xfrm rot="10800000">
                <a:off x="9334875" y="5218350"/>
                <a:ext cx="180600" cy="210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55" name="Google Shape;355;p6"/>
              <p:cNvCxnSpPr>
                <a:stCxn id="339" idx="1"/>
                <a:endCxn id="354" idx="5"/>
              </p:cNvCxnSpPr>
              <p:nvPr/>
            </p:nvCxnSpPr>
            <p:spPr>
              <a:xfrm>
                <a:off x="8925402" y="4332783"/>
                <a:ext cx="435900" cy="916500"/>
              </a:xfrm>
              <a:prstGeom prst="straightConnector1">
                <a:avLst/>
              </a:prstGeom>
              <a:noFill/>
              <a:ln cap="flat" cmpd="sng" w="9525">
                <a:solidFill>
                  <a:schemeClr val="dk2"/>
                </a:solidFill>
                <a:prstDash val="solid"/>
                <a:round/>
                <a:headEnd len="med" w="med" type="none"/>
                <a:tailEnd len="med" w="med" type="none"/>
              </a:ln>
            </p:spPr>
          </p:cxnSp>
          <p:cxnSp>
            <p:nvCxnSpPr>
              <p:cNvPr id="356" name="Google Shape;356;p6"/>
              <p:cNvCxnSpPr>
                <a:stCxn id="351" idx="0"/>
                <a:endCxn id="354" idx="4"/>
              </p:cNvCxnSpPr>
              <p:nvPr/>
            </p:nvCxnSpPr>
            <p:spPr>
              <a:xfrm>
                <a:off x="9270150" y="3617775"/>
                <a:ext cx="155100" cy="1600500"/>
              </a:xfrm>
              <a:prstGeom prst="straightConnector1">
                <a:avLst/>
              </a:prstGeom>
              <a:noFill/>
              <a:ln cap="flat" cmpd="sng" w="9525">
                <a:solidFill>
                  <a:schemeClr val="dk2"/>
                </a:solidFill>
                <a:prstDash val="solid"/>
                <a:round/>
                <a:headEnd len="med" w="med" type="none"/>
                <a:tailEnd len="med" w="med" type="none"/>
              </a:ln>
            </p:spPr>
          </p:cxnSp>
          <p:cxnSp>
            <p:nvCxnSpPr>
              <p:cNvPr id="357" name="Google Shape;357;p6"/>
              <p:cNvCxnSpPr>
                <a:stCxn id="336" idx="2"/>
                <a:endCxn id="354" idx="6"/>
              </p:cNvCxnSpPr>
              <p:nvPr/>
            </p:nvCxnSpPr>
            <p:spPr>
              <a:xfrm>
                <a:off x="8908776" y="4929719"/>
                <a:ext cx="426000" cy="394200"/>
              </a:xfrm>
              <a:prstGeom prst="straightConnector1">
                <a:avLst/>
              </a:prstGeom>
              <a:noFill/>
              <a:ln cap="flat" cmpd="sng" w="9525">
                <a:solidFill>
                  <a:schemeClr val="dk2"/>
                </a:solidFill>
                <a:prstDash val="solid"/>
                <a:round/>
                <a:headEnd len="med" w="med" type="none"/>
                <a:tailEnd len="med" w="med" type="none"/>
              </a:ln>
            </p:spPr>
          </p:cxnSp>
          <p:cxnSp>
            <p:nvCxnSpPr>
              <p:cNvPr id="358" name="Google Shape;358;p6"/>
              <p:cNvCxnSpPr>
                <a:stCxn id="337" idx="2"/>
                <a:endCxn id="354" idx="6"/>
              </p:cNvCxnSpPr>
              <p:nvPr/>
            </p:nvCxnSpPr>
            <p:spPr>
              <a:xfrm>
                <a:off x="7833175" y="5268300"/>
                <a:ext cx="1501800" cy="55500"/>
              </a:xfrm>
              <a:prstGeom prst="straightConnector1">
                <a:avLst/>
              </a:prstGeom>
              <a:noFill/>
              <a:ln cap="flat" cmpd="sng" w="9525">
                <a:solidFill>
                  <a:schemeClr val="dk2"/>
                </a:solidFill>
                <a:prstDash val="solid"/>
                <a:round/>
                <a:headEnd len="med" w="med" type="none"/>
                <a:tailEnd len="med" w="med" type="none"/>
              </a:ln>
            </p:spPr>
          </p:cxnSp>
          <p:cxnSp>
            <p:nvCxnSpPr>
              <p:cNvPr id="359" name="Google Shape;359;p6"/>
              <p:cNvCxnSpPr>
                <a:stCxn id="334" idx="2"/>
                <a:endCxn id="336" idx="6"/>
              </p:cNvCxnSpPr>
              <p:nvPr/>
            </p:nvCxnSpPr>
            <p:spPr>
              <a:xfrm>
                <a:off x="7418926" y="4861169"/>
                <a:ext cx="1332300" cy="68700"/>
              </a:xfrm>
              <a:prstGeom prst="straightConnector1">
                <a:avLst/>
              </a:prstGeom>
              <a:noFill/>
              <a:ln cap="flat" cmpd="sng" w="9525">
                <a:solidFill>
                  <a:schemeClr val="dk2"/>
                </a:solidFill>
                <a:prstDash val="solid"/>
                <a:round/>
                <a:headEnd len="med" w="med" type="none"/>
                <a:tailEnd len="med" w="med" type="none"/>
              </a:ln>
            </p:spPr>
          </p:cxnSp>
        </p:grpSp>
      </p:grpSp>
      <p:grpSp>
        <p:nvGrpSpPr>
          <p:cNvPr id="360" name="Google Shape;360;p6"/>
          <p:cNvGrpSpPr/>
          <p:nvPr/>
        </p:nvGrpSpPr>
        <p:grpSpPr>
          <a:xfrm>
            <a:off x="194975" y="681525"/>
            <a:ext cx="8770525" cy="4318100"/>
            <a:chOff x="194975" y="681525"/>
            <a:chExt cx="8770525" cy="4318100"/>
          </a:xfrm>
        </p:grpSpPr>
        <p:grpSp>
          <p:nvGrpSpPr>
            <p:cNvPr id="361" name="Google Shape;361;p6"/>
            <p:cNvGrpSpPr/>
            <p:nvPr/>
          </p:nvGrpSpPr>
          <p:grpSpPr>
            <a:xfrm>
              <a:off x="194975" y="4436050"/>
              <a:ext cx="462250" cy="563575"/>
              <a:chOff x="140150" y="4340075"/>
              <a:chExt cx="462250" cy="563575"/>
            </a:xfrm>
          </p:grpSpPr>
          <p:sp>
            <p:nvSpPr>
              <p:cNvPr id="362" name="Google Shape;362;p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6"/>
              <p:cNvSpPr/>
              <p:nvPr/>
            </p:nvSpPr>
            <p:spPr>
              <a:xfrm rot="10800000">
                <a:off x="298325" y="4657175"/>
                <a:ext cx="140100" cy="14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6"/>
              <p:cNvSpPr/>
              <p:nvPr/>
            </p:nvSpPr>
            <p:spPr>
              <a:xfrm rot="10800000">
                <a:off x="495000" y="4796250"/>
                <a:ext cx="107400" cy="107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6"/>
              <p:cNvSpPr/>
              <p:nvPr/>
            </p:nvSpPr>
            <p:spPr>
              <a:xfrm rot="10800000">
                <a:off x="165050" y="4657175"/>
                <a:ext cx="51300" cy="51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66" name="Google Shape;366;p6"/>
            <p:cNvGrpSpPr/>
            <p:nvPr/>
          </p:nvGrpSpPr>
          <p:grpSpPr>
            <a:xfrm>
              <a:off x="8667225" y="681525"/>
              <a:ext cx="298275" cy="322675"/>
              <a:chOff x="8667225" y="681525"/>
              <a:chExt cx="298275" cy="322675"/>
            </a:xfrm>
          </p:grpSpPr>
          <p:sp>
            <p:nvSpPr>
              <p:cNvPr id="367" name="Google Shape;367;p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0" name="Shape 370"/>
        <p:cNvGrpSpPr/>
        <p:nvPr/>
      </p:nvGrpSpPr>
      <p:grpSpPr>
        <a:xfrm>
          <a:off x="0" y="0"/>
          <a:ext cx="0" cy="0"/>
          <a:chOff x="0" y="0"/>
          <a:chExt cx="0" cy="0"/>
        </a:xfrm>
      </p:grpSpPr>
      <p:sp>
        <p:nvSpPr>
          <p:cNvPr id="371" name="Google Shape;371;p7"/>
          <p:cNvSpPr txBox="1"/>
          <p:nvPr>
            <p:ph type="title"/>
          </p:nvPr>
        </p:nvSpPr>
        <p:spPr>
          <a:xfrm>
            <a:off x="865625" y="539500"/>
            <a:ext cx="3668400" cy="1097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2" name="Google Shape;372;p7"/>
          <p:cNvSpPr txBox="1"/>
          <p:nvPr>
            <p:ph idx="1" type="subTitle"/>
          </p:nvPr>
        </p:nvSpPr>
        <p:spPr>
          <a:xfrm>
            <a:off x="865625" y="1621843"/>
            <a:ext cx="3668400" cy="2982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373" name="Google Shape;373;p7"/>
          <p:cNvSpPr/>
          <p:nvPr>
            <p:ph idx="2" type="pic"/>
          </p:nvPr>
        </p:nvSpPr>
        <p:spPr>
          <a:xfrm>
            <a:off x="5029325" y="833500"/>
            <a:ext cx="3476400" cy="3476400"/>
          </a:xfrm>
          <a:prstGeom prst="ellipse">
            <a:avLst/>
          </a:prstGeom>
          <a:noFill/>
          <a:ln>
            <a:noFill/>
          </a:ln>
        </p:spPr>
      </p:sp>
      <p:grpSp>
        <p:nvGrpSpPr>
          <p:cNvPr id="374" name="Google Shape;374;p7"/>
          <p:cNvGrpSpPr/>
          <p:nvPr/>
        </p:nvGrpSpPr>
        <p:grpSpPr>
          <a:xfrm>
            <a:off x="-225924" y="-192037"/>
            <a:ext cx="1609774" cy="2641456"/>
            <a:chOff x="-225924" y="-192037"/>
            <a:chExt cx="1609774" cy="2641456"/>
          </a:xfrm>
        </p:grpSpPr>
        <p:cxnSp>
          <p:nvCxnSpPr>
            <p:cNvPr id="375" name="Google Shape;375;p7"/>
            <p:cNvCxnSpPr>
              <a:stCxn id="376" idx="7"/>
              <a:endCxn id="37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377" name="Google Shape;377;p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8" name="Google Shape;378;p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9" name="Google Shape;379;p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0" name="Google Shape;380;p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1" name="Google Shape;381;p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2" name="Google Shape;382;p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383" name="Google Shape;383;p7"/>
            <p:cNvCxnSpPr>
              <a:stCxn id="382" idx="4"/>
              <a:endCxn id="37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384" name="Google Shape;384;p7"/>
            <p:cNvCxnSpPr>
              <a:stCxn id="381" idx="4"/>
              <a:endCxn id="37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385" name="Google Shape;385;p7"/>
            <p:cNvCxnSpPr>
              <a:stCxn id="381" idx="5"/>
              <a:endCxn id="38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386" name="Google Shape;386;p7"/>
            <p:cNvCxnSpPr>
              <a:stCxn id="381" idx="0"/>
              <a:endCxn id="37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387" name="Google Shape;387;p7"/>
            <p:cNvCxnSpPr>
              <a:stCxn id="381" idx="7"/>
              <a:endCxn id="37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388" name="Google Shape;388;p7"/>
            <p:cNvCxnSpPr>
              <a:stCxn id="378" idx="5"/>
              <a:endCxn id="37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389" name="Google Shape;389;p7"/>
            <p:cNvCxnSpPr>
              <a:stCxn id="378" idx="6"/>
              <a:endCxn id="37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390" name="Google Shape;390;p7"/>
            <p:cNvCxnSpPr>
              <a:stCxn id="380" idx="2"/>
              <a:endCxn id="37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7"/>
            <p:cNvCxnSpPr>
              <a:stCxn id="382" idx="0"/>
              <a:endCxn id="37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7"/>
            <p:cNvCxnSpPr>
              <a:stCxn id="382" idx="0"/>
              <a:endCxn id="38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376" name="Google Shape;376;p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393" name="Google Shape;393;p7"/>
          <p:cNvGrpSpPr/>
          <p:nvPr/>
        </p:nvGrpSpPr>
        <p:grpSpPr>
          <a:xfrm>
            <a:off x="194975" y="4436050"/>
            <a:ext cx="406275" cy="563575"/>
            <a:chOff x="140150" y="4340075"/>
            <a:chExt cx="406275" cy="563575"/>
          </a:xfrm>
        </p:grpSpPr>
        <p:sp>
          <p:nvSpPr>
            <p:cNvPr id="394" name="Google Shape;394;p7"/>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5" name="Google Shape;395;p7"/>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6" name="Google Shape;396;p7"/>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7" name="Google Shape;397;p7"/>
            <p:cNvSpPr/>
            <p:nvPr/>
          </p:nvSpPr>
          <p:spPr>
            <a:xfrm rot="10800000">
              <a:off x="165050" y="4657175"/>
              <a:ext cx="51300" cy="513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8" name="Shape 398"/>
        <p:cNvGrpSpPr/>
        <p:nvPr/>
      </p:nvGrpSpPr>
      <p:grpSpPr>
        <a:xfrm>
          <a:off x="0" y="0"/>
          <a:ext cx="0" cy="0"/>
          <a:chOff x="0" y="0"/>
          <a:chExt cx="0" cy="0"/>
        </a:xfrm>
      </p:grpSpPr>
      <p:sp>
        <p:nvSpPr>
          <p:cNvPr id="399" name="Google Shape;399;p8"/>
          <p:cNvSpPr txBox="1"/>
          <p:nvPr>
            <p:ph type="title"/>
          </p:nvPr>
        </p:nvSpPr>
        <p:spPr>
          <a:xfrm>
            <a:off x="713325" y="1485796"/>
            <a:ext cx="7717500" cy="2172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00" name="Google Shape;400;p8"/>
          <p:cNvGrpSpPr/>
          <p:nvPr/>
        </p:nvGrpSpPr>
        <p:grpSpPr>
          <a:xfrm>
            <a:off x="-626841" y="-1892623"/>
            <a:ext cx="9741411" cy="8805493"/>
            <a:chOff x="-626841" y="-1892623"/>
            <a:chExt cx="9741411" cy="8805493"/>
          </a:xfrm>
        </p:grpSpPr>
        <p:grpSp>
          <p:nvGrpSpPr>
            <p:cNvPr id="401" name="Google Shape;401;p8"/>
            <p:cNvGrpSpPr/>
            <p:nvPr/>
          </p:nvGrpSpPr>
          <p:grpSpPr>
            <a:xfrm>
              <a:off x="-626841" y="3469144"/>
              <a:ext cx="5410264" cy="3443726"/>
              <a:chOff x="-436341" y="3418344"/>
              <a:chExt cx="5410264" cy="3443726"/>
            </a:xfrm>
          </p:grpSpPr>
          <p:sp>
            <p:nvSpPr>
              <p:cNvPr id="402" name="Google Shape;402;p8"/>
              <p:cNvSpPr/>
              <p:nvPr/>
            </p:nvSpPr>
            <p:spPr>
              <a:xfrm flipH="1" rot="10800000">
                <a:off x="-436341" y="5541596"/>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3" name="Google Shape;403;p8"/>
              <p:cNvSpPr/>
              <p:nvPr/>
            </p:nvSpPr>
            <p:spPr>
              <a:xfrm flipH="1" rot="10800000">
                <a:off x="1998031" y="646094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4" name="Google Shape;404;p8"/>
              <p:cNvSpPr/>
              <p:nvPr/>
            </p:nvSpPr>
            <p:spPr>
              <a:xfrm flipH="1" rot="10800000">
                <a:off x="1331188" y="3979840"/>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8"/>
              <p:cNvSpPr/>
              <p:nvPr/>
            </p:nvSpPr>
            <p:spPr>
              <a:xfrm flipH="1" rot="10800000">
                <a:off x="1136579" y="5573524"/>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8"/>
              <p:cNvSpPr/>
              <p:nvPr/>
            </p:nvSpPr>
            <p:spPr>
              <a:xfrm flipH="1" rot="10800000">
                <a:off x="-13908" y="6509971"/>
                <a:ext cx="96300" cy="96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8"/>
              <p:cNvSpPr/>
              <p:nvPr/>
            </p:nvSpPr>
            <p:spPr>
              <a:xfrm flipH="1" rot="10800000">
                <a:off x="1136579" y="673157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8"/>
              <p:cNvSpPr/>
              <p:nvPr/>
            </p:nvSpPr>
            <p:spPr>
              <a:xfrm flipH="1" rot="10800000">
                <a:off x="248148" y="4631902"/>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8"/>
              <p:cNvSpPr/>
              <p:nvPr/>
            </p:nvSpPr>
            <p:spPr>
              <a:xfrm flipH="1" rot="10800000">
                <a:off x="4877623" y="4911977"/>
                <a:ext cx="96300" cy="96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10" name="Google Shape;410;p8"/>
              <p:cNvCxnSpPr>
                <a:stCxn id="406" idx="5"/>
                <a:endCxn id="405" idx="1"/>
              </p:cNvCxnSpPr>
              <p:nvPr/>
            </p:nvCxnSpPr>
            <p:spPr>
              <a:xfrm flipH="1" rot="10800000">
                <a:off x="68289" y="5684974"/>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8"/>
              <p:cNvCxnSpPr>
                <a:stCxn id="407" idx="4"/>
                <a:endCxn id="405" idx="0"/>
              </p:cNvCxnSpPr>
              <p:nvPr/>
            </p:nvCxnSpPr>
            <p:spPr>
              <a:xfrm rot="10800000">
                <a:off x="1201829" y="5704070"/>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412" name="Google Shape;412;p8"/>
              <p:cNvCxnSpPr>
                <a:stCxn id="402" idx="6"/>
                <a:endCxn id="405" idx="2"/>
              </p:cNvCxnSpPr>
              <p:nvPr/>
            </p:nvCxnSpPr>
            <p:spPr>
              <a:xfrm>
                <a:off x="-241941" y="5638796"/>
                <a:ext cx="1378500" cy="0"/>
              </a:xfrm>
              <a:prstGeom prst="straightConnector1">
                <a:avLst/>
              </a:prstGeom>
              <a:noFill/>
              <a:ln cap="flat" cmpd="sng" w="9525">
                <a:solidFill>
                  <a:schemeClr val="dk2"/>
                </a:solidFill>
                <a:prstDash val="solid"/>
                <a:round/>
                <a:headEnd len="med" w="med" type="none"/>
                <a:tailEnd len="med" w="med" type="none"/>
              </a:ln>
            </p:spPr>
          </p:cxnSp>
          <p:cxnSp>
            <p:nvCxnSpPr>
              <p:cNvPr id="413" name="Google Shape;413;p8"/>
              <p:cNvCxnSpPr>
                <a:stCxn id="402" idx="0"/>
                <a:endCxn id="406" idx="3"/>
              </p:cNvCxnSpPr>
              <p:nvPr/>
            </p:nvCxnSpPr>
            <p:spPr>
              <a:xfrm>
                <a:off x="-339141" y="5735996"/>
                <a:ext cx="339300" cy="788100"/>
              </a:xfrm>
              <a:prstGeom prst="straightConnector1">
                <a:avLst/>
              </a:prstGeom>
              <a:noFill/>
              <a:ln cap="flat" cmpd="sng" w="9525">
                <a:solidFill>
                  <a:schemeClr val="dk2"/>
                </a:solidFill>
                <a:prstDash val="solid"/>
                <a:round/>
                <a:headEnd len="med" w="med" type="none"/>
                <a:tailEnd len="med" w="med" type="none"/>
              </a:ln>
            </p:spPr>
          </p:cxnSp>
          <p:cxnSp>
            <p:nvCxnSpPr>
              <p:cNvPr id="414" name="Google Shape;414;p8"/>
              <p:cNvCxnSpPr>
                <a:stCxn id="406" idx="7"/>
                <a:endCxn id="407" idx="2"/>
              </p:cNvCxnSpPr>
              <p:nvPr/>
            </p:nvCxnSpPr>
            <p:spPr>
              <a:xfrm>
                <a:off x="68289" y="6592168"/>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8"/>
              <p:cNvCxnSpPr>
                <a:stCxn id="407" idx="6"/>
                <a:endCxn id="403" idx="2"/>
              </p:cNvCxnSpPr>
              <p:nvPr/>
            </p:nvCxnSpPr>
            <p:spPr>
              <a:xfrm flipH="1" rot="10800000">
                <a:off x="1267079" y="6558020"/>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8"/>
              <p:cNvCxnSpPr>
                <a:stCxn id="405" idx="7"/>
                <a:endCxn id="403" idx="3"/>
              </p:cNvCxnSpPr>
              <p:nvPr/>
            </p:nvCxnSpPr>
            <p:spPr>
              <a:xfrm>
                <a:off x="1247968" y="5684913"/>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8"/>
              <p:cNvCxnSpPr>
                <a:stCxn id="402" idx="5"/>
                <a:endCxn id="408" idx="1"/>
              </p:cNvCxnSpPr>
              <p:nvPr/>
            </p:nvCxnSpPr>
            <p:spPr>
              <a:xfrm flipH="1" rot="10800000">
                <a:off x="-270410" y="4743265"/>
                <a:ext cx="537600" cy="8268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8"/>
              <p:cNvCxnSpPr>
                <a:stCxn id="408" idx="7"/>
                <a:endCxn id="405" idx="3"/>
              </p:cNvCxnSpPr>
              <p:nvPr/>
            </p:nvCxnSpPr>
            <p:spPr>
              <a:xfrm>
                <a:off x="359537" y="4743291"/>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8"/>
              <p:cNvCxnSpPr>
                <a:stCxn id="408" idx="6"/>
                <a:endCxn id="404" idx="2"/>
              </p:cNvCxnSpPr>
              <p:nvPr/>
            </p:nvCxnSpPr>
            <p:spPr>
              <a:xfrm flipH="1" rot="10800000">
                <a:off x="378648" y="4180552"/>
                <a:ext cx="952500" cy="5166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8"/>
              <p:cNvCxnSpPr>
                <a:stCxn id="404" idx="1"/>
                <a:endCxn id="405" idx="4"/>
              </p:cNvCxnSpPr>
              <p:nvPr/>
            </p:nvCxnSpPr>
            <p:spPr>
              <a:xfrm flipH="1">
                <a:off x="1201872" y="4322457"/>
                <a:ext cx="188100" cy="12510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8"/>
              <p:cNvCxnSpPr>
                <a:stCxn id="409" idx="1"/>
                <a:endCxn id="403" idx="5"/>
              </p:cNvCxnSpPr>
              <p:nvPr/>
            </p:nvCxnSpPr>
            <p:spPr>
              <a:xfrm flipH="1">
                <a:off x="2163826" y="4994175"/>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8"/>
              <p:cNvCxnSpPr>
                <a:stCxn id="406" idx="6"/>
                <a:endCxn id="409" idx="1"/>
              </p:cNvCxnSpPr>
              <p:nvPr/>
            </p:nvCxnSpPr>
            <p:spPr>
              <a:xfrm flipH="1" rot="10800000">
                <a:off x="82392" y="4994221"/>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8"/>
              <p:cNvCxnSpPr>
                <a:stCxn id="403" idx="4"/>
                <a:endCxn id="404" idx="0"/>
              </p:cNvCxnSpPr>
              <p:nvPr/>
            </p:nvCxnSpPr>
            <p:spPr>
              <a:xfrm rot="10800000">
                <a:off x="1531831" y="4381348"/>
                <a:ext cx="563400" cy="20796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8"/>
              <p:cNvCxnSpPr>
                <a:stCxn id="402" idx="5"/>
                <a:endCxn id="404" idx="1"/>
              </p:cNvCxnSpPr>
              <p:nvPr/>
            </p:nvCxnSpPr>
            <p:spPr>
              <a:xfrm flipH="1" rot="10800000">
                <a:off x="-270410" y="4322365"/>
                <a:ext cx="1660500" cy="1247700"/>
              </a:xfrm>
              <a:prstGeom prst="straightConnector1">
                <a:avLst/>
              </a:prstGeom>
              <a:noFill/>
              <a:ln cap="flat" cmpd="sng" w="9525">
                <a:solidFill>
                  <a:schemeClr val="dk2"/>
                </a:solidFill>
                <a:prstDash val="solid"/>
                <a:round/>
                <a:headEnd len="med" w="med" type="none"/>
                <a:tailEnd len="med" w="med" type="none"/>
              </a:ln>
            </p:spPr>
          </p:cxnSp>
          <p:sp>
            <p:nvSpPr>
              <p:cNvPr id="425" name="Google Shape;425;p8"/>
              <p:cNvSpPr/>
              <p:nvPr/>
            </p:nvSpPr>
            <p:spPr>
              <a:xfrm flipH="1" rot="10800000">
                <a:off x="3294598" y="4298063"/>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26" name="Google Shape;426;p8"/>
              <p:cNvCxnSpPr>
                <a:stCxn id="409" idx="2"/>
                <a:endCxn id="425" idx="7"/>
              </p:cNvCxnSpPr>
              <p:nvPr/>
            </p:nvCxnSpPr>
            <p:spPr>
              <a:xfrm rot="10800000">
                <a:off x="3406123" y="4409327"/>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427" name="Google Shape;427;p8"/>
              <p:cNvCxnSpPr>
                <a:stCxn id="425" idx="2"/>
                <a:endCxn id="404" idx="6"/>
              </p:cNvCxnSpPr>
              <p:nvPr/>
            </p:nvCxnSpPr>
            <p:spPr>
              <a:xfrm rot="10800000">
                <a:off x="1732498" y="4180613"/>
                <a:ext cx="1562100" cy="182700"/>
              </a:xfrm>
              <a:prstGeom prst="straightConnector1">
                <a:avLst/>
              </a:prstGeom>
              <a:noFill/>
              <a:ln cap="flat" cmpd="sng" w="9525">
                <a:solidFill>
                  <a:schemeClr val="dk2"/>
                </a:solidFill>
                <a:prstDash val="solid"/>
                <a:round/>
                <a:headEnd len="med" w="med" type="none"/>
                <a:tailEnd len="med" w="med" type="none"/>
              </a:ln>
            </p:spPr>
          </p:cxnSp>
          <p:cxnSp>
            <p:nvCxnSpPr>
              <p:cNvPr id="428" name="Google Shape;428;p8"/>
              <p:cNvCxnSpPr>
                <a:stCxn id="425" idx="0"/>
                <a:endCxn id="403" idx="4"/>
              </p:cNvCxnSpPr>
              <p:nvPr/>
            </p:nvCxnSpPr>
            <p:spPr>
              <a:xfrm flipH="1">
                <a:off x="2095348" y="4428563"/>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429" name="Google Shape;429;p8"/>
              <p:cNvCxnSpPr>
                <a:stCxn id="425" idx="1"/>
                <a:endCxn id="405" idx="5"/>
              </p:cNvCxnSpPr>
              <p:nvPr/>
            </p:nvCxnSpPr>
            <p:spPr>
              <a:xfrm flipH="1">
                <a:off x="1247909" y="4409452"/>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430" name="Google Shape;430;p8"/>
              <p:cNvSpPr/>
              <p:nvPr/>
            </p:nvSpPr>
            <p:spPr>
              <a:xfrm flipH="1" rot="10800000">
                <a:off x="350141" y="3418344"/>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31" name="Google Shape;431;p8"/>
              <p:cNvCxnSpPr>
                <a:stCxn id="404" idx="3"/>
                <a:endCxn id="430" idx="6"/>
              </p:cNvCxnSpPr>
              <p:nvPr/>
            </p:nvCxnSpPr>
            <p:spPr>
              <a:xfrm rot="10800000">
                <a:off x="544572" y="3515424"/>
                <a:ext cx="845400" cy="523200"/>
              </a:xfrm>
              <a:prstGeom prst="straightConnector1">
                <a:avLst/>
              </a:prstGeom>
              <a:noFill/>
              <a:ln cap="flat" cmpd="sng" w="9525">
                <a:solidFill>
                  <a:schemeClr val="dk2"/>
                </a:solidFill>
                <a:prstDash val="solid"/>
                <a:round/>
                <a:headEnd len="med" w="med" type="none"/>
                <a:tailEnd len="med" w="med" type="none"/>
              </a:ln>
            </p:spPr>
          </p:cxnSp>
          <p:cxnSp>
            <p:nvCxnSpPr>
              <p:cNvPr id="432" name="Google Shape;432;p8"/>
              <p:cNvCxnSpPr>
                <a:stCxn id="430" idx="1"/>
                <a:endCxn id="408" idx="4"/>
              </p:cNvCxnSpPr>
              <p:nvPr/>
            </p:nvCxnSpPr>
            <p:spPr>
              <a:xfrm flipH="1">
                <a:off x="313510" y="3584275"/>
                <a:ext cx="65100" cy="1047600"/>
              </a:xfrm>
              <a:prstGeom prst="straightConnector1">
                <a:avLst/>
              </a:prstGeom>
              <a:noFill/>
              <a:ln cap="flat" cmpd="sng" w="9525">
                <a:solidFill>
                  <a:schemeClr val="dk2"/>
                </a:solidFill>
                <a:prstDash val="solid"/>
                <a:round/>
                <a:headEnd len="med" w="med" type="none"/>
                <a:tailEnd len="med" w="med" type="none"/>
              </a:ln>
            </p:spPr>
          </p:cxnSp>
        </p:grpSp>
        <p:grpSp>
          <p:nvGrpSpPr>
            <p:cNvPr id="433" name="Google Shape;433;p8"/>
            <p:cNvGrpSpPr/>
            <p:nvPr/>
          </p:nvGrpSpPr>
          <p:grpSpPr>
            <a:xfrm>
              <a:off x="5071007" y="-1892623"/>
              <a:ext cx="4043564" cy="3673594"/>
              <a:chOff x="5071007" y="-1892623"/>
              <a:chExt cx="4043564" cy="3673594"/>
            </a:xfrm>
          </p:grpSpPr>
          <p:sp>
            <p:nvSpPr>
              <p:cNvPr id="434" name="Google Shape;434;p8"/>
              <p:cNvSpPr/>
              <p:nvPr/>
            </p:nvSpPr>
            <p:spPr>
              <a:xfrm flipH="1" rot="9591490">
                <a:off x="5098516" y="540093"/>
                <a:ext cx="194282" cy="19428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5" name="Google Shape;435;p8"/>
              <p:cNvSpPr/>
              <p:nvPr/>
            </p:nvSpPr>
            <p:spPr>
              <a:xfrm flipH="1" rot="9591490">
                <a:off x="8892779" y="453876"/>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6" name="Google Shape;436;p8"/>
              <p:cNvSpPr/>
              <p:nvPr/>
            </p:nvSpPr>
            <p:spPr>
              <a:xfrm flipH="1" rot="9590696">
                <a:off x="7529429" y="-1352882"/>
                <a:ext cx="401379" cy="401379"/>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7" name="Google Shape;437;p8"/>
              <p:cNvSpPr/>
              <p:nvPr/>
            </p:nvSpPr>
            <p:spPr>
              <a:xfrm flipH="1" rot="9588852">
                <a:off x="7769090" y="-69319"/>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8" name="Google Shape;438;p8"/>
              <p:cNvSpPr/>
              <p:nvPr/>
            </p:nvSpPr>
            <p:spPr>
              <a:xfrm flipH="1" rot="9585450">
                <a:off x="7304847" y="697939"/>
                <a:ext cx="96244" cy="9624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9" name="Google Shape;439;p8"/>
              <p:cNvSpPr/>
              <p:nvPr/>
            </p:nvSpPr>
            <p:spPr>
              <a:xfrm flipH="1" rot="9588852">
                <a:off x="8485536" y="1632066"/>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0" name="Google Shape;440;p8"/>
              <p:cNvSpPr/>
              <p:nvPr/>
            </p:nvSpPr>
            <p:spPr>
              <a:xfrm flipH="1" rot="9588852">
                <a:off x="6653615" y="27813"/>
                <a:ext cx="130410" cy="13041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1" name="Google Shape;441;p8"/>
              <p:cNvSpPr/>
              <p:nvPr/>
            </p:nvSpPr>
            <p:spPr>
              <a:xfrm flipH="1" rot="9585450">
                <a:off x="8871292" y="-605485"/>
                <a:ext cx="96244" cy="9624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42" name="Google Shape;442;p8"/>
              <p:cNvCxnSpPr>
                <a:stCxn id="438" idx="5"/>
                <a:endCxn id="437" idx="1"/>
              </p:cNvCxnSpPr>
              <p:nvPr/>
            </p:nvCxnSpPr>
            <p:spPr>
              <a:xfrm flipH="1" rot="10800000">
                <a:off x="7373121" y="54962"/>
                <a:ext cx="433800" cy="6474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8"/>
              <p:cNvCxnSpPr>
                <a:stCxn id="439" idx="4"/>
                <a:endCxn id="437" idx="0"/>
              </p:cNvCxnSpPr>
              <p:nvPr/>
            </p:nvCxnSpPr>
            <p:spPr>
              <a:xfrm rot="10800000">
                <a:off x="7856841" y="57171"/>
                <a:ext cx="671400" cy="1578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8"/>
              <p:cNvCxnSpPr>
                <a:stCxn id="434" idx="6"/>
                <a:endCxn id="438" idx="3"/>
              </p:cNvCxnSpPr>
              <p:nvPr/>
            </p:nvCxnSpPr>
            <p:spPr>
              <a:xfrm>
                <a:off x="5286857" y="603783"/>
                <a:ext cx="2022300" cy="1221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8"/>
              <p:cNvCxnSpPr>
                <a:stCxn id="438" idx="7"/>
                <a:endCxn id="439" idx="2"/>
              </p:cNvCxnSpPr>
              <p:nvPr/>
            </p:nvCxnSpPr>
            <p:spPr>
              <a:xfrm>
                <a:off x="7396668" y="766214"/>
                <a:ext cx="1092900" cy="9537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8"/>
              <p:cNvCxnSpPr>
                <a:stCxn id="439" idx="6"/>
                <a:endCxn id="435" idx="1"/>
              </p:cNvCxnSpPr>
              <p:nvPr/>
            </p:nvCxnSpPr>
            <p:spPr>
              <a:xfrm flipH="1" rot="10800000">
                <a:off x="8611941" y="639171"/>
                <a:ext cx="337200" cy="10356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8"/>
              <p:cNvCxnSpPr>
                <a:stCxn id="437" idx="7"/>
                <a:endCxn id="435" idx="3"/>
              </p:cNvCxnSpPr>
              <p:nvPr/>
            </p:nvCxnSpPr>
            <p:spPr>
              <a:xfrm>
                <a:off x="7893480" y="23251"/>
                <a:ext cx="1008300" cy="486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8"/>
              <p:cNvCxnSpPr>
                <a:stCxn id="434" idx="6"/>
                <a:endCxn id="440" idx="1"/>
              </p:cNvCxnSpPr>
              <p:nvPr/>
            </p:nvCxnSpPr>
            <p:spPr>
              <a:xfrm flipH="1" rot="10800000">
                <a:off x="5286857" y="152283"/>
                <a:ext cx="1404600" cy="4515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8"/>
              <p:cNvCxnSpPr>
                <a:stCxn id="440" idx="7"/>
                <a:endCxn id="437" idx="2"/>
              </p:cNvCxnSpPr>
              <p:nvPr/>
            </p:nvCxnSpPr>
            <p:spPr>
              <a:xfrm flipH="1" rot="10800000">
                <a:off x="6778004" y="18383"/>
                <a:ext cx="995100" cy="1020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8"/>
              <p:cNvCxnSpPr>
                <a:stCxn id="440" idx="5"/>
                <a:endCxn id="436" idx="2"/>
              </p:cNvCxnSpPr>
              <p:nvPr/>
            </p:nvCxnSpPr>
            <p:spPr>
              <a:xfrm flipH="1" rot="10800000">
                <a:off x="6746185" y="-1083067"/>
                <a:ext cx="795600" cy="1116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8"/>
              <p:cNvCxnSpPr>
                <a:stCxn id="436" idx="0"/>
                <a:endCxn id="437" idx="5"/>
              </p:cNvCxnSpPr>
              <p:nvPr/>
            </p:nvCxnSpPr>
            <p:spPr>
              <a:xfrm>
                <a:off x="7799269" y="-963792"/>
                <a:ext cx="62400" cy="9006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8"/>
              <p:cNvCxnSpPr>
                <a:stCxn id="436" idx="7"/>
                <a:endCxn id="441" idx="3"/>
              </p:cNvCxnSpPr>
              <p:nvPr/>
            </p:nvCxnSpPr>
            <p:spPr>
              <a:xfrm>
                <a:off x="7912234" y="-1067870"/>
                <a:ext cx="963600" cy="4905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8"/>
              <p:cNvCxnSpPr>
                <a:stCxn id="437" idx="6"/>
                <a:endCxn id="441" idx="2"/>
              </p:cNvCxnSpPr>
              <p:nvPr/>
            </p:nvCxnSpPr>
            <p:spPr>
              <a:xfrm flipH="1" rot="10800000">
                <a:off x="7895495" y="-540814"/>
                <a:ext cx="978900" cy="514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8"/>
              <p:cNvCxnSpPr>
                <a:stCxn id="441" idx="0"/>
                <a:endCxn id="435" idx="5"/>
              </p:cNvCxnSpPr>
              <p:nvPr/>
            </p:nvCxnSpPr>
            <p:spPr>
              <a:xfrm>
                <a:off x="8936064" y="-512213"/>
                <a:ext cx="94800" cy="975000"/>
              </a:xfrm>
              <a:prstGeom prst="straightConnector1">
                <a:avLst/>
              </a:prstGeom>
              <a:noFill/>
              <a:ln cap="flat" cmpd="sng" w="9525">
                <a:solidFill>
                  <a:schemeClr val="dk2"/>
                </a:solidFill>
                <a:prstDash val="solid"/>
                <a:round/>
                <a:headEnd len="med" w="med" type="none"/>
                <a:tailEnd len="med" w="med" type="none"/>
              </a:ln>
            </p:spPr>
          </p:cxnSp>
          <p:cxnSp>
            <p:nvCxnSpPr>
              <p:cNvPr id="455" name="Google Shape;455;p8"/>
              <p:cNvCxnSpPr>
                <a:stCxn id="439" idx="5"/>
                <a:endCxn id="441" idx="1"/>
              </p:cNvCxnSpPr>
              <p:nvPr/>
            </p:nvCxnSpPr>
            <p:spPr>
              <a:xfrm flipH="1" rot="10800000">
                <a:off x="8578106" y="-513814"/>
                <a:ext cx="321300" cy="2151900"/>
              </a:xfrm>
              <a:prstGeom prst="straightConnector1">
                <a:avLst/>
              </a:prstGeom>
              <a:noFill/>
              <a:ln cap="flat" cmpd="sng" w="9525">
                <a:solidFill>
                  <a:schemeClr val="dk2"/>
                </a:solidFill>
                <a:prstDash val="solid"/>
                <a:round/>
                <a:headEnd len="med" w="med" type="none"/>
                <a:tailEnd len="med" w="med" type="none"/>
              </a:ln>
            </p:spPr>
          </p:cxnSp>
          <p:cxnSp>
            <p:nvCxnSpPr>
              <p:cNvPr id="456" name="Google Shape;456;p8"/>
              <p:cNvCxnSpPr>
                <a:stCxn id="438" idx="6"/>
                <a:endCxn id="441" idx="1"/>
              </p:cNvCxnSpPr>
              <p:nvPr/>
            </p:nvCxnSpPr>
            <p:spPr>
              <a:xfrm flipH="1" rot="10800000">
                <a:off x="7398119" y="-513788"/>
                <a:ext cx="1501200" cy="1243200"/>
              </a:xfrm>
              <a:prstGeom prst="straightConnector1">
                <a:avLst/>
              </a:prstGeom>
              <a:noFill/>
              <a:ln cap="flat" cmpd="sng" w="9525">
                <a:solidFill>
                  <a:schemeClr val="dk2"/>
                </a:solidFill>
                <a:prstDash val="solid"/>
                <a:round/>
                <a:headEnd len="med" w="med" type="none"/>
                <a:tailEnd len="med" w="med" type="none"/>
              </a:ln>
            </p:spPr>
          </p:cxnSp>
          <p:cxnSp>
            <p:nvCxnSpPr>
              <p:cNvPr id="457" name="Google Shape;457;p8"/>
              <p:cNvCxnSpPr>
                <a:stCxn id="438" idx="4"/>
                <a:endCxn id="436" idx="1"/>
              </p:cNvCxnSpPr>
              <p:nvPr/>
            </p:nvCxnSpPr>
            <p:spPr>
              <a:xfrm flipH="1" rot="10800000">
                <a:off x="7336319" y="-970088"/>
                <a:ext cx="309600" cy="16710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8"/>
              <p:cNvCxnSpPr>
                <a:stCxn id="435" idx="4"/>
                <a:endCxn id="436" idx="7"/>
              </p:cNvCxnSpPr>
              <p:nvPr/>
            </p:nvCxnSpPr>
            <p:spPr>
              <a:xfrm rot="10800000">
                <a:off x="7912170" y="-1067784"/>
                <a:ext cx="1044300" cy="1527600"/>
              </a:xfrm>
              <a:prstGeom prst="straightConnector1">
                <a:avLst/>
              </a:prstGeom>
              <a:noFill/>
              <a:ln cap="flat" cmpd="sng" w="9525">
                <a:solidFill>
                  <a:schemeClr val="dk2"/>
                </a:solidFill>
                <a:prstDash val="solid"/>
                <a:round/>
                <a:headEnd len="med" w="med" type="none"/>
                <a:tailEnd len="med" w="med" type="none"/>
              </a:ln>
            </p:spPr>
          </p:cxnSp>
          <p:cxnSp>
            <p:nvCxnSpPr>
              <p:cNvPr id="459" name="Google Shape;459;p8"/>
              <p:cNvCxnSpPr>
                <a:stCxn id="434" idx="6"/>
                <a:endCxn id="436" idx="1"/>
              </p:cNvCxnSpPr>
              <p:nvPr/>
            </p:nvCxnSpPr>
            <p:spPr>
              <a:xfrm flipH="1" rot="10800000">
                <a:off x="5286857" y="-970017"/>
                <a:ext cx="2358900" cy="1573800"/>
              </a:xfrm>
              <a:prstGeom prst="straightConnector1">
                <a:avLst/>
              </a:prstGeom>
              <a:noFill/>
              <a:ln cap="flat" cmpd="sng" w="9525">
                <a:solidFill>
                  <a:schemeClr val="dk2"/>
                </a:solidFill>
                <a:prstDash val="solid"/>
                <a:round/>
                <a:headEnd len="med" w="med" type="none"/>
                <a:tailEnd len="med" w="med" type="none"/>
              </a:ln>
            </p:spPr>
          </p:cxnSp>
          <p:sp>
            <p:nvSpPr>
              <p:cNvPr id="460" name="Google Shape;460;p8"/>
              <p:cNvSpPr/>
              <p:nvPr/>
            </p:nvSpPr>
            <p:spPr>
              <a:xfrm flipH="1" rot="9588852">
                <a:off x="8325123" y="-1874128"/>
                <a:ext cx="130410" cy="13041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1" name="Google Shape;461;p8"/>
              <p:cNvCxnSpPr>
                <a:stCxn id="441" idx="4"/>
                <a:endCxn id="460" idx="7"/>
              </p:cNvCxnSpPr>
              <p:nvPr/>
            </p:nvCxnSpPr>
            <p:spPr>
              <a:xfrm rot="10800000">
                <a:off x="8449464" y="-1781513"/>
                <a:ext cx="453300" cy="11790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8"/>
              <p:cNvCxnSpPr>
                <a:stCxn id="460" idx="2"/>
                <a:endCxn id="436" idx="5"/>
              </p:cNvCxnSpPr>
              <p:nvPr/>
            </p:nvCxnSpPr>
            <p:spPr>
              <a:xfrm flipH="1">
                <a:off x="7814328" y="-1786423"/>
                <a:ext cx="514800" cy="4521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8"/>
              <p:cNvCxnSpPr>
                <a:stCxn id="460" idx="0"/>
                <a:endCxn id="435" idx="4"/>
              </p:cNvCxnSpPr>
              <p:nvPr/>
            </p:nvCxnSpPr>
            <p:spPr>
              <a:xfrm>
                <a:off x="8412828" y="-1747723"/>
                <a:ext cx="543600" cy="22074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8"/>
              <p:cNvCxnSpPr>
                <a:stCxn id="460" idx="1"/>
                <a:endCxn id="437" idx="5"/>
              </p:cNvCxnSpPr>
              <p:nvPr/>
            </p:nvCxnSpPr>
            <p:spPr>
              <a:xfrm flipH="1">
                <a:off x="7861663" y="-1749738"/>
                <a:ext cx="501300" cy="1686300"/>
              </a:xfrm>
              <a:prstGeom prst="straightConnector1">
                <a:avLst/>
              </a:prstGeom>
              <a:noFill/>
              <a:ln cap="flat" cmpd="sng" w="9525">
                <a:solidFill>
                  <a:schemeClr val="dk2"/>
                </a:solidFill>
                <a:prstDash val="solid"/>
                <a:round/>
                <a:headEnd len="med" w="med" type="none"/>
                <a:tailEnd len="med" w="med" type="none"/>
              </a:ln>
            </p:spPr>
          </p:cxnSp>
          <p:sp>
            <p:nvSpPr>
              <p:cNvPr id="465" name="Google Shape;465;p8"/>
              <p:cNvSpPr/>
              <p:nvPr/>
            </p:nvSpPr>
            <p:spPr>
              <a:xfrm flipH="1" rot="9591490">
                <a:off x="7189341" y="-1500669"/>
                <a:ext cx="194282" cy="194282"/>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66" name="Google Shape;466;p8"/>
              <p:cNvCxnSpPr>
                <a:stCxn id="460" idx="2"/>
                <a:endCxn id="465" idx="6"/>
              </p:cNvCxnSpPr>
              <p:nvPr/>
            </p:nvCxnSpPr>
            <p:spPr>
              <a:xfrm flipH="1">
                <a:off x="7377828" y="-1786423"/>
                <a:ext cx="951300" cy="3495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8"/>
              <p:cNvCxnSpPr>
                <a:stCxn id="465" idx="1"/>
                <a:endCxn id="440" idx="5"/>
              </p:cNvCxnSpPr>
              <p:nvPr/>
            </p:nvCxnSpPr>
            <p:spPr>
              <a:xfrm flipH="1">
                <a:off x="6746147" y="-1315387"/>
                <a:ext cx="499500" cy="1349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8" name="Shape 468"/>
        <p:cNvGrpSpPr/>
        <p:nvPr/>
      </p:nvGrpSpPr>
      <p:grpSpPr>
        <a:xfrm>
          <a:off x="0" y="0"/>
          <a:ext cx="0" cy="0"/>
          <a:chOff x="0" y="0"/>
          <a:chExt cx="0" cy="0"/>
        </a:xfrm>
      </p:grpSpPr>
      <p:sp>
        <p:nvSpPr>
          <p:cNvPr id="469" name="Google Shape;469;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70" name="Google Shape;470;p9"/>
          <p:cNvSpPr txBox="1"/>
          <p:nvPr>
            <p:ph idx="1" type="subTitle"/>
          </p:nvPr>
        </p:nvSpPr>
        <p:spPr>
          <a:xfrm>
            <a:off x="4731475"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1" name="Google Shape;471;p9"/>
          <p:cNvSpPr txBox="1"/>
          <p:nvPr>
            <p:ph idx="2" type="subTitle"/>
          </p:nvPr>
        </p:nvSpPr>
        <p:spPr>
          <a:xfrm>
            <a:off x="720000" y="1256325"/>
            <a:ext cx="3699300" cy="2925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72" name="Google Shape;472;p9"/>
          <p:cNvGrpSpPr/>
          <p:nvPr/>
        </p:nvGrpSpPr>
        <p:grpSpPr>
          <a:xfrm>
            <a:off x="190301" y="174004"/>
            <a:ext cx="8808974" cy="4007621"/>
            <a:chOff x="190301" y="174004"/>
            <a:chExt cx="8808974" cy="4007621"/>
          </a:xfrm>
        </p:grpSpPr>
        <p:grpSp>
          <p:nvGrpSpPr>
            <p:cNvPr id="473" name="Google Shape;473;p9"/>
            <p:cNvGrpSpPr/>
            <p:nvPr/>
          </p:nvGrpSpPr>
          <p:grpSpPr>
            <a:xfrm rot="10800000">
              <a:off x="190301" y="3858950"/>
              <a:ext cx="298275" cy="322675"/>
              <a:chOff x="8667225" y="681525"/>
              <a:chExt cx="298275" cy="322675"/>
            </a:xfrm>
          </p:grpSpPr>
          <p:sp>
            <p:nvSpPr>
              <p:cNvPr id="474" name="Google Shape;474;p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5" name="Google Shape;475;p9"/>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6" name="Google Shape;476;p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477" name="Google Shape;477;p9"/>
            <p:cNvGrpSpPr/>
            <p:nvPr/>
          </p:nvGrpSpPr>
          <p:grpSpPr>
            <a:xfrm rot="-5139163">
              <a:off x="8591694" y="201328"/>
              <a:ext cx="406266" cy="379191"/>
              <a:chOff x="140150" y="4657175"/>
              <a:chExt cx="406275" cy="379200"/>
            </a:xfrm>
          </p:grpSpPr>
          <p:sp>
            <p:nvSpPr>
              <p:cNvPr id="478" name="Google Shape;478;p9"/>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9" name="Google Shape;479;p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0" name="Google Shape;480;p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482" name="Google Shape;482;p9"/>
          <p:cNvGrpSpPr/>
          <p:nvPr/>
        </p:nvGrpSpPr>
        <p:grpSpPr>
          <a:xfrm>
            <a:off x="115024" y="-2374836"/>
            <a:ext cx="8971639" cy="9741507"/>
            <a:chOff x="115024" y="-2374836"/>
            <a:chExt cx="8971639" cy="9741507"/>
          </a:xfrm>
        </p:grpSpPr>
        <p:grpSp>
          <p:nvGrpSpPr>
            <p:cNvPr id="483" name="Google Shape;483;p9"/>
            <p:cNvGrpSpPr/>
            <p:nvPr/>
          </p:nvGrpSpPr>
          <p:grpSpPr>
            <a:xfrm flipH="1">
              <a:off x="115024" y="-2374836"/>
              <a:ext cx="3687215" cy="3485542"/>
              <a:chOff x="5337386" y="-2374836"/>
              <a:chExt cx="3687215" cy="3485542"/>
            </a:xfrm>
          </p:grpSpPr>
          <p:sp>
            <p:nvSpPr>
              <p:cNvPr id="484" name="Google Shape;484;p9"/>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9"/>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9"/>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9"/>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9"/>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9"/>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0" name="Google Shape;490;p9"/>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91" name="Google Shape;491;p9"/>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492" name="Google Shape;492;p9"/>
              <p:cNvCxnSpPr>
                <a:stCxn id="488" idx="5"/>
                <a:endCxn id="48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9"/>
              <p:cNvCxnSpPr>
                <a:stCxn id="489" idx="4"/>
                <a:endCxn id="48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9"/>
              <p:cNvCxnSpPr>
                <a:stCxn id="484" idx="0"/>
                <a:endCxn id="48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9"/>
              <p:cNvCxnSpPr>
                <a:stCxn id="488" idx="6"/>
                <a:endCxn id="48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9"/>
              <p:cNvCxnSpPr>
                <a:stCxn id="489" idx="6"/>
                <a:endCxn id="48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9"/>
              <p:cNvCxnSpPr>
                <a:stCxn id="487" idx="6"/>
                <a:endCxn id="48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9"/>
              <p:cNvCxnSpPr>
                <a:stCxn id="484" idx="6"/>
                <a:endCxn id="49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9"/>
              <p:cNvCxnSpPr>
                <a:stCxn id="484" idx="7"/>
                <a:endCxn id="48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9"/>
              <p:cNvCxnSpPr>
                <a:stCxn id="490" idx="7"/>
                <a:endCxn id="48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9"/>
              <p:cNvCxnSpPr>
                <a:stCxn id="486" idx="0"/>
                <a:endCxn id="48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9"/>
              <p:cNvCxnSpPr>
                <a:stCxn id="491" idx="2"/>
                <a:endCxn id="48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503" name="Google Shape;503;p9"/>
              <p:cNvCxnSpPr>
                <a:stCxn id="489" idx="7"/>
                <a:endCxn id="49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504" name="Google Shape;504;p9"/>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05" name="Google Shape;505;p9"/>
              <p:cNvCxnSpPr>
                <a:stCxn id="491" idx="3"/>
                <a:endCxn id="50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9"/>
              <p:cNvCxnSpPr>
                <a:stCxn id="504" idx="2"/>
                <a:endCxn id="48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9"/>
              <p:cNvCxnSpPr>
                <a:stCxn id="504" idx="0"/>
                <a:endCxn id="48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9"/>
              <p:cNvCxnSpPr>
                <a:stCxn id="504" idx="1"/>
                <a:endCxn id="48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509" name="Google Shape;509;p9"/>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0" name="Google Shape;510;p9"/>
              <p:cNvCxnSpPr>
                <a:stCxn id="486" idx="2"/>
                <a:endCxn id="50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511" name="Google Shape;511;p9"/>
              <p:cNvCxnSpPr>
                <a:stCxn id="509" idx="3"/>
                <a:endCxn id="48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512" name="Google Shape;512;p9"/>
              <p:cNvCxnSpPr>
                <a:stCxn id="487" idx="4"/>
                <a:endCxn id="50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513" name="Google Shape;513;p9"/>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14" name="Google Shape;514;p9"/>
              <p:cNvCxnSpPr>
                <a:stCxn id="487" idx="0"/>
                <a:endCxn id="51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515" name="Google Shape;515;p9"/>
              <p:cNvCxnSpPr>
                <a:stCxn id="488" idx="7"/>
                <a:endCxn id="51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516" name="Google Shape;516;p9"/>
            <p:cNvGrpSpPr/>
            <p:nvPr/>
          </p:nvGrpSpPr>
          <p:grpSpPr>
            <a:xfrm>
              <a:off x="4731484" y="3852908"/>
              <a:ext cx="4355179" cy="3513764"/>
              <a:chOff x="720009" y="3852908"/>
              <a:chExt cx="4355179" cy="3513764"/>
            </a:xfrm>
          </p:grpSpPr>
          <p:sp>
            <p:nvSpPr>
              <p:cNvPr id="517" name="Google Shape;517;p9"/>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8" name="Google Shape;518;p9"/>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19" name="Google Shape;519;p9"/>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9"/>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9"/>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9"/>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9"/>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9"/>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25" name="Google Shape;525;p9"/>
              <p:cNvCxnSpPr>
                <a:stCxn id="522" idx="4"/>
                <a:endCxn id="52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9"/>
              <p:cNvCxnSpPr>
                <a:stCxn id="517" idx="7"/>
                <a:endCxn id="52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9"/>
              <p:cNvCxnSpPr>
                <a:stCxn id="521" idx="7"/>
                <a:endCxn id="52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528" name="Google Shape;528;p9"/>
              <p:cNvCxnSpPr>
                <a:stCxn id="522" idx="6"/>
                <a:endCxn id="51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529" name="Google Shape;529;p9"/>
              <p:cNvCxnSpPr>
                <a:stCxn id="520" idx="7"/>
                <a:endCxn id="51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530" name="Google Shape;530;p9"/>
              <p:cNvCxnSpPr>
                <a:stCxn id="517" idx="6"/>
                <a:endCxn id="52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531" name="Google Shape;531;p9"/>
              <p:cNvCxnSpPr>
                <a:stCxn id="523" idx="0"/>
                <a:endCxn id="52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532" name="Google Shape;532;p9"/>
              <p:cNvCxnSpPr>
                <a:stCxn id="523" idx="5"/>
                <a:endCxn id="51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9"/>
              <p:cNvCxnSpPr>
                <a:stCxn id="519" idx="0"/>
                <a:endCxn id="52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534" name="Google Shape;534;p9"/>
              <p:cNvCxnSpPr>
                <a:stCxn id="519" idx="7"/>
                <a:endCxn id="52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535" name="Google Shape;535;p9"/>
              <p:cNvCxnSpPr>
                <a:stCxn id="520" idx="6"/>
                <a:endCxn id="52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536" name="Google Shape;536;p9"/>
              <p:cNvCxnSpPr>
                <a:stCxn id="524" idx="0"/>
                <a:endCxn id="51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9"/>
              <p:cNvCxnSpPr>
                <a:stCxn id="522" idx="5"/>
                <a:endCxn id="52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9"/>
              <p:cNvCxnSpPr>
                <a:stCxn id="521" idx="6"/>
                <a:endCxn id="52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9"/>
              <p:cNvCxnSpPr>
                <a:stCxn id="521" idx="5"/>
                <a:endCxn id="52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9"/>
              <p:cNvCxnSpPr>
                <a:stCxn id="518" idx="4"/>
                <a:endCxn id="51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541" name="Google Shape;541;p9"/>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2" name="Google Shape;542;p9"/>
              <p:cNvCxnSpPr>
                <a:stCxn id="524" idx="4"/>
                <a:endCxn id="54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543" name="Google Shape;543;p9"/>
              <p:cNvCxnSpPr>
                <a:stCxn id="541" idx="1"/>
                <a:endCxn id="51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544" name="Google Shape;544;p9"/>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45" name="Google Shape;545;p9"/>
              <p:cNvCxnSpPr>
                <a:stCxn id="541" idx="2"/>
                <a:endCxn id="54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9"/>
              <p:cNvCxnSpPr>
                <a:stCxn id="544" idx="1"/>
                <a:endCxn id="52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547" name="Google Shape;547;p9"/>
              <p:cNvCxnSpPr>
                <a:stCxn id="544" idx="7"/>
                <a:endCxn id="51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8" name="Shape 548"/>
        <p:cNvGrpSpPr/>
        <p:nvPr/>
      </p:nvGrpSpPr>
      <p:grpSpPr>
        <a:xfrm>
          <a:off x="0" y="0"/>
          <a:ext cx="0" cy="0"/>
          <a:chOff x="0" y="0"/>
          <a:chExt cx="0" cy="0"/>
        </a:xfrm>
      </p:grpSpPr>
      <p:sp>
        <p:nvSpPr>
          <p:cNvPr id="549" name="Google Shape;549;p10"/>
          <p:cNvSpPr/>
          <p:nvPr>
            <p:ph idx="2" type="pic"/>
          </p:nvPr>
        </p:nvSpPr>
        <p:spPr>
          <a:xfrm>
            <a:off x="-25" y="-13725"/>
            <a:ext cx="9144000" cy="5157300"/>
          </a:xfrm>
          <a:prstGeom prst="rect">
            <a:avLst/>
          </a:prstGeom>
          <a:noFill/>
          <a:ln>
            <a:noFill/>
          </a:ln>
        </p:spPr>
      </p:sp>
      <p:sp>
        <p:nvSpPr>
          <p:cNvPr id="550" name="Google Shape;550;p10"/>
          <p:cNvSpPr txBox="1"/>
          <p:nvPr>
            <p:ph type="title"/>
          </p:nvPr>
        </p:nvSpPr>
        <p:spPr>
          <a:xfrm>
            <a:off x="720000" y="4014450"/>
            <a:ext cx="7704000" cy="572700"/>
          </a:xfrm>
          <a:prstGeom prst="rect">
            <a:avLst/>
          </a:prstGeom>
          <a:solidFill>
            <a:schemeClr val="lt1"/>
          </a:solidFill>
        </p:spPr>
        <p:txBody>
          <a:bodyPr anchorCtr="0" anchor="t" bIns="91425" lIns="91425" spcFirstLastPara="1" rIns="91425" wrap="square" tIns="91425">
            <a:noAutofit/>
          </a:bodyPr>
          <a:lstStyle>
            <a:lvl1pPr lvl="0" rtl="0" algn="ctr">
              <a:lnSpc>
                <a:spcPct val="115000"/>
              </a:lnSpc>
              <a:spcBef>
                <a:spcPts val="0"/>
              </a:spcBef>
              <a:spcAft>
                <a:spcPts val="0"/>
              </a:spcAft>
              <a:buSzPts val="30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1" name="Shape 551"/>
        <p:cNvGrpSpPr/>
        <p:nvPr/>
      </p:nvGrpSpPr>
      <p:grpSpPr>
        <a:xfrm>
          <a:off x="0" y="0"/>
          <a:ext cx="0" cy="0"/>
          <a:chOff x="0" y="0"/>
          <a:chExt cx="0" cy="0"/>
        </a:xfrm>
      </p:grpSpPr>
      <p:sp>
        <p:nvSpPr>
          <p:cNvPr id="552" name="Google Shape;552;p11"/>
          <p:cNvSpPr txBox="1"/>
          <p:nvPr>
            <p:ph hasCustomPrompt="1" type="title"/>
          </p:nvPr>
        </p:nvSpPr>
        <p:spPr>
          <a:xfrm>
            <a:off x="1284000" y="1714512"/>
            <a:ext cx="6576000" cy="1207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3" name="Google Shape;553;p11"/>
          <p:cNvSpPr txBox="1"/>
          <p:nvPr>
            <p:ph idx="1" type="subTitle"/>
          </p:nvPr>
        </p:nvSpPr>
        <p:spPr>
          <a:xfrm>
            <a:off x="1284000" y="2922288"/>
            <a:ext cx="6576000" cy="506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54" name="Google Shape;554;p11"/>
          <p:cNvGrpSpPr/>
          <p:nvPr/>
        </p:nvGrpSpPr>
        <p:grpSpPr>
          <a:xfrm>
            <a:off x="-1196147" y="-548842"/>
            <a:ext cx="13880920" cy="6874700"/>
            <a:chOff x="-1196147" y="-548842"/>
            <a:chExt cx="13880920" cy="6874700"/>
          </a:xfrm>
        </p:grpSpPr>
        <p:grpSp>
          <p:nvGrpSpPr>
            <p:cNvPr id="555" name="Google Shape;555;p11"/>
            <p:cNvGrpSpPr/>
            <p:nvPr/>
          </p:nvGrpSpPr>
          <p:grpSpPr>
            <a:xfrm>
              <a:off x="-1196147" y="-548842"/>
              <a:ext cx="3657841" cy="4417628"/>
              <a:chOff x="-1196147" y="-548842"/>
              <a:chExt cx="3657841" cy="4417628"/>
            </a:xfrm>
          </p:grpSpPr>
          <p:sp>
            <p:nvSpPr>
              <p:cNvPr id="556" name="Google Shape;556;p1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7" name="Google Shape;557;p1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8" name="Google Shape;558;p1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59" name="Google Shape;559;p1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1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1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1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1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64" name="Google Shape;564;p11"/>
              <p:cNvCxnSpPr>
                <a:stCxn id="560" idx="5"/>
                <a:endCxn id="559"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11"/>
              <p:cNvCxnSpPr>
                <a:stCxn id="561" idx="4"/>
                <a:endCxn id="559"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11"/>
              <p:cNvCxnSpPr>
                <a:stCxn id="556" idx="6"/>
                <a:endCxn id="560"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11"/>
              <p:cNvCxnSpPr>
                <a:stCxn id="560" idx="7"/>
                <a:endCxn id="561"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11"/>
              <p:cNvCxnSpPr>
                <a:stCxn id="561" idx="6"/>
                <a:endCxn id="557"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569" name="Google Shape;569;p11"/>
              <p:cNvCxnSpPr>
                <a:stCxn id="559" idx="7"/>
                <a:endCxn id="557"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570" name="Google Shape;570;p11"/>
              <p:cNvCxnSpPr>
                <a:stCxn id="556" idx="6"/>
                <a:endCxn id="562"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571" name="Google Shape;571;p11"/>
              <p:cNvCxnSpPr>
                <a:stCxn id="562" idx="6"/>
                <a:endCxn id="559"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11"/>
              <p:cNvCxnSpPr>
                <a:stCxn id="562" idx="6"/>
                <a:endCxn id="558"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11"/>
              <p:cNvCxnSpPr>
                <a:stCxn id="558" idx="7"/>
                <a:endCxn id="563"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11"/>
              <p:cNvCxnSpPr>
                <a:stCxn id="559" idx="6"/>
                <a:endCxn id="563"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11"/>
              <p:cNvCxnSpPr>
                <a:stCxn id="563" idx="0"/>
                <a:endCxn id="557"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11"/>
              <p:cNvCxnSpPr>
                <a:stCxn id="561" idx="5"/>
                <a:endCxn id="563"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11"/>
              <p:cNvCxnSpPr>
                <a:stCxn id="560" idx="6"/>
                <a:endCxn id="563"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11"/>
              <p:cNvCxnSpPr>
                <a:stCxn id="560" idx="4"/>
                <a:endCxn id="558"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579" name="Google Shape;579;p1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0" name="Google Shape;580;p11"/>
              <p:cNvCxnSpPr>
                <a:stCxn id="563" idx="4"/>
                <a:endCxn id="579"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11"/>
              <p:cNvCxnSpPr>
                <a:stCxn id="579" idx="1"/>
                <a:endCxn id="558"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11"/>
              <p:cNvCxnSpPr>
                <a:stCxn id="579" idx="1"/>
                <a:endCxn id="559"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1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84" name="Google Shape;584;p11"/>
              <p:cNvCxnSpPr>
                <a:stCxn id="561" idx="0"/>
                <a:endCxn id="583"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585" name="Google Shape;585;p11"/>
              <p:cNvCxnSpPr>
                <a:stCxn id="557" idx="0"/>
                <a:endCxn id="583"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586" name="Google Shape;586;p11"/>
            <p:cNvGrpSpPr/>
            <p:nvPr/>
          </p:nvGrpSpPr>
          <p:grpSpPr>
            <a:xfrm>
              <a:off x="6988759" y="2308882"/>
              <a:ext cx="5696014" cy="4016976"/>
              <a:chOff x="6988759" y="2308882"/>
              <a:chExt cx="5696014" cy="4016976"/>
            </a:xfrm>
          </p:grpSpPr>
          <p:sp>
            <p:nvSpPr>
              <p:cNvPr id="587" name="Google Shape;587;p1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8" name="Google Shape;588;p1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9" name="Google Shape;589;p1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0" name="Google Shape;590;p1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1" name="Google Shape;591;p1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2" name="Google Shape;592;p11"/>
              <p:cNvSpPr/>
              <p:nvPr/>
            </p:nvSpPr>
            <p:spPr>
              <a:xfrm flipH="1" rot="10800000">
                <a:off x="8847429" y="6195358"/>
                <a:ext cx="130500" cy="1305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3" name="Google Shape;593;p1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94" name="Google Shape;594;p1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595" name="Google Shape;595;p11"/>
              <p:cNvCxnSpPr>
                <a:stCxn id="591" idx="5"/>
                <a:endCxn id="590"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11"/>
              <p:cNvCxnSpPr>
                <a:stCxn id="592" idx="4"/>
                <a:endCxn id="590"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597" name="Google Shape;597;p11"/>
              <p:cNvCxnSpPr>
                <a:stCxn id="587" idx="6"/>
                <a:endCxn id="590"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11"/>
              <p:cNvCxnSpPr>
                <a:stCxn id="587" idx="0"/>
                <a:endCxn id="591"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11"/>
              <p:cNvCxnSpPr>
                <a:stCxn id="591" idx="7"/>
                <a:endCxn id="592"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11"/>
              <p:cNvCxnSpPr>
                <a:stCxn id="592" idx="6"/>
                <a:endCxn id="588"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11"/>
              <p:cNvCxnSpPr>
                <a:stCxn id="590" idx="7"/>
                <a:endCxn id="588"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11"/>
              <p:cNvCxnSpPr>
                <a:stCxn id="587" idx="5"/>
                <a:endCxn id="593"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11"/>
              <p:cNvCxnSpPr>
                <a:stCxn id="593" idx="7"/>
                <a:endCxn id="590"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11"/>
              <p:cNvCxnSpPr>
                <a:stCxn id="593" idx="7"/>
                <a:endCxn id="589"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11"/>
              <p:cNvCxnSpPr>
                <a:stCxn id="589" idx="0"/>
                <a:endCxn id="590"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11"/>
              <p:cNvCxnSpPr>
                <a:stCxn id="594" idx="1"/>
                <a:endCxn id="588"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11"/>
              <p:cNvCxnSpPr>
                <a:stCxn id="591" idx="6"/>
                <a:endCxn id="594"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11"/>
              <p:cNvCxnSpPr>
                <a:stCxn id="588" idx="4"/>
                <a:endCxn id="589"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1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0" name="Google Shape;610;p11"/>
              <p:cNvCxnSpPr>
                <a:stCxn id="594" idx="2"/>
                <a:endCxn id="609"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611" name="Google Shape;611;p11"/>
              <p:cNvCxnSpPr>
                <a:stCxn id="609" idx="2"/>
                <a:endCxn id="589"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612" name="Google Shape;612;p11"/>
              <p:cNvCxnSpPr>
                <a:stCxn id="609" idx="0"/>
                <a:endCxn id="588"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613" name="Google Shape;613;p11"/>
              <p:cNvCxnSpPr>
                <a:stCxn id="609" idx="1"/>
                <a:endCxn id="590"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614" name="Google Shape;614;p1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5" name="Google Shape;615;p11"/>
              <p:cNvCxnSpPr>
                <a:stCxn id="589" idx="3"/>
                <a:endCxn id="614"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616" name="Google Shape;616;p11"/>
              <p:cNvCxnSpPr>
                <a:stCxn id="614" idx="0"/>
                <a:endCxn id="593"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617" name="Google Shape;617;p1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18" name="Google Shape;618;p11"/>
              <p:cNvCxnSpPr>
                <a:stCxn id="587" idx="6"/>
                <a:endCxn id="617"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11"/>
              <p:cNvCxnSpPr>
                <a:stCxn id="593" idx="0"/>
                <a:endCxn id="617"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11"/>
              <p:cNvCxnSpPr>
                <a:stCxn id="617" idx="6"/>
                <a:endCxn id="590"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621" name="Google Shape;621;p1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2" name="Google Shape;622;p11"/>
              <p:cNvCxnSpPr>
                <a:stCxn id="614" idx="5"/>
                <a:endCxn id="621"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11"/>
              <p:cNvCxnSpPr>
                <a:stCxn id="621" idx="7"/>
                <a:endCxn id="589"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624" name="Google Shape;624;p1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25" name="Google Shape;625;p11"/>
              <p:cNvCxnSpPr>
                <a:stCxn id="614" idx="0"/>
                <a:endCxn id="624"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626" name="Google Shape;626;p11"/>
              <p:cNvCxnSpPr>
                <a:stCxn id="624" idx="1"/>
                <a:endCxn id="593"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627" name="Google Shape;627;p11"/>
              <p:cNvCxnSpPr>
                <a:stCxn id="624" idx="6"/>
                <a:endCxn id="589"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28" name="Shape 6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629" name="Shape 629"/>
        <p:cNvGrpSpPr/>
        <p:nvPr/>
      </p:nvGrpSpPr>
      <p:grpSpPr>
        <a:xfrm>
          <a:off x="0" y="0"/>
          <a:ext cx="0" cy="0"/>
          <a:chOff x="0" y="0"/>
          <a:chExt cx="0" cy="0"/>
        </a:xfrm>
      </p:grpSpPr>
      <p:sp>
        <p:nvSpPr>
          <p:cNvPr id="630" name="Google Shape;630;p1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631" name="Google Shape;631;p13"/>
          <p:cNvGrpSpPr/>
          <p:nvPr/>
        </p:nvGrpSpPr>
        <p:grpSpPr>
          <a:xfrm>
            <a:off x="119288" y="163238"/>
            <a:ext cx="8837200" cy="4388712"/>
            <a:chOff x="119288" y="163238"/>
            <a:chExt cx="8837200" cy="4388712"/>
          </a:xfrm>
        </p:grpSpPr>
        <p:grpSp>
          <p:nvGrpSpPr>
            <p:cNvPr id="632" name="Google Shape;632;p13"/>
            <p:cNvGrpSpPr/>
            <p:nvPr/>
          </p:nvGrpSpPr>
          <p:grpSpPr>
            <a:xfrm flipH="1" rot="10800000">
              <a:off x="8658213" y="4229275"/>
              <a:ext cx="298275" cy="322675"/>
              <a:chOff x="8667225" y="681525"/>
              <a:chExt cx="298275" cy="322675"/>
            </a:xfrm>
          </p:grpSpPr>
          <p:sp>
            <p:nvSpPr>
              <p:cNvPr id="633" name="Google Shape;633;p1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4" name="Google Shape;634;p13"/>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5" name="Google Shape;635;p1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36" name="Google Shape;636;p13"/>
            <p:cNvGrpSpPr/>
            <p:nvPr/>
          </p:nvGrpSpPr>
          <p:grpSpPr>
            <a:xfrm flipH="1" rot="10800000">
              <a:off x="119288" y="163238"/>
              <a:ext cx="406275" cy="563575"/>
              <a:chOff x="140150" y="4340075"/>
              <a:chExt cx="406275" cy="563575"/>
            </a:xfrm>
          </p:grpSpPr>
          <p:sp>
            <p:nvSpPr>
              <p:cNvPr id="637" name="Google Shape;637;p13"/>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8" name="Google Shape;638;p1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39" name="Google Shape;639;p1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0" name="Google Shape;640;p1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641" name="Google Shape;641;p13"/>
          <p:cNvGrpSpPr/>
          <p:nvPr/>
        </p:nvGrpSpPr>
        <p:grpSpPr>
          <a:xfrm>
            <a:off x="-989788" y="-671217"/>
            <a:ext cx="10544675" cy="8105803"/>
            <a:chOff x="-989788" y="-671217"/>
            <a:chExt cx="10544675" cy="8105803"/>
          </a:xfrm>
        </p:grpSpPr>
        <p:grpSp>
          <p:nvGrpSpPr>
            <p:cNvPr id="642" name="Google Shape;642;p13"/>
            <p:cNvGrpSpPr/>
            <p:nvPr/>
          </p:nvGrpSpPr>
          <p:grpSpPr>
            <a:xfrm flipH="1">
              <a:off x="6491263" y="-671217"/>
              <a:ext cx="3063625" cy="3321711"/>
              <a:chOff x="-460575" y="-671217"/>
              <a:chExt cx="3063625" cy="3321711"/>
            </a:xfrm>
          </p:grpSpPr>
          <p:cxnSp>
            <p:nvCxnSpPr>
              <p:cNvPr id="643" name="Google Shape;643;p13"/>
              <p:cNvCxnSpPr>
                <a:stCxn id="644" idx="6"/>
                <a:endCxn id="64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645" name="Google Shape;645;p13"/>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6" name="Google Shape;646;p13"/>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7" name="Google Shape;647;p13"/>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8" name="Google Shape;648;p13"/>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9" name="Google Shape;649;p13"/>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50" name="Google Shape;650;p13"/>
              <p:cNvCxnSpPr>
                <a:stCxn id="649" idx="4"/>
                <a:endCxn id="647"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13"/>
              <p:cNvCxnSpPr>
                <a:stCxn id="648" idx="4"/>
                <a:endCxn id="64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13"/>
              <p:cNvCxnSpPr>
                <a:stCxn id="648" idx="5"/>
                <a:endCxn id="649"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653" name="Google Shape;653;p13"/>
              <p:cNvCxnSpPr>
                <a:stCxn id="648" idx="0"/>
                <a:endCxn id="64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654" name="Google Shape;654;p13"/>
              <p:cNvCxnSpPr>
                <a:stCxn id="648" idx="7"/>
                <a:endCxn id="64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655" name="Google Shape;655;p13"/>
              <p:cNvCxnSpPr>
                <a:stCxn id="646" idx="5"/>
                <a:endCxn id="64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656" name="Google Shape;656;p13"/>
              <p:cNvCxnSpPr>
                <a:stCxn id="646" idx="6"/>
                <a:endCxn id="64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657" name="Google Shape;657;p13"/>
              <p:cNvCxnSpPr>
                <a:stCxn id="658" idx="1"/>
                <a:endCxn id="64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659" name="Google Shape;659;p13"/>
              <p:cNvCxnSpPr>
                <a:stCxn id="649" idx="0"/>
                <a:endCxn id="644"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660" name="Google Shape;660;p13"/>
              <p:cNvCxnSpPr>
                <a:stCxn id="649" idx="0"/>
                <a:endCxn id="658"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661" name="Google Shape;661;p13"/>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2" name="Google Shape;662;p13"/>
              <p:cNvCxnSpPr>
                <a:stCxn id="646" idx="5"/>
                <a:endCxn id="66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663" name="Google Shape;663;p13"/>
              <p:cNvCxnSpPr>
                <a:stCxn id="658" idx="7"/>
                <a:endCxn id="66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664" name="Google Shape;664;p13"/>
              <p:cNvCxnSpPr>
                <a:stCxn id="661" idx="6"/>
                <a:endCxn id="64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665" name="Google Shape;665;p13"/>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66" name="Google Shape;666;p13"/>
              <p:cNvCxnSpPr>
                <a:stCxn id="665" idx="0"/>
                <a:endCxn id="64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667" name="Google Shape;667;p13"/>
              <p:cNvCxnSpPr>
                <a:stCxn id="665" idx="6"/>
                <a:endCxn id="64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668" name="Google Shape;668;p13"/>
              <p:cNvCxnSpPr>
                <a:stCxn id="665" idx="5"/>
                <a:endCxn id="64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669" name="Google Shape;669;p13"/>
              <p:cNvCxnSpPr>
                <a:stCxn id="665" idx="5"/>
                <a:endCxn id="64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658" name="Google Shape;658;p13"/>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44" name="Google Shape;644;p13"/>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670" name="Google Shape;670;p13"/>
            <p:cNvGrpSpPr/>
            <p:nvPr/>
          </p:nvGrpSpPr>
          <p:grpSpPr>
            <a:xfrm rot="459949">
              <a:off x="-831023" y="4514858"/>
              <a:ext cx="4123087" cy="2656599"/>
              <a:chOff x="720013" y="4544655"/>
              <a:chExt cx="4122933" cy="2656500"/>
            </a:xfrm>
          </p:grpSpPr>
          <p:sp>
            <p:nvSpPr>
              <p:cNvPr id="671" name="Google Shape;671;p13"/>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2" name="Google Shape;672;p13"/>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3" name="Google Shape;673;p13"/>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4" name="Google Shape;674;p13"/>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5" name="Google Shape;675;p13"/>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6" name="Google Shape;676;p13"/>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7" name="Google Shape;677;p13"/>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78" name="Google Shape;678;p13"/>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79" name="Google Shape;679;p13"/>
              <p:cNvCxnSpPr>
                <a:stCxn id="675" idx="5"/>
                <a:endCxn id="674" idx="1"/>
              </p:cNvCxnSpPr>
              <p:nvPr/>
            </p:nvCxnSpPr>
            <p:spPr>
              <a:xfrm rot="10340870">
                <a:off x="3060066" y="6057182"/>
                <a:ext cx="335689" cy="845161"/>
              </a:xfrm>
              <a:prstGeom prst="straightConnector1">
                <a:avLst/>
              </a:prstGeom>
              <a:noFill/>
              <a:ln cap="flat" cmpd="sng" w="9525">
                <a:solidFill>
                  <a:schemeClr val="dk2"/>
                </a:solidFill>
                <a:prstDash val="solid"/>
                <a:round/>
                <a:headEnd len="med" w="med" type="none"/>
                <a:tailEnd len="med" w="med" type="none"/>
              </a:ln>
            </p:spPr>
          </p:cxnSp>
          <p:cxnSp>
            <p:nvCxnSpPr>
              <p:cNvPr id="680" name="Google Shape;680;p13"/>
              <p:cNvCxnSpPr>
                <a:stCxn id="676" idx="4"/>
                <a:endCxn id="674" idx="7"/>
              </p:cNvCxnSpPr>
              <p:nvPr/>
            </p:nvCxnSpPr>
            <p:spPr>
              <a:xfrm rot="-459755">
                <a:off x="1865221" y="6103386"/>
                <a:ext cx="1086704" cy="28766"/>
              </a:xfrm>
              <a:prstGeom prst="straightConnector1">
                <a:avLst/>
              </a:prstGeom>
              <a:noFill/>
              <a:ln cap="flat" cmpd="sng" w="9525">
                <a:solidFill>
                  <a:schemeClr val="dk2"/>
                </a:solidFill>
                <a:prstDash val="solid"/>
                <a:round/>
                <a:headEnd len="med" w="med" type="none"/>
                <a:tailEnd len="med" w="med" type="none"/>
              </a:ln>
            </p:spPr>
          </p:cxnSp>
          <p:cxnSp>
            <p:nvCxnSpPr>
              <p:cNvPr id="681" name="Google Shape;681;p13"/>
              <p:cNvCxnSpPr>
                <a:stCxn id="671" idx="0"/>
                <a:endCxn id="675" idx="3"/>
              </p:cNvCxnSpPr>
              <p:nvPr/>
            </p:nvCxnSpPr>
            <p:spPr>
              <a:xfrm flipH="1" rot="-459979">
                <a:off x="3359205" y="4907332"/>
                <a:ext cx="1362781" cy="1904031"/>
              </a:xfrm>
              <a:prstGeom prst="straightConnector1">
                <a:avLst/>
              </a:prstGeom>
              <a:noFill/>
              <a:ln cap="flat" cmpd="sng" w="9525">
                <a:solidFill>
                  <a:schemeClr val="dk2"/>
                </a:solidFill>
                <a:prstDash val="solid"/>
                <a:round/>
                <a:headEnd len="med" w="med" type="none"/>
                <a:tailEnd len="med" w="med" type="none"/>
              </a:ln>
            </p:spPr>
          </p:cxnSp>
          <p:cxnSp>
            <p:nvCxnSpPr>
              <p:cNvPr id="682" name="Google Shape;682;p13"/>
              <p:cNvCxnSpPr>
                <a:stCxn id="675" idx="7"/>
                <a:endCxn id="676" idx="2"/>
              </p:cNvCxnSpPr>
              <p:nvPr/>
            </p:nvCxnSpPr>
            <p:spPr>
              <a:xfrm rot="10340005">
                <a:off x="1943581" y="6132795"/>
                <a:ext cx="1436945" cy="884790"/>
              </a:xfrm>
              <a:prstGeom prst="straightConnector1">
                <a:avLst/>
              </a:prstGeom>
              <a:noFill/>
              <a:ln cap="flat" cmpd="sng" w="9525">
                <a:solidFill>
                  <a:schemeClr val="dk2"/>
                </a:solidFill>
                <a:prstDash val="solid"/>
                <a:round/>
                <a:headEnd len="med" w="med" type="none"/>
                <a:tailEnd len="med" w="med" type="none"/>
              </a:ln>
            </p:spPr>
          </p:cxnSp>
          <p:cxnSp>
            <p:nvCxnSpPr>
              <p:cNvPr id="683" name="Google Shape;683;p13"/>
              <p:cNvCxnSpPr>
                <a:stCxn id="676" idx="6"/>
                <a:endCxn id="672" idx="1"/>
              </p:cNvCxnSpPr>
              <p:nvPr/>
            </p:nvCxnSpPr>
            <p:spPr>
              <a:xfrm flipH="1" rot="10342167">
                <a:off x="1735733" y="5068157"/>
                <a:ext cx="189781" cy="1123022"/>
              </a:xfrm>
              <a:prstGeom prst="straightConnector1">
                <a:avLst/>
              </a:prstGeom>
              <a:noFill/>
              <a:ln cap="flat" cmpd="sng" w="9525">
                <a:solidFill>
                  <a:schemeClr val="dk2"/>
                </a:solidFill>
                <a:prstDash val="solid"/>
                <a:round/>
                <a:headEnd len="med" w="med" type="none"/>
                <a:tailEnd len="med" w="med" type="none"/>
              </a:ln>
            </p:spPr>
          </p:cxnSp>
          <p:cxnSp>
            <p:nvCxnSpPr>
              <p:cNvPr id="684" name="Google Shape;684;p13"/>
              <p:cNvCxnSpPr>
                <a:stCxn id="674" idx="5"/>
                <a:endCxn id="672" idx="1"/>
              </p:cNvCxnSpPr>
              <p:nvPr/>
            </p:nvCxnSpPr>
            <p:spPr>
              <a:xfrm rot="10340111">
                <a:off x="1917642" y="4989902"/>
                <a:ext cx="987422" cy="1083988"/>
              </a:xfrm>
              <a:prstGeom prst="straightConnector1">
                <a:avLst/>
              </a:prstGeom>
              <a:noFill/>
              <a:ln cap="flat" cmpd="sng" w="9525">
                <a:solidFill>
                  <a:schemeClr val="dk2"/>
                </a:solidFill>
                <a:prstDash val="solid"/>
                <a:round/>
                <a:headEnd len="med" w="med" type="none"/>
                <a:tailEnd len="med" w="med" type="none"/>
              </a:ln>
            </p:spPr>
          </p:cxnSp>
          <p:cxnSp>
            <p:nvCxnSpPr>
              <p:cNvPr id="685" name="Google Shape;685;p13"/>
              <p:cNvCxnSpPr>
                <a:stCxn id="671" idx="6"/>
                <a:endCxn id="677" idx="3"/>
              </p:cNvCxnSpPr>
              <p:nvPr/>
            </p:nvCxnSpPr>
            <p:spPr>
              <a:xfrm rot="10340667">
                <a:off x="3820904" y="4643394"/>
                <a:ext cx="727383" cy="146206"/>
              </a:xfrm>
              <a:prstGeom prst="straightConnector1">
                <a:avLst/>
              </a:prstGeom>
              <a:noFill/>
              <a:ln cap="flat" cmpd="sng" w="9525">
                <a:solidFill>
                  <a:schemeClr val="dk2"/>
                </a:solidFill>
                <a:prstDash val="solid"/>
                <a:round/>
                <a:headEnd len="med" w="med" type="none"/>
                <a:tailEnd len="med" w="med" type="none"/>
              </a:ln>
            </p:spPr>
          </p:cxnSp>
          <p:cxnSp>
            <p:nvCxnSpPr>
              <p:cNvPr id="686" name="Google Shape;686;p13"/>
              <p:cNvCxnSpPr>
                <a:stCxn id="671" idx="7"/>
                <a:endCxn id="674" idx="3"/>
              </p:cNvCxnSpPr>
              <p:nvPr/>
            </p:nvCxnSpPr>
            <p:spPr>
              <a:xfrm flipH="1" rot="-459621">
                <a:off x="2953399" y="4896950"/>
                <a:ext cx="1676663" cy="1022849"/>
              </a:xfrm>
              <a:prstGeom prst="straightConnector1">
                <a:avLst/>
              </a:prstGeom>
              <a:noFill/>
              <a:ln cap="flat" cmpd="sng" w="9525">
                <a:solidFill>
                  <a:schemeClr val="dk2"/>
                </a:solidFill>
                <a:prstDash val="solid"/>
                <a:round/>
                <a:headEnd len="med" w="med" type="none"/>
                <a:tailEnd len="med" w="med" type="none"/>
              </a:ln>
            </p:spPr>
          </p:cxnSp>
          <p:cxnSp>
            <p:nvCxnSpPr>
              <p:cNvPr id="687" name="Google Shape;687;p13"/>
              <p:cNvCxnSpPr>
                <a:stCxn id="677" idx="7"/>
                <a:endCxn id="673" idx="3"/>
              </p:cNvCxnSpPr>
              <p:nvPr/>
            </p:nvCxnSpPr>
            <p:spPr>
              <a:xfrm flipH="1" rot="-458883">
                <a:off x="3256947" y="4756715"/>
                <a:ext cx="489151" cy="146206"/>
              </a:xfrm>
              <a:prstGeom prst="straightConnector1">
                <a:avLst/>
              </a:prstGeom>
              <a:noFill/>
              <a:ln cap="flat" cmpd="sng" w="9525">
                <a:solidFill>
                  <a:schemeClr val="dk2"/>
                </a:solidFill>
                <a:prstDash val="solid"/>
                <a:round/>
                <a:headEnd len="med" w="med" type="none"/>
                <a:tailEnd len="med" w="med" type="none"/>
              </a:ln>
            </p:spPr>
          </p:cxnSp>
          <p:cxnSp>
            <p:nvCxnSpPr>
              <p:cNvPr id="688" name="Google Shape;688;p13"/>
              <p:cNvCxnSpPr>
                <a:stCxn id="673" idx="0"/>
                <a:endCxn id="674" idx="5"/>
              </p:cNvCxnSpPr>
              <p:nvPr/>
            </p:nvCxnSpPr>
            <p:spPr>
              <a:xfrm flipH="1" rot="-457956">
                <a:off x="2913686" y="5119069"/>
                <a:ext cx="239421" cy="872103"/>
              </a:xfrm>
              <a:prstGeom prst="straightConnector1">
                <a:avLst/>
              </a:prstGeom>
              <a:noFill/>
              <a:ln cap="flat" cmpd="sng" w="9525">
                <a:solidFill>
                  <a:schemeClr val="dk2"/>
                </a:solidFill>
                <a:prstDash val="solid"/>
                <a:round/>
                <a:headEnd len="med" w="med" type="none"/>
                <a:tailEnd len="med" w="med" type="none"/>
              </a:ln>
            </p:spPr>
          </p:cxnSp>
          <p:cxnSp>
            <p:nvCxnSpPr>
              <p:cNvPr id="689" name="Google Shape;689;p13"/>
              <p:cNvCxnSpPr>
                <a:stCxn id="678" idx="2"/>
                <a:endCxn id="672" idx="6"/>
              </p:cNvCxnSpPr>
              <p:nvPr/>
            </p:nvCxnSpPr>
            <p:spPr>
              <a:xfrm rot="-459512">
                <a:off x="880378" y="4757982"/>
                <a:ext cx="871171" cy="276969"/>
              </a:xfrm>
              <a:prstGeom prst="straightConnector1">
                <a:avLst/>
              </a:prstGeom>
              <a:noFill/>
              <a:ln cap="flat" cmpd="sng" w="9525">
                <a:solidFill>
                  <a:schemeClr val="dk2"/>
                </a:solidFill>
                <a:prstDash val="solid"/>
                <a:round/>
                <a:headEnd len="med" w="med" type="none"/>
                <a:tailEnd len="med" w="med" type="none"/>
              </a:ln>
            </p:spPr>
          </p:cxnSp>
          <p:cxnSp>
            <p:nvCxnSpPr>
              <p:cNvPr id="690" name="Google Shape;690;p13"/>
              <p:cNvCxnSpPr>
                <a:stCxn id="675" idx="6"/>
                <a:endCxn id="678" idx="1"/>
              </p:cNvCxnSpPr>
              <p:nvPr/>
            </p:nvCxnSpPr>
            <p:spPr>
              <a:xfrm rot="10340068">
                <a:off x="977936" y="4687960"/>
                <a:ext cx="2307521" cy="2369889"/>
              </a:xfrm>
              <a:prstGeom prst="straightConnector1">
                <a:avLst/>
              </a:prstGeom>
              <a:noFill/>
              <a:ln cap="flat" cmpd="sng" w="9525">
                <a:solidFill>
                  <a:schemeClr val="dk2"/>
                </a:solidFill>
                <a:prstDash val="solid"/>
                <a:round/>
                <a:headEnd len="med" w="med" type="none"/>
                <a:tailEnd len="med" w="med" type="none"/>
              </a:ln>
            </p:spPr>
          </p:cxnSp>
          <p:sp>
            <p:nvSpPr>
              <p:cNvPr id="691" name="Google Shape;691;p13"/>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2" name="Google Shape;692;p13"/>
              <p:cNvCxnSpPr>
                <a:stCxn id="678" idx="3"/>
                <a:endCxn id="691" idx="7"/>
              </p:cNvCxnSpPr>
              <p:nvPr/>
            </p:nvCxnSpPr>
            <p:spPr>
              <a:xfrm rot="-459667">
                <a:off x="868246" y="4693901"/>
                <a:ext cx="1093662" cy="102929"/>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13"/>
              <p:cNvCxnSpPr>
                <a:stCxn id="691" idx="2"/>
                <a:endCxn id="673" idx="6"/>
              </p:cNvCxnSpPr>
              <p:nvPr/>
            </p:nvCxnSpPr>
            <p:spPr>
              <a:xfrm rot="-459508">
                <a:off x="2061896" y="4659992"/>
                <a:ext cx="943213" cy="337216"/>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13"/>
              <p:cNvCxnSpPr>
                <a:stCxn id="691" idx="0"/>
                <a:endCxn id="672" idx="4"/>
              </p:cNvCxnSpPr>
              <p:nvPr/>
            </p:nvCxnSpPr>
            <p:spPr>
              <a:xfrm flipH="1" rot="-463310">
                <a:off x="1838574" y="4757163"/>
                <a:ext cx="160758" cy="174674"/>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13"/>
              <p:cNvCxnSpPr>
                <a:stCxn id="691" idx="1"/>
                <a:endCxn id="674" idx="5"/>
              </p:cNvCxnSpPr>
              <p:nvPr/>
            </p:nvCxnSpPr>
            <p:spPr>
              <a:xfrm rot="-459275">
                <a:off x="2108012" y="4689612"/>
                <a:ext cx="777024" cy="1371563"/>
              </a:xfrm>
              <a:prstGeom prst="straightConnector1">
                <a:avLst/>
              </a:prstGeom>
              <a:noFill/>
              <a:ln cap="flat" cmpd="sng" w="9525">
                <a:solidFill>
                  <a:schemeClr val="dk2"/>
                </a:solidFill>
                <a:prstDash val="solid"/>
                <a:round/>
                <a:headEnd len="med" w="med" type="none"/>
                <a:tailEnd len="med" w="med" type="none"/>
              </a:ln>
            </p:spPr>
          </p:cxnSp>
          <p:sp>
            <p:nvSpPr>
              <p:cNvPr id="696" name="Google Shape;696;p13"/>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697" name="Google Shape;697;p13"/>
              <p:cNvCxnSpPr>
                <a:stCxn id="673" idx="2"/>
                <a:endCxn id="696" idx="7"/>
              </p:cNvCxnSpPr>
              <p:nvPr/>
            </p:nvCxnSpPr>
            <p:spPr>
              <a:xfrm rot="-460738">
                <a:off x="3266626" y="4991469"/>
                <a:ext cx="673540" cy="22105"/>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13"/>
              <p:cNvCxnSpPr>
                <a:stCxn id="696" idx="3"/>
                <a:endCxn id="671" idx="7"/>
              </p:cNvCxnSpPr>
              <p:nvPr/>
            </p:nvCxnSpPr>
            <p:spPr>
              <a:xfrm flipH="1" rot="10340841">
                <a:off x="4051630" y="4823477"/>
                <a:ext cx="509135" cy="6326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13"/>
              <p:cNvCxnSpPr>
                <a:stCxn id="674" idx="4"/>
                <a:endCxn id="696" idx="0"/>
              </p:cNvCxnSpPr>
              <p:nvPr/>
            </p:nvCxnSpPr>
            <p:spPr>
              <a:xfrm flipH="1" rot="10339578">
                <a:off x="2943686" y="5072692"/>
                <a:ext cx="1091878" cy="8617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1">
    <p:spTree>
      <p:nvGrpSpPr>
        <p:cNvPr id="700" name="Shape 700"/>
        <p:cNvGrpSpPr/>
        <p:nvPr/>
      </p:nvGrpSpPr>
      <p:grpSpPr>
        <a:xfrm>
          <a:off x="0" y="0"/>
          <a:ext cx="0" cy="0"/>
          <a:chOff x="0" y="0"/>
          <a:chExt cx="0" cy="0"/>
        </a:xfrm>
      </p:grpSpPr>
      <p:sp>
        <p:nvSpPr>
          <p:cNvPr id="701" name="Google Shape;701;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02" name="Google Shape;702;p14"/>
          <p:cNvGrpSpPr/>
          <p:nvPr/>
        </p:nvGrpSpPr>
        <p:grpSpPr>
          <a:xfrm>
            <a:off x="190301" y="174004"/>
            <a:ext cx="8808974" cy="4007621"/>
            <a:chOff x="190301" y="174004"/>
            <a:chExt cx="8808974" cy="4007621"/>
          </a:xfrm>
        </p:grpSpPr>
        <p:grpSp>
          <p:nvGrpSpPr>
            <p:cNvPr id="703" name="Google Shape;703;p14"/>
            <p:cNvGrpSpPr/>
            <p:nvPr/>
          </p:nvGrpSpPr>
          <p:grpSpPr>
            <a:xfrm rot="10800000">
              <a:off x="190301" y="3858950"/>
              <a:ext cx="298275" cy="322675"/>
              <a:chOff x="8667225" y="681525"/>
              <a:chExt cx="298275" cy="322675"/>
            </a:xfrm>
          </p:grpSpPr>
          <p:sp>
            <p:nvSpPr>
              <p:cNvPr id="704" name="Google Shape;704;p14"/>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5" name="Google Shape;705;p14"/>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6" name="Google Shape;706;p14"/>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07" name="Google Shape;707;p14"/>
            <p:cNvGrpSpPr/>
            <p:nvPr/>
          </p:nvGrpSpPr>
          <p:grpSpPr>
            <a:xfrm rot="-5139163">
              <a:off x="8591694" y="201328"/>
              <a:ext cx="406266" cy="379191"/>
              <a:chOff x="140150" y="4657175"/>
              <a:chExt cx="406275" cy="379200"/>
            </a:xfrm>
          </p:grpSpPr>
          <p:sp>
            <p:nvSpPr>
              <p:cNvPr id="708" name="Google Shape;708;p14"/>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09" name="Google Shape;709;p14"/>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0" name="Google Shape;710;p14"/>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1" name="Google Shape;711;p14"/>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12" name="Google Shape;712;p14"/>
          <p:cNvGrpSpPr/>
          <p:nvPr/>
        </p:nvGrpSpPr>
        <p:grpSpPr>
          <a:xfrm>
            <a:off x="115024" y="-2374836"/>
            <a:ext cx="8971639" cy="9886184"/>
            <a:chOff x="115024" y="-2374836"/>
            <a:chExt cx="8971639" cy="9886184"/>
          </a:xfrm>
        </p:grpSpPr>
        <p:grpSp>
          <p:nvGrpSpPr>
            <p:cNvPr id="713" name="Google Shape;713;p14"/>
            <p:cNvGrpSpPr/>
            <p:nvPr/>
          </p:nvGrpSpPr>
          <p:grpSpPr>
            <a:xfrm flipH="1">
              <a:off x="115024" y="-2374836"/>
              <a:ext cx="3687215" cy="3485542"/>
              <a:chOff x="5337386" y="-2374836"/>
              <a:chExt cx="3687215" cy="3485542"/>
            </a:xfrm>
          </p:grpSpPr>
          <p:sp>
            <p:nvSpPr>
              <p:cNvPr id="714" name="Google Shape;714;p14"/>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5" name="Google Shape;715;p14"/>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6" name="Google Shape;716;p14"/>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7" name="Google Shape;717;p14"/>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8" name="Google Shape;718;p14"/>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19" name="Google Shape;719;p14"/>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0" name="Google Shape;720;p14"/>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21" name="Google Shape;721;p14"/>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22" name="Google Shape;722;p14"/>
              <p:cNvCxnSpPr>
                <a:stCxn id="718" idx="5"/>
                <a:endCxn id="717"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14"/>
              <p:cNvCxnSpPr>
                <a:stCxn id="719" idx="4"/>
                <a:endCxn id="717"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14"/>
              <p:cNvCxnSpPr>
                <a:stCxn id="714" idx="0"/>
                <a:endCxn id="718"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14"/>
              <p:cNvCxnSpPr>
                <a:stCxn id="718" idx="6"/>
                <a:endCxn id="719"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14"/>
              <p:cNvCxnSpPr>
                <a:stCxn id="719" idx="6"/>
                <a:endCxn id="715"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14"/>
              <p:cNvCxnSpPr>
                <a:stCxn id="717" idx="6"/>
                <a:endCxn id="715"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728" name="Google Shape;728;p14"/>
              <p:cNvCxnSpPr>
                <a:stCxn id="714" idx="6"/>
                <a:endCxn id="720"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729" name="Google Shape;729;p14"/>
              <p:cNvCxnSpPr>
                <a:stCxn id="714" idx="7"/>
                <a:endCxn id="717"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730" name="Google Shape;730;p14"/>
              <p:cNvCxnSpPr>
                <a:stCxn id="720" idx="7"/>
                <a:endCxn id="716"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731" name="Google Shape;731;p14"/>
              <p:cNvCxnSpPr>
                <a:stCxn id="716" idx="0"/>
                <a:endCxn id="717"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732" name="Google Shape;732;p14"/>
              <p:cNvCxnSpPr>
                <a:stCxn id="721" idx="2"/>
                <a:endCxn id="715"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733" name="Google Shape;733;p14"/>
              <p:cNvCxnSpPr>
                <a:stCxn id="719" idx="7"/>
                <a:endCxn id="721"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734" name="Google Shape;734;p14"/>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35" name="Google Shape;735;p14"/>
              <p:cNvCxnSpPr>
                <a:stCxn id="721" idx="3"/>
                <a:endCxn id="734"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14"/>
              <p:cNvCxnSpPr>
                <a:stCxn id="734" idx="2"/>
                <a:endCxn id="716"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14"/>
              <p:cNvCxnSpPr>
                <a:stCxn id="734" idx="0"/>
                <a:endCxn id="715"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14"/>
              <p:cNvCxnSpPr>
                <a:stCxn id="734" idx="1"/>
                <a:endCxn id="717"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739" name="Google Shape;739;p14"/>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0" name="Google Shape;740;p14"/>
              <p:cNvCxnSpPr>
                <a:stCxn id="716" idx="2"/>
                <a:endCxn id="739"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14"/>
              <p:cNvCxnSpPr>
                <a:stCxn id="739" idx="3"/>
                <a:endCxn id="714"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742" name="Google Shape;742;p14"/>
              <p:cNvCxnSpPr>
                <a:stCxn id="717" idx="4"/>
                <a:endCxn id="739"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743" name="Google Shape;743;p14"/>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44" name="Google Shape;744;p14"/>
              <p:cNvCxnSpPr>
                <a:stCxn id="717" idx="0"/>
                <a:endCxn id="743"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745" name="Google Shape;745;p14"/>
              <p:cNvCxnSpPr>
                <a:stCxn id="718" idx="7"/>
                <a:endCxn id="743"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746" name="Google Shape;746;p14"/>
            <p:cNvGrpSpPr/>
            <p:nvPr/>
          </p:nvGrpSpPr>
          <p:grpSpPr>
            <a:xfrm>
              <a:off x="4731484" y="3997585"/>
              <a:ext cx="4355179" cy="3513764"/>
              <a:chOff x="720009" y="3852908"/>
              <a:chExt cx="4355179" cy="3513764"/>
            </a:xfrm>
          </p:grpSpPr>
          <p:sp>
            <p:nvSpPr>
              <p:cNvPr id="747" name="Google Shape;747;p14"/>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8" name="Google Shape;748;p14"/>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9" name="Google Shape;749;p14"/>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0" name="Google Shape;750;p14"/>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1" name="Google Shape;751;p14"/>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2" name="Google Shape;752;p14"/>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3" name="Google Shape;753;p14"/>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54" name="Google Shape;754;p14"/>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55" name="Google Shape;755;p14"/>
              <p:cNvCxnSpPr>
                <a:stCxn id="752" idx="4"/>
                <a:endCxn id="750"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756" name="Google Shape;756;p14"/>
              <p:cNvCxnSpPr>
                <a:stCxn id="747" idx="7"/>
                <a:endCxn id="751"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757" name="Google Shape;757;p14"/>
              <p:cNvCxnSpPr>
                <a:stCxn id="751" idx="7"/>
                <a:endCxn id="752"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758" name="Google Shape;758;p14"/>
              <p:cNvCxnSpPr>
                <a:stCxn id="752" idx="6"/>
                <a:endCxn id="748"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759" name="Google Shape;759;p14"/>
              <p:cNvCxnSpPr>
                <a:stCxn id="750" idx="7"/>
                <a:endCxn id="748"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760" name="Google Shape;760;p14"/>
              <p:cNvCxnSpPr>
                <a:stCxn id="747" idx="6"/>
                <a:endCxn id="753"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761" name="Google Shape;761;p14"/>
              <p:cNvCxnSpPr>
                <a:stCxn id="753" idx="0"/>
                <a:endCxn id="750"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762" name="Google Shape;762;p14"/>
              <p:cNvCxnSpPr>
                <a:stCxn id="753" idx="5"/>
                <a:endCxn id="749"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14"/>
              <p:cNvCxnSpPr>
                <a:stCxn id="749" idx="0"/>
                <a:endCxn id="750"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14"/>
              <p:cNvCxnSpPr>
                <a:stCxn id="749" idx="7"/>
                <a:endCxn id="754"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14"/>
              <p:cNvCxnSpPr>
                <a:stCxn id="750" idx="6"/>
                <a:endCxn id="754"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14"/>
              <p:cNvCxnSpPr>
                <a:stCxn id="754" idx="0"/>
                <a:endCxn id="748"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14"/>
              <p:cNvCxnSpPr>
                <a:stCxn id="752" idx="5"/>
                <a:endCxn id="754"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14"/>
              <p:cNvCxnSpPr>
                <a:stCxn id="751" idx="6"/>
                <a:endCxn id="754"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14"/>
              <p:cNvCxnSpPr>
                <a:stCxn id="751" idx="5"/>
                <a:endCxn id="753"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770" name="Google Shape;770;p14"/>
              <p:cNvCxnSpPr>
                <a:stCxn id="748" idx="4"/>
                <a:endCxn id="749"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771" name="Google Shape;771;p14"/>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2" name="Google Shape;772;p14"/>
              <p:cNvCxnSpPr>
                <a:stCxn id="754" idx="4"/>
                <a:endCxn id="771"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773" name="Google Shape;773;p14"/>
              <p:cNvCxnSpPr>
                <a:stCxn id="771" idx="1"/>
                <a:endCxn id="749"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774" name="Google Shape;774;p14"/>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775" name="Google Shape;775;p14"/>
              <p:cNvCxnSpPr>
                <a:stCxn id="771" idx="2"/>
                <a:endCxn id="774"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776" name="Google Shape;776;p14"/>
              <p:cNvCxnSpPr>
                <a:stCxn id="774" idx="1"/>
                <a:endCxn id="753"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14"/>
              <p:cNvCxnSpPr>
                <a:stCxn id="774" idx="7"/>
                <a:endCxn id="749"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1_1">
    <p:spTree>
      <p:nvGrpSpPr>
        <p:cNvPr id="778" name="Shape 778"/>
        <p:cNvGrpSpPr/>
        <p:nvPr/>
      </p:nvGrpSpPr>
      <p:grpSpPr>
        <a:xfrm>
          <a:off x="0" y="0"/>
          <a:ext cx="0" cy="0"/>
          <a:chOff x="0" y="0"/>
          <a:chExt cx="0" cy="0"/>
        </a:xfrm>
      </p:grpSpPr>
      <p:sp>
        <p:nvSpPr>
          <p:cNvPr id="779" name="Google Shape;779;p15"/>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780" name="Google Shape;780;p15"/>
          <p:cNvGrpSpPr/>
          <p:nvPr/>
        </p:nvGrpSpPr>
        <p:grpSpPr>
          <a:xfrm>
            <a:off x="119476" y="1141150"/>
            <a:ext cx="7318880" cy="3862644"/>
            <a:chOff x="119476" y="1141150"/>
            <a:chExt cx="7318880" cy="3862644"/>
          </a:xfrm>
        </p:grpSpPr>
        <p:grpSp>
          <p:nvGrpSpPr>
            <p:cNvPr id="781" name="Google Shape;781;p15"/>
            <p:cNvGrpSpPr/>
            <p:nvPr/>
          </p:nvGrpSpPr>
          <p:grpSpPr>
            <a:xfrm rot="10800000">
              <a:off x="119476" y="1141150"/>
              <a:ext cx="298275" cy="322675"/>
              <a:chOff x="8667225" y="681525"/>
              <a:chExt cx="298275" cy="322675"/>
            </a:xfrm>
          </p:grpSpPr>
          <p:sp>
            <p:nvSpPr>
              <p:cNvPr id="782" name="Google Shape;782;p15"/>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3" name="Google Shape;783;p15"/>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4" name="Google Shape;784;p15"/>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785" name="Google Shape;785;p15"/>
            <p:cNvGrpSpPr/>
            <p:nvPr/>
          </p:nvGrpSpPr>
          <p:grpSpPr>
            <a:xfrm rot="-5139163">
              <a:off x="6960991" y="4509560"/>
              <a:ext cx="254304" cy="683114"/>
              <a:chOff x="140150" y="4353245"/>
              <a:chExt cx="254310" cy="683130"/>
            </a:xfrm>
          </p:grpSpPr>
          <p:sp>
            <p:nvSpPr>
              <p:cNvPr id="786" name="Google Shape;786;p15"/>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7" name="Google Shape;787;p15"/>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8" name="Google Shape;788;p15"/>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89" name="Google Shape;789;p15"/>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790" name="Google Shape;790;p15"/>
          <p:cNvGrpSpPr/>
          <p:nvPr/>
        </p:nvGrpSpPr>
        <p:grpSpPr>
          <a:xfrm>
            <a:off x="-3264108" y="1062527"/>
            <a:ext cx="12699758" cy="5125916"/>
            <a:chOff x="-3264108" y="1062527"/>
            <a:chExt cx="12699758" cy="5125916"/>
          </a:xfrm>
        </p:grpSpPr>
        <p:grpSp>
          <p:nvGrpSpPr>
            <p:cNvPr id="791" name="Google Shape;791;p15"/>
            <p:cNvGrpSpPr/>
            <p:nvPr/>
          </p:nvGrpSpPr>
          <p:grpSpPr>
            <a:xfrm rot="10800000">
              <a:off x="7825876" y="2716263"/>
              <a:ext cx="1609774" cy="2641456"/>
              <a:chOff x="-225924" y="-192037"/>
              <a:chExt cx="1609774" cy="2641456"/>
            </a:xfrm>
          </p:grpSpPr>
          <p:cxnSp>
            <p:nvCxnSpPr>
              <p:cNvPr id="792" name="Google Shape;792;p15"/>
              <p:cNvCxnSpPr>
                <a:stCxn id="793" idx="7"/>
                <a:endCxn id="794"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794" name="Google Shape;794;p15"/>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5" name="Google Shape;795;p15"/>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6" name="Google Shape;796;p15"/>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7" name="Google Shape;797;p15"/>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8" name="Google Shape;798;p15"/>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99" name="Google Shape;799;p15"/>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00" name="Google Shape;800;p15"/>
              <p:cNvCxnSpPr>
                <a:stCxn id="799" idx="4"/>
                <a:endCxn id="796"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801" name="Google Shape;801;p15"/>
              <p:cNvCxnSpPr>
                <a:stCxn id="798" idx="4"/>
                <a:endCxn id="796"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802" name="Google Shape;802;p15"/>
              <p:cNvCxnSpPr>
                <a:stCxn id="798" idx="5"/>
                <a:endCxn id="799"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803" name="Google Shape;803;p15"/>
              <p:cNvCxnSpPr>
                <a:stCxn id="798" idx="0"/>
                <a:endCxn id="795"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804" name="Google Shape;804;p15"/>
              <p:cNvCxnSpPr>
                <a:stCxn id="798" idx="7"/>
                <a:endCxn id="793"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805" name="Google Shape;805;p15"/>
              <p:cNvCxnSpPr>
                <a:stCxn id="795" idx="5"/>
                <a:endCxn id="793"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806" name="Google Shape;806;p15"/>
              <p:cNvCxnSpPr>
                <a:stCxn id="795" idx="6"/>
                <a:endCxn id="794"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807" name="Google Shape;807;p15"/>
              <p:cNvCxnSpPr>
                <a:stCxn id="797" idx="2"/>
                <a:endCxn id="795"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808" name="Google Shape;808;p15"/>
              <p:cNvCxnSpPr>
                <a:stCxn id="799" idx="0"/>
                <a:endCxn id="793"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809" name="Google Shape;809;p15"/>
              <p:cNvCxnSpPr>
                <a:stCxn id="799" idx="0"/>
                <a:endCxn id="797"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793" name="Google Shape;793;p15"/>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10" name="Google Shape;810;p15"/>
            <p:cNvGrpSpPr/>
            <p:nvPr/>
          </p:nvGrpSpPr>
          <p:grpSpPr>
            <a:xfrm rot="2030497">
              <a:off x="-2581586" y="1819329"/>
              <a:ext cx="3816850" cy="3612312"/>
              <a:chOff x="-100549" y="47919"/>
              <a:chExt cx="4607849" cy="4360923"/>
            </a:xfrm>
          </p:grpSpPr>
          <p:sp>
            <p:nvSpPr>
              <p:cNvPr id="811" name="Google Shape;811;p15"/>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2" name="Google Shape;812;p15"/>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3" name="Google Shape;813;p15"/>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4" name="Google Shape;814;p15"/>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5" name="Google Shape;815;p15"/>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6" name="Google Shape;816;p15"/>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7" name="Google Shape;817;p15"/>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18" name="Google Shape;818;p15"/>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19" name="Google Shape;819;p15"/>
              <p:cNvCxnSpPr>
                <a:stCxn id="815" idx="5"/>
                <a:endCxn id="814"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820" name="Google Shape;820;p15"/>
              <p:cNvCxnSpPr>
                <a:stCxn id="816" idx="4"/>
                <a:endCxn id="814"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821" name="Google Shape;821;p15"/>
              <p:cNvCxnSpPr>
                <a:stCxn id="811" idx="6"/>
                <a:endCxn id="814"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822" name="Google Shape;822;p15"/>
              <p:cNvCxnSpPr>
                <a:stCxn id="811" idx="0"/>
                <a:endCxn id="815"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15"/>
              <p:cNvCxnSpPr>
                <a:stCxn id="815" idx="7"/>
                <a:endCxn id="816"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15"/>
              <p:cNvCxnSpPr>
                <a:stCxn id="816" idx="6"/>
                <a:endCxn id="812"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15"/>
              <p:cNvCxnSpPr>
                <a:stCxn id="814" idx="7"/>
                <a:endCxn id="812"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15"/>
              <p:cNvCxnSpPr>
                <a:stCxn id="811" idx="5"/>
                <a:endCxn id="817"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15"/>
              <p:cNvCxnSpPr>
                <a:stCxn id="817" idx="7"/>
                <a:endCxn id="814"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15"/>
              <p:cNvCxnSpPr>
                <a:stCxn id="817" idx="5"/>
                <a:endCxn id="813"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15"/>
              <p:cNvCxnSpPr>
                <a:stCxn id="813" idx="0"/>
                <a:endCxn id="814"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830" name="Google Shape;830;p15"/>
              <p:cNvCxnSpPr>
                <a:stCxn id="813" idx="7"/>
                <a:endCxn id="818"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831" name="Google Shape;831;p15"/>
              <p:cNvCxnSpPr>
                <a:stCxn id="814" idx="6"/>
                <a:endCxn id="818"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832" name="Google Shape;832;p15"/>
              <p:cNvCxnSpPr>
                <a:stCxn id="818" idx="0"/>
                <a:endCxn id="812"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833" name="Google Shape;833;p15"/>
              <p:cNvCxnSpPr>
                <a:stCxn id="815" idx="4"/>
                <a:endCxn id="813"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834" name="Google Shape;834;p15"/>
              <p:cNvCxnSpPr>
                <a:stCxn id="812" idx="4"/>
                <a:endCxn id="813"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835" name="Google Shape;835;p15"/>
              <p:cNvCxnSpPr>
                <a:stCxn id="811" idx="5"/>
                <a:endCxn id="813"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836" name="Google Shape;836;p15"/>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37" name="Google Shape;837;p15"/>
              <p:cNvCxnSpPr>
                <a:stCxn id="818" idx="4"/>
                <a:endCxn id="836"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15"/>
              <p:cNvCxnSpPr>
                <a:stCxn id="836" idx="2"/>
                <a:endCxn id="813"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15"/>
              <p:cNvCxnSpPr>
                <a:stCxn id="836" idx="0"/>
                <a:endCxn id="812"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15"/>
              <p:cNvCxnSpPr>
                <a:stCxn id="836" idx="1"/>
                <a:endCxn id="814"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841" name="Google Shape;841;p15"/>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42" name="Google Shape;842;p15"/>
              <p:cNvCxnSpPr>
                <a:stCxn id="836" idx="2"/>
                <a:endCxn id="841"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15"/>
              <p:cNvCxnSpPr>
                <a:stCxn id="841" idx="1"/>
                <a:endCxn id="817"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1_1_1">
    <p:spTree>
      <p:nvGrpSpPr>
        <p:cNvPr id="844" name="Shape 844"/>
        <p:cNvGrpSpPr/>
        <p:nvPr/>
      </p:nvGrpSpPr>
      <p:grpSpPr>
        <a:xfrm>
          <a:off x="0" y="0"/>
          <a:ext cx="0" cy="0"/>
          <a:chOff x="0" y="0"/>
          <a:chExt cx="0" cy="0"/>
        </a:xfrm>
      </p:grpSpPr>
      <p:sp>
        <p:nvSpPr>
          <p:cNvPr id="845" name="Google Shape;845;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846" name="Google Shape;846;p16"/>
          <p:cNvGrpSpPr/>
          <p:nvPr/>
        </p:nvGrpSpPr>
        <p:grpSpPr>
          <a:xfrm>
            <a:off x="3132451" y="3639438"/>
            <a:ext cx="5812012" cy="1415987"/>
            <a:chOff x="3132451" y="3639438"/>
            <a:chExt cx="5812012" cy="1415987"/>
          </a:xfrm>
        </p:grpSpPr>
        <p:grpSp>
          <p:nvGrpSpPr>
            <p:cNvPr id="847" name="Google Shape;847;p16"/>
            <p:cNvGrpSpPr/>
            <p:nvPr/>
          </p:nvGrpSpPr>
          <p:grpSpPr>
            <a:xfrm flipH="1" rot="10800000">
              <a:off x="8538188" y="3639438"/>
              <a:ext cx="406275" cy="563575"/>
              <a:chOff x="140150" y="4340075"/>
              <a:chExt cx="406275" cy="563575"/>
            </a:xfrm>
          </p:grpSpPr>
          <p:sp>
            <p:nvSpPr>
              <p:cNvPr id="848" name="Google Shape;848;p16"/>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49" name="Google Shape;849;p16"/>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0" name="Google Shape;850;p16"/>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1" name="Google Shape;851;p16"/>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852" name="Google Shape;852;p16"/>
            <p:cNvGrpSpPr/>
            <p:nvPr/>
          </p:nvGrpSpPr>
          <p:grpSpPr>
            <a:xfrm rot="10800000">
              <a:off x="3132451" y="4732750"/>
              <a:ext cx="298275" cy="322675"/>
              <a:chOff x="8667225" y="681525"/>
              <a:chExt cx="298275" cy="322675"/>
            </a:xfrm>
          </p:grpSpPr>
          <p:sp>
            <p:nvSpPr>
              <p:cNvPr id="853" name="Google Shape;853;p16"/>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4" name="Google Shape;854;p16"/>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5" name="Google Shape;855;p16"/>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856" name="Google Shape;856;p16"/>
          <p:cNvGrpSpPr/>
          <p:nvPr/>
        </p:nvGrpSpPr>
        <p:grpSpPr>
          <a:xfrm>
            <a:off x="-497962" y="-2402532"/>
            <a:ext cx="9442425" cy="7984626"/>
            <a:chOff x="-497962" y="-2402532"/>
            <a:chExt cx="9442425" cy="7984626"/>
          </a:xfrm>
        </p:grpSpPr>
        <p:grpSp>
          <p:nvGrpSpPr>
            <p:cNvPr id="857" name="Google Shape;857;p16"/>
            <p:cNvGrpSpPr/>
            <p:nvPr/>
          </p:nvGrpSpPr>
          <p:grpSpPr>
            <a:xfrm>
              <a:off x="4589284" y="-2402532"/>
              <a:ext cx="4355179" cy="2890037"/>
              <a:chOff x="4589284" y="-2402532"/>
              <a:chExt cx="4355179" cy="2890037"/>
            </a:xfrm>
          </p:grpSpPr>
          <p:sp>
            <p:nvSpPr>
              <p:cNvPr id="858" name="Google Shape;858;p16"/>
              <p:cNvSpPr/>
              <p:nvPr/>
            </p:nvSpPr>
            <p:spPr>
              <a:xfrm rot="-2040502">
                <a:off x="4627083" y="192930"/>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59" name="Google Shape;859;p16"/>
              <p:cNvSpPr/>
              <p:nvPr/>
            </p:nvSpPr>
            <p:spPr>
              <a:xfrm rot="-2040502">
                <a:off x="7193806" y="-2094369"/>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0" name="Google Shape;860;p16"/>
              <p:cNvSpPr/>
              <p:nvPr/>
            </p:nvSpPr>
            <p:spPr>
              <a:xfrm rot="-2039936">
                <a:off x="7657969" y="-331832"/>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1" name="Google Shape;861;p16"/>
              <p:cNvSpPr/>
              <p:nvPr/>
            </p:nvSpPr>
            <p:spPr>
              <a:xfrm rot="-2047713">
                <a:off x="6999695" y="-80062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2" name="Google Shape;862;p16"/>
              <p:cNvSpPr/>
              <p:nvPr/>
            </p:nvSpPr>
            <p:spPr>
              <a:xfrm rot="-2045153">
                <a:off x="6126796" y="-832163"/>
                <a:ext cx="96354" cy="9635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3" name="Google Shape;863;p16"/>
              <p:cNvSpPr/>
              <p:nvPr/>
            </p:nvSpPr>
            <p:spPr>
              <a:xfrm rot="-2047713">
                <a:off x="6039211" y="-237716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4" name="Google Shape;864;p16"/>
              <p:cNvSpPr/>
              <p:nvPr/>
            </p:nvSpPr>
            <p:spPr>
              <a:xfrm rot="-2047713">
                <a:off x="6268216" y="-105290"/>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65" name="Google Shape;865;p16"/>
              <p:cNvSpPr/>
              <p:nvPr/>
            </p:nvSpPr>
            <p:spPr>
              <a:xfrm rot="-2045153">
                <a:off x="8100376" y="-1339754"/>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66" name="Google Shape;866;p16"/>
              <p:cNvCxnSpPr>
                <a:stCxn id="862" idx="5"/>
                <a:endCxn id="861" idx="1"/>
              </p:cNvCxnSpPr>
              <p:nvPr/>
            </p:nvCxnSpPr>
            <p:spPr>
              <a:xfrm>
                <a:off x="6222278" y="-774864"/>
                <a:ext cx="778500" cy="273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16"/>
              <p:cNvCxnSpPr>
                <a:stCxn id="863" idx="4"/>
                <a:endCxn id="861" idx="0"/>
              </p:cNvCxnSpPr>
              <p:nvPr/>
            </p:nvCxnSpPr>
            <p:spPr>
              <a:xfrm>
                <a:off x="6141046" y="-2257932"/>
                <a:ext cx="887400" cy="14685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16"/>
              <p:cNvCxnSpPr>
                <a:stCxn id="858" idx="6"/>
                <a:endCxn id="862" idx="3"/>
              </p:cNvCxnSpPr>
              <p:nvPr/>
            </p:nvCxnSpPr>
            <p:spPr>
              <a:xfrm flipH="1" rot="10800000">
                <a:off x="4805134" y="-736769"/>
                <a:ext cx="1360800" cy="9726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16"/>
              <p:cNvCxnSpPr>
                <a:stCxn id="862" idx="7"/>
                <a:endCxn id="863" idx="2"/>
              </p:cNvCxnSpPr>
              <p:nvPr/>
            </p:nvCxnSpPr>
            <p:spPr>
              <a:xfrm rot="10800000">
                <a:off x="6050594" y="-2275192"/>
                <a:ext cx="133500" cy="14439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16"/>
              <p:cNvCxnSpPr>
                <a:stCxn id="863" idx="6"/>
                <a:endCxn id="859" idx="1"/>
              </p:cNvCxnSpPr>
              <p:nvPr/>
            </p:nvCxnSpPr>
            <p:spPr>
              <a:xfrm>
                <a:off x="6158446" y="-2348532"/>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16"/>
              <p:cNvCxnSpPr>
                <a:stCxn id="861" idx="7"/>
                <a:endCxn id="859" idx="3"/>
              </p:cNvCxnSpPr>
              <p:nvPr/>
            </p:nvCxnSpPr>
            <p:spPr>
              <a:xfrm flipH="1" rot="10800000">
                <a:off x="7077233" y="-1901356"/>
                <a:ext cx="195300" cy="1101900"/>
              </a:xfrm>
              <a:prstGeom prst="straightConnector1">
                <a:avLst/>
              </a:prstGeom>
              <a:noFill/>
              <a:ln cap="flat" cmpd="sng" w="9525">
                <a:solidFill>
                  <a:schemeClr val="dk2"/>
                </a:solidFill>
                <a:prstDash val="solid"/>
                <a:round/>
                <a:headEnd len="med" w="med" type="none"/>
                <a:tailEnd len="med" w="med" type="none"/>
              </a:ln>
            </p:spPr>
          </p:cxnSp>
          <p:cxnSp>
            <p:nvCxnSpPr>
              <p:cNvPr id="872" name="Google Shape;872;p16"/>
              <p:cNvCxnSpPr>
                <a:stCxn id="858" idx="6"/>
                <a:endCxn id="864" idx="1"/>
              </p:cNvCxnSpPr>
              <p:nvPr/>
            </p:nvCxnSpPr>
            <p:spPr>
              <a:xfrm flipH="1" rot="10800000">
                <a:off x="4805134" y="-52469"/>
                <a:ext cx="1464300" cy="288300"/>
              </a:xfrm>
              <a:prstGeom prst="straightConnector1">
                <a:avLst/>
              </a:prstGeom>
              <a:noFill/>
              <a:ln cap="flat" cmpd="sng" w="9525">
                <a:solidFill>
                  <a:schemeClr val="dk2"/>
                </a:solidFill>
                <a:prstDash val="solid"/>
                <a:round/>
                <a:headEnd len="med" w="med" type="none"/>
                <a:tailEnd len="med" w="med" type="none"/>
              </a:ln>
            </p:spPr>
          </p:cxnSp>
          <p:cxnSp>
            <p:nvCxnSpPr>
              <p:cNvPr id="873" name="Google Shape;873;p16"/>
              <p:cNvCxnSpPr>
                <a:stCxn id="864" idx="6"/>
                <a:endCxn id="861" idx="2"/>
              </p:cNvCxnSpPr>
              <p:nvPr/>
            </p:nvCxnSpPr>
            <p:spPr>
              <a:xfrm flipH="1" rot="10800000">
                <a:off x="6387451" y="-698855"/>
                <a:ext cx="623400" cy="622200"/>
              </a:xfrm>
              <a:prstGeom prst="straightConnector1">
                <a:avLst/>
              </a:prstGeom>
              <a:noFill/>
              <a:ln cap="flat" cmpd="sng" w="9525">
                <a:solidFill>
                  <a:schemeClr val="dk2"/>
                </a:solidFill>
                <a:prstDash val="solid"/>
                <a:round/>
                <a:headEnd len="med" w="med" type="none"/>
                <a:tailEnd len="med" w="med" type="none"/>
              </a:ln>
            </p:spPr>
          </p:cxnSp>
          <p:cxnSp>
            <p:nvCxnSpPr>
              <p:cNvPr id="874" name="Google Shape;874;p16"/>
              <p:cNvCxnSpPr>
                <a:stCxn id="864" idx="5"/>
                <a:endCxn id="860" idx="1"/>
              </p:cNvCxnSpPr>
              <p:nvPr/>
            </p:nvCxnSpPr>
            <p:spPr>
              <a:xfrm flipH="1" rot="10800000">
                <a:off x="6397515" y="-169351"/>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875" name="Google Shape;875;p16"/>
              <p:cNvCxnSpPr>
                <a:stCxn id="860" idx="0"/>
                <a:endCxn id="861" idx="5"/>
              </p:cNvCxnSpPr>
              <p:nvPr/>
            </p:nvCxnSpPr>
            <p:spPr>
              <a:xfrm rot="10800000">
                <a:off x="7129021" y="-723230"/>
                <a:ext cx="617400" cy="425700"/>
              </a:xfrm>
              <a:prstGeom prst="straightConnector1">
                <a:avLst/>
              </a:prstGeom>
              <a:noFill/>
              <a:ln cap="flat" cmpd="sng" w="9525">
                <a:solidFill>
                  <a:schemeClr val="dk2"/>
                </a:solidFill>
                <a:prstDash val="solid"/>
                <a:round/>
                <a:headEnd len="med" w="med" type="none"/>
                <a:tailEnd len="med" w="med" type="none"/>
              </a:ln>
            </p:spPr>
          </p:cxnSp>
          <p:cxnSp>
            <p:nvCxnSpPr>
              <p:cNvPr id="876" name="Google Shape;876;p16"/>
              <p:cNvCxnSpPr>
                <a:stCxn id="860" idx="7"/>
                <a:endCxn id="865" idx="3"/>
              </p:cNvCxnSpPr>
              <p:nvPr/>
            </p:nvCxnSpPr>
            <p:spPr>
              <a:xfrm flipH="1" rot="10800000">
                <a:off x="7896910" y="-1244345"/>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877" name="Google Shape;877;p16"/>
              <p:cNvCxnSpPr>
                <a:stCxn id="861" idx="6"/>
                <a:endCxn id="865" idx="2"/>
              </p:cNvCxnSpPr>
              <p:nvPr/>
            </p:nvCxnSpPr>
            <p:spPr>
              <a:xfrm flipH="1" rot="10800000">
                <a:off x="7118930" y="-1264592"/>
                <a:ext cx="989700" cy="492600"/>
              </a:xfrm>
              <a:prstGeom prst="straightConnector1">
                <a:avLst/>
              </a:prstGeom>
              <a:noFill/>
              <a:ln cap="flat" cmpd="sng" w="9525">
                <a:solidFill>
                  <a:schemeClr val="dk2"/>
                </a:solidFill>
                <a:prstDash val="solid"/>
                <a:round/>
                <a:headEnd len="med" w="med" type="none"/>
                <a:tailEnd len="med" w="med" type="none"/>
              </a:ln>
            </p:spPr>
          </p:cxnSp>
          <p:cxnSp>
            <p:nvCxnSpPr>
              <p:cNvPr id="878" name="Google Shape;878;p16"/>
              <p:cNvCxnSpPr>
                <a:stCxn id="865" idx="0"/>
                <a:endCxn id="859" idx="5"/>
              </p:cNvCxnSpPr>
              <p:nvPr/>
            </p:nvCxnSpPr>
            <p:spPr>
              <a:xfrm rot="10800000">
                <a:off x="7386853" y="-1978577"/>
                <a:ext cx="734700" cy="6471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16"/>
              <p:cNvCxnSpPr>
                <a:stCxn id="863" idx="5"/>
                <a:endCxn id="865" idx="1"/>
              </p:cNvCxnSpPr>
              <p:nvPr/>
            </p:nvCxnSpPr>
            <p:spPr>
              <a:xfrm>
                <a:off x="6168510" y="-2299629"/>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16"/>
              <p:cNvCxnSpPr>
                <a:stCxn id="862" idx="6"/>
                <a:endCxn id="865" idx="1"/>
              </p:cNvCxnSpPr>
              <p:nvPr/>
            </p:nvCxnSpPr>
            <p:spPr>
              <a:xfrm flipH="1" rot="10800000">
                <a:off x="6214873" y="-1300586"/>
                <a:ext cx="1886400" cy="4896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16"/>
              <p:cNvCxnSpPr>
                <a:stCxn id="862" idx="4"/>
                <a:endCxn id="860" idx="1"/>
              </p:cNvCxnSpPr>
              <p:nvPr/>
            </p:nvCxnSpPr>
            <p:spPr>
              <a:xfrm>
                <a:off x="6201973" y="-744086"/>
                <a:ext cx="1459800" cy="5745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16"/>
              <p:cNvCxnSpPr>
                <a:stCxn id="859" idx="4"/>
                <a:endCxn id="860" idx="7"/>
              </p:cNvCxnSpPr>
              <p:nvPr/>
            </p:nvCxnSpPr>
            <p:spPr>
              <a:xfrm>
                <a:off x="7345607" y="-1916318"/>
                <a:ext cx="551400" cy="1588200"/>
              </a:xfrm>
              <a:prstGeom prst="straightConnector1">
                <a:avLst/>
              </a:prstGeom>
              <a:noFill/>
              <a:ln cap="flat" cmpd="sng" w="9525">
                <a:solidFill>
                  <a:schemeClr val="dk2"/>
                </a:solidFill>
                <a:prstDash val="solid"/>
                <a:round/>
                <a:headEnd len="med" w="med" type="none"/>
                <a:tailEnd len="med" w="med" type="none"/>
              </a:ln>
            </p:spPr>
          </p:cxnSp>
          <p:sp>
            <p:nvSpPr>
              <p:cNvPr id="883" name="Google Shape;883;p16"/>
              <p:cNvSpPr/>
              <p:nvPr/>
            </p:nvSpPr>
            <p:spPr>
              <a:xfrm rot="-2047713">
                <a:off x="8788629" y="-4306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4" name="Google Shape;884;p16"/>
              <p:cNvCxnSpPr>
                <a:stCxn id="865" idx="4"/>
                <a:endCxn id="883" idx="7"/>
              </p:cNvCxnSpPr>
              <p:nvPr/>
            </p:nvCxnSpPr>
            <p:spPr>
              <a:xfrm>
                <a:off x="8175553" y="-1251677"/>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16"/>
              <p:cNvCxnSpPr>
                <a:stCxn id="883" idx="1"/>
                <a:endCxn id="860" idx="5"/>
              </p:cNvCxnSpPr>
              <p:nvPr/>
            </p:nvCxnSpPr>
            <p:spPr>
              <a:xfrm rot="10800000">
                <a:off x="8055700" y="-93031"/>
                <a:ext cx="734100" cy="102900"/>
              </a:xfrm>
              <a:prstGeom prst="straightConnector1">
                <a:avLst/>
              </a:prstGeom>
              <a:noFill/>
              <a:ln cap="flat" cmpd="sng" w="9525">
                <a:solidFill>
                  <a:schemeClr val="dk2"/>
                </a:solidFill>
                <a:prstDash val="solid"/>
                <a:round/>
                <a:headEnd len="med" w="med" type="none"/>
                <a:tailEnd len="med" w="med" type="none"/>
              </a:ln>
            </p:spPr>
          </p:cxnSp>
          <p:cxnSp>
            <p:nvCxnSpPr>
              <p:cNvPr id="886" name="Google Shape;886;p16"/>
              <p:cNvCxnSpPr>
                <a:stCxn id="883" idx="0"/>
                <a:endCxn id="859" idx="4"/>
              </p:cNvCxnSpPr>
              <p:nvPr/>
            </p:nvCxnSpPr>
            <p:spPr>
              <a:xfrm rot="10800000">
                <a:off x="7345463" y="-1916427"/>
                <a:ext cx="1471800" cy="1884600"/>
              </a:xfrm>
              <a:prstGeom prst="straightConnector1">
                <a:avLst/>
              </a:prstGeom>
              <a:noFill/>
              <a:ln cap="flat" cmpd="sng" w="9525">
                <a:solidFill>
                  <a:schemeClr val="dk2"/>
                </a:solidFill>
                <a:prstDash val="solid"/>
                <a:round/>
                <a:headEnd len="med" w="med" type="none"/>
                <a:tailEnd len="med" w="med" type="none"/>
              </a:ln>
            </p:spPr>
          </p:cxnSp>
          <p:cxnSp>
            <p:nvCxnSpPr>
              <p:cNvPr id="887" name="Google Shape;887;p16"/>
              <p:cNvCxnSpPr>
                <a:stCxn id="883" idx="1"/>
                <a:endCxn id="861" idx="5"/>
              </p:cNvCxnSpPr>
              <p:nvPr/>
            </p:nvCxnSpPr>
            <p:spPr>
              <a:xfrm rot="10800000">
                <a:off x="7129000" y="-723031"/>
                <a:ext cx="1660800" cy="732900"/>
              </a:xfrm>
              <a:prstGeom prst="straightConnector1">
                <a:avLst/>
              </a:prstGeom>
              <a:noFill/>
              <a:ln cap="flat" cmpd="sng" w="9525">
                <a:solidFill>
                  <a:schemeClr val="dk2"/>
                </a:solidFill>
                <a:prstDash val="solid"/>
                <a:round/>
                <a:headEnd len="med" w="med" type="none"/>
                <a:tailEnd len="med" w="med" type="none"/>
              </a:ln>
            </p:spPr>
          </p:cxnSp>
          <p:sp>
            <p:nvSpPr>
              <p:cNvPr id="888" name="Google Shape;888;p16"/>
              <p:cNvSpPr/>
              <p:nvPr/>
            </p:nvSpPr>
            <p:spPr>
              <a:xfrm rot="-2040502">
                <a:off x="7684687" y="25500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889" name="Google Shape;889;p16"/>
              <p:cNvCxnSpPr>
                <a:stCxn id="883" idx="2"/>
                <a:endCxn id="888" idx="5"/>
              </p:cNvCxnSpPr>
              <p:nvPr/>
            </p:nvCxnSpPr>
            <p:spPr>
              <a:xfrm flipH="1">
                <a:off x="7877663" y="58773"/>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890" name="Google Shape;890;p16"/>
              <p:cNvCxnSpPr>
                <a:stCxn id="888" idx="1"/>
                <a:endCxn id="864" idx="5"/>
              </p:cNvCxnSpPr>
              <p:nvPr/>
            </p:nvCxnSpPr>
            <p:spPr>
              <a:xfrm rot="10800000">
                <a:off x="6397373" y="-27707"/>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891" name="Google Shape;891;p16"/>
              <p:cNvCxnSpPr>
                <a:stCxn id="888" idx="7"/>
                <a:endCxn id="860" idx="3"/>
              </p:cNvCxnSpPr>
              <p:nvPr/>
            </p:nvCxnSpPr>
            <p:spPr>
              <a:xfrm flipH="1" rot="10800000">
                <a:off x="7800600" y="65689"/>
                <a:ext cx="19800" cy="191100"/>
              </a:xfrm>
              <a:prstGeom prst="straightConnector1">
                <a:avLst/>
              </a:prstGeom>
              <a:noFill/>
              <a:ln cap="flat" cmpd="sng" w="9525">
                <a:solidFill>
                  <a:schemeClr val="dk2"/>
                </a:solidFill>
                <a:prstDash val="solid"/>
                <a:round/>
                <a:headEnd len="med" w="med" type="none"/>
                <a:tailEnd len="med" w="med" type="none"/>
              </a:ln>
            </p:spPr>
          </p:cxnSp>
        </p:grpSp>
        <p:grpSp>
          <p:nvGrpSpPr>
            <p:cNvPr id="892" name="Google Shape;892;p16"/>
            <p:cNvGrpSpPr/>
            <p:nvPr/>
          </p:nvGrpSpPr>
          <p:grpSpPr>
            <a:xfrm flipH="1" rot="10800000">
              <a:off x="-497962" y="2260383"/>
              <a:ext cx="3063625" cy="3321711"/>
              <a:chOff x="-460575" y="-671217"/>
              <a:chExt cx="3063625" cy="3321711"/>
            </a:xfrm>
          </p:grpSpPr>
          <p:cxnSp>
            <p:nvCxnSpPr>
              <p:cNvPr id="893" name="Google Shape;893;p16"/>
              <p:cNvCxnSpPr>
                <a:stCxn id="894" idx="6"/>
                <a:endCxn id="895"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895" name="Google Shape;895;p16"/>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6" name="Google Shape;896;p16"/>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7" name="Google Shape;897;p16"/>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8" name="Google Shape;898;p16"/>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9" name="Google Shape;899;p16"/>
              <p:cNvSpPr/>
              <p:nvPr/>
            </p:nvSpPr>
            <p:spPr>
              <a:xfrm>
                <a:off x="382937" y="1317277"/>
                <a:ext cx="1569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00" name="Google Shape;900;p16"/>
              <p:cNvCxnSpPr>
                <a:stCxn id="899" idx="4"/>
                <a:endCxn id="897" idx="0"/>
              </p:cNvCxnSpPr>
              <p:nvPr/>
            </p:nvCxnSpPr>
            <p:spPr>
              <a:xfrm flipH="1">
                <a:off x="169187" y="1474777"/>
                <a:ext cx="292200" cy="1018200"/>
              </a:xfrm>
              <a:prstGeom prst="straightConnector1">
                <a:avLst/>
              </a:prstGeom>
              <a:noFill/>
              <a:ln cap="flat" cmpd="sng" w="9525">
                <a:solidFill>
                  <a:schemeClr val="dk2"/>
                </a:solidFill>
                <a:prstDash val="solid"/>
                <a:round/>
                <a:headEnd len="med" w="med" type="none"/>
                <a:tailEnd len="med" w="med" type="none"/>
              </a:ln>
            </p:spPr>
          </p:cxnSp>
          <p:cxnSp>
            <p:nvCxnSpPr>
              <p:cNvPr id="901" name="Google Shape;901;p16"/>
              <p:cNvCxnSpPr>
                <a:stCxn id="898" idx="4"/>
                <a:endCxn id="897"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902" name="Google Shape;902;p16"/>
              <p:cNvCxnSpPr>
                <a:stCxn id="898" idx="5"/>
                <a:endCxn id="899" idx="1"/>
              </p:cNvCxnSpPr>
              <p:nvPr/>
            </p:nvCxnSpPr>
            <p:spPr>
              <a:xfrm>
                <a:off x="199829" y="960741"/>
                <a:ext cx="206100" cy="379500"/>
              </a:xfrm>
              <a:prstGeom prst="straightConnector1">
                <a:avLst/>
              </a:prstGeom>
              <a:noFill/>
              <a:ln cap="flat" cmpd="sng" w="9525">
                <a:solidFill>
                  <a:schemeClr val="dk2"/>
                </a:solidFill>
                <a:prstDash val="solid"/>
                <a:round/>
                <a:headEnd len="med" w="med" type="none"/>
                <a:tailEnd len="med" w="med" type="none"/>
              </a:ln>
            </p:spPr>
          </p:cxnSp>
          <p:cxnSp>
            <p:nvCxnSpPr>
              <p:cNvPr id="903" name="Google Shape;903;p16"/>
              <p:cNvCxnSpPr>
                <a:stCxn id="898" idx="0"/>
                <a:endCxn id="896"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904" name="Google Shape;904;p16"/>
              <p:cNvCxnSpPr>
                <a:stCxn id="898" idx="7"/>
                <a:endCxn id="894"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05" name="Google Shape;905;p16"/>
              <p:cNvCxnSpPr>
                <a:stCxn id="896" idx="5"/>
                <a:endCxn id="894"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906" name="Google Shape;906;p16"/>
              <p:cNvCxnSpPr>
                <a:stCxn id="896" idx="6"/>
                <a:endCxn id="895"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16"/>
              <p:cNvCxnSpPr>
                <a:stCxn id="908" idx="1"/>
                <a:endCxn id="896"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16"/>
              <p:cNvCxnSpPr>
                <a:stCxn id="899" idx="0"/>
                <a:endCxn id="894" idx="4"/>
              </p:cNvCxnSpPr>
              <p:nvPr/>
            </p:nvCxnSpPr>
            <p:spPr>
              <a:xfrm rot="10800000">
                <a:off x="378587" y="456577"/>
                <a:ext cx="82800" cy="8607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16"/>
              <p:cNvCxnSpPr>
                <a:stCxn id="899" idx="0"/>
                <a:endCxn id="908" idx="3"/>
              </p:cNvCxnSpPr>
              <p:nvPr/>
            </p:nvCxnSpPr>
            <p:spPr>
              <a:xfrm flipH="1" rot="10800000">
                <a:off x="461387" y="268177"/>
                <a:ext cx="335100" cy="1049100"/>
              </a:xfrm>
              <a:prstGeom prst="straightConnector1">
                <a:avLst/>
              </a:prstGeom>
              <a:noFill/>
              <a:ln cap="flat" cmpd="sng" w="9525">
                <a:solidFill>
                  <a:schemeClr val="dk2"/>
                </a:solidFill>
                <a:prstDash val="solid"/>
                <a:round/>
                <a:headEnd len="med" w="med" type="none"/>
                <a:tailEnd len="med" w="med" type="none"/>
              </a:ln>
            </p:spPr>
          </p:cxnSp>
          <p:sp>
            <p:nvSpPr>
              <p:cNvPr id="911" name="Google Shape;911;p16"/>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2" name="Google Shape;912;p16"/>
              <p:cNvCxnSpPr>
                <a:stCxn id="896" idx="5"/>
                <a:endCxn id="911"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16"/>
              <p:cNvCxnSpPr>
                <a:stCxn id="908" idx="7"/>
                <a:endCxn id="911"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914" name="Google Shape;914;p16"/>
              <p:cNvCxnSpPr>
                <a:stCxn id="911" idx="6"/>
                <a:endCxn id="895"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915" name="Google Shape;915;p16"/>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16" name="Google Shape;916;p16"/>
              <p:cNvCxnSpPr>
                <a:stCxn id="915" idx="0"/>
                <a:endCxn id="896"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917" name="Google Shape;917;p16"/>
              <p:cNvCxnSpPr>
                <a:stCxn id="915" idx="6"/>
                <a:endCxn id="894"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918" name="Google Shape;918;p16"/>
              <p:cNvCxnSpPr>
                <a:stCxn id="915" idx="5"/>
                <a:endCxn id="898"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919" name="Google Shape;919;p16"/>
              <p:cNvCxnSpPr>
                <a:stCxn id="915" idx="5"/>
                <a:endCxn id="897"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908" name="Google Shape;908;p16"/>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894" name="Google Shape;894;p16"/>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2">
    <p:spTree>
      <p:nvGrpSpPr>
        <p:cNvPr id="920" name="Shape 920"/>
        <p:cNvGrpSpPr/>
        <p:nvPr/>
      </p:nvGrpSpPr>
      <p:grpSpPr>
        <a:xfrm>
          <a:off x="0" y="0"/>
          <a:ext cx="0" cy="0"/>
          <a:chOff x="0" y="0"/>
          <a:chExt cx="0" cy="0"/>
        </a:xfrm>
      </p:grpSpPr>
      <p:sp>
        <p:nvSpPr>
          <p:cNvPr id="921" name="Google Shape;92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2" name="Google Shape;922;p17"/>
          <p:cNvSpPr txBox="1"/>
          <p:nvPr>
            <p:ph idx="1" type="body"/>
          </p:nvPr>
        </p:nvSpPr>
        <p:spPr>
          <a:xfrm>
            <a:off x="720000" y="1215751"/>
            <a:ext cx="7704000" cy="45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923" name="Google Shape;923;p17"/>
          <p:cNvGrpSpPr/>
          <p:nvPr/>
        </p:nvGrpSpPr>
        <p:grpSpPr>
          <a:xfrm>
            <a:off x="119476" y="1141150"/>
            <a:ext cx="7318880" cy="3862644"/>
            <a:chOff x="119476" y="1141150"/>
            <a:chExt cx="7318880" cy="3862644"/>
          </a:xfrm>
        </p:grpSpPr>
        <p:grpSp>
          <p:nvGrpSpPr>
            <p:cNvPr id="924" name="Google Shape;924;p17"/>
            <p:cNvGrpSpPr/>
            <p:nvPr/>
          </p:nvGrpSpPr>
          <p:grpSpPr>
            <a:xfrm rot="10800000">
              <a:off x="119476" y="1141150"/>
              <a:ext cx="298275" cy="322675"/>
              <a:chOff x="8667225" y="681525"/>
              <a:chExt cx="298275" cy="322675"/>
            </a:xfrm>
          </p:grpSpPr>
          <p:sp>
            <p:nvSpPr>
              <p:cNvPr id="925" name="Google Shape;925;p17"/>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6" name="Google Shape;926;p17"/>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27" name="Google Shape;927;p17"/>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28" name="Google Shape;928;p17"/>
            <p:cNvGrpSpPr/>
            <p:nvPr/>
          </p:nvGrpSpPr>
          <p:grpSpPr>
            <a:xfrm rot="-5139163">
              <a:off x="6960991" y="4509560"/>
              <a:ext cx="254304" cy="683114"/>
              <a:chOff x="140150" y="4353245"/>
              <a:chExt cx="254310" cy="683130"/>
            </a:xfrm>
          </p:grpSpPr>
          <p:sp>
            <p:nvSpPr>
              <p:cNvPr id="929" name="Google Shape;929;p17"/>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0" name="Google Shape;930;p17"/>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1" name="Google Shape;931;p17"/>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2" name="Google Shape;932;p17"/>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933" name="Google Shape;933;p17"/>
          <p:cNvGrpSpPr/>
          <p:nvPr/>
        </p:nvGrpSpPr>
        <p:grpSpPr>
          <a:xfrm>
            <a:off x="-3264108" y="1062527"/>
            <a:ext cx="12699758" cy="5125916"/>
            <a:chOff x="-3264108" y="1062527"/>
            <a:chExt cx="12699758" cy="5125916"/>
          </a:xfrm>
        </p:grpSpPr>
        <p:grpSp>
          <p:nvGrpSpPr>
            <p:cNvPr id="934" name="Google Shape;934;p17"/>
            <p:cNvGrpSpPr/>
            <p:nvPr/>
          </p:nvGrpSpPr>
          <p:grpSpPr>
            <a:xfrm rot="10800000">
              <a:off x="7825876" y="2716263"/>
              <a:ext cx="1609774" cy="2641456"/>
              <a:chOff x="-225924" y="-192037"/>
              <a:chExt cx="1609774" cy="2641456"/>
            </a:xfrm>
          </p:grpSpPr>
          <p:cxnSp>
            <p:nvCxnSpPr>
              <p:cNvPr id="935" name="Google Shape;935;p17"/>
              <p:cNvCxnSpPr>
                <a:stCxn id="936" idx="7"/>
                <a:endCxn id="937"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937" name="Google Shape;937;p17"/>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17"/>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17"/>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17"/>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1" name="Google Shape;941;p17"/>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2" name="Google Shape;942;p17"/>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43" name="Google Shape;943;p17"/>
              <p:cNvCxnSpPr>
                <a:stCxn id="942" idx="4"/>
                <a:endCxn id="939"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944" name="Google Shape;944;p17"/>
              <p:cNvCxnSpPr>
                <a:stCxn id="941" idx="4"/>
                <a:endCxn id="939"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945" name="Google Shape;945;p17"/>
              <p:cNvCxnSpPr>
                <a:stCxn id="941" idx="5"/>
                <a:endCxn id="942"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946" name="Google Shape;946;p17"/>
              <p:cNvCxnSpPr>
                <a:stCxn id="941" idx="0"/>
                <a:endCxn id="938"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947" name="Google Shape;947;p17"/>
              <p:cNvCxnSpPr>
                <a:stCxn id="941" idx="7"/>
                <a:endCxn id="936"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948" name="Google Shape;948;p17"/>
              <p:cNvCxnSpPr>
                <a:stCxn id="938" idx="5"/>
                <a:endCxn id="936"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949" name="Google Shape;949;p17"/>
              <p:cNvCxnSpPr>
                <a:stCxn id="938" idx="6"/>
                <a:endCxn id="937"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950" name="Google Shape;950;p17"/>
              <p:cNvCxnSpPr>
                <a:stCxn id="940" idx="2"/>
                <a:endCxn id="938"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951" name="Google Shape;951;p17"/>
              <p:cNvCxnSpPr>
                <a:stCxn id="942" idx="0"/>
                <a:endCxn id="936"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952" name="Google Shape;952;p17"/>
              <p:cNvCxnSpPr>
                <a:stCxn id="942" idx="0"/>
                <a:endCxn id="940"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936" name="Google Shape;936;p17"/>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953" name="Google Shape;953;p17"/>
            <p:cNvGrpSpPr/>
            <p:nvPr/>
          </p:nvGrpSpPr>
          <p:grpSpPr>
            <a:xfrm rot="2030497">
              <a:off x="-2581586" y="1819329"/>
              <a:ext cx="3816850" cy="3612312"/>
              <a:chOff x="-100549" y="47919"/>
              <a:chExt cx="4607849" cy="4360923"/>
            </a:xfrm>
          </p:grpSpPr>
          <p:sp>
            <p:nvSpPr>
              <p:cNvPr id="954" name="Google Shape;954;p17"/>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5" name="Google Shape;955;p17"/>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6" name="Google Shape;956;p17"/>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7" name="Google Shape;957;p17"/>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8" name="Google Shape;958;p17"/>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59" name="Google Shape;959;p17"/>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0" name="Google Shape;960;p17"/>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61" name="Google Shape;961;p17"/>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62" name="Google Shape;962;p17"/>
              <p:cNvCxnSpPr>
                <a:stCxn id="958" idx="5"/>
                <a:endCxn id="957"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963" name="Google Shape;963;p17"/>
              <p:cNvCxnSpPr>
                <a:stCxn id="959" idx="4"/>
                <a:endCxn id="957"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964" name="Google Shape;964;p17"/>
              <p:cNvCxnSpPr>
                <a:stCxn id="954" idx="6"/>
                <a:endCxn id="957"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965" name="Google Shape;965;p17"/>
              <p:cNvCxnSpPr>
                <a:stCxn id="954" idx="0"/>
                <a:endCxn id="958"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966" name="Google Shape;966;p17"/>
              <p:cNvCxnSpPr>
                <a:stCxn id="958" idx="7"/>
                <a:endCxn id="959"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967" name="Google Shape;967;p17"/>
              <p:cNvCxnSpPr>
                <a:stCxn id="959" idx="6"/>
                <a:endCxn id="955"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968" name="Google Shape;968;p17"/>
              <p:cNvCxnSpPr>
                <a:stCxn id="957" idx="7"/>
                <a:endCxn id="955"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969" name="Google Shape;969;p17"/>
              <p:cNvCxnSpPr>
                <a:stCxn id="954" idx="5"/>
                <a:endCxn id="960"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970" name="Google Shape;970;p17"/>
              <p:cNvCxnSpPr>
                <a:stCxn id="960" idx="7"/>
                <a:endCxn id="957"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971" name="Google Shape;971;p17"/>
              <p:cNvCxnSpPr>
                <a:stCxn id="960" idx="5"/>
                <a:endCxn id="956"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972" name="Google Shape;972;p17"/>
              <p:cNvCxnSpPr>
                <a:stCxn id="956" idx="0"/>
                <a:endCxn id="957"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973" name="Google Shape;973;p17"/>
              <p:cNvCxnSpPr>
                <a:stCxn id="956" idx="7"/>
                <a:endCxn id="961"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17"/>
              <p:cNvCxnSpPr>
                <a:stCxn id="957" idx="6"/>
                <a:endCxn id="961"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17"/>
              <p:cNvCxnSpPr>
                <a:stCxn id="961" idx="0"/>
                <a:endCxn id="955"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17"/>
              <p:cNvCxnSpPr>
                <a:stCxn id="958" idx="4"/>
                <a:endCxn id="956"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17"/>
              <p:cNvCxnSpPr>
                <a:stCxn id="955" idx="4"/>
                <a:endCxn id="956"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17"/>
              <p:cNvCxnSpPr>
                <a:stCxn id="954" idx="5"/>
                <a:endCxn id="956"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979" name="Google Shape;979;p17"/>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0" name="Google Shape;980;p17"/>
              <p:cNvCxnSpPr>
                <a:stCxn id="961" idx="4"/>
                <a:endCxn id="979"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981" name="Google Shape;981;p17"/>
              <p:cNvCxnSpPr>
                <a:stCxn id="979" idx="2"/>
                <a:endCxn id="956"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982" name="Google Shape;982;p17"/>
              <p:cNvCxnSpPr>
                <a:stCxn id="979" idx="0"/>
                <a:endCxn id="955"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983" name="Google Shape;983;p17"/>
              <p:cNvCxnSpPr>
                <a:stCxn id="979" idx="1"/>
                <a:endCxn id="957"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984" name="Google Shape;984;p17"/>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985" name="Google Shape;985;p17"/>
              <p:cNvCxnSpPr>
                <a:stCxn id="979" idx="2"/>
                <a:endCxn id="984"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986" name="Google Shape;986;p17"/>
              <p:cNvCxnSpPr>
                <a:stCxn id="984" idx="1"/>
                <a:endCxn id="960"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87" name="Shape 987"/>
        <p:cNvGrpSpPr/>
        <p:nvPr/>
      </p:nvGrpSpPr>
      <p:grpSpPr>
        <a:xfrm>
          <a:off x="0" y="0"/>
          <a:ext cx="0" cy="0"/>
          <a:chOff x="0" y="0"/>
          <a:chExt cx="0" cy="0"/>
        </a:xfrm>
      </p:grpSpPr>
      <p:sp>
        <p:nvSpPr>
          <p:cNvPr id="988" name="Google Shape;988;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89" name="Google Shape;989;p18"/>
          <p:cNvSpPr txBox="1"/>
          <p:nvPr>
            <p:ph idx="1" type="subTitle"/>
          </p:nvPr>
        </p:nvSpPr>
        <p:spPr>
          <a:xfrm>
            <a:off x="1200900" y="170655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0" name="Google Shape;990;p18"/>
          <p:cNvSpPr txBox="1"/>
          <p:nvPr>
            <p:ph idx="2" type="subTitle"/>
          </p:nvPr>
        </p:nvSpPr>
        <p:spPr>
          <a:xfrm>
            <a:off x="1200900" y="2775802"/>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1" name="Google Shape;991;p18"/>
          <p:cNvSpPr txBox="1"/>
          <p:nvPr>
            <p:ph idx="3" type="subTitle"/>
          </p:nvPr>
        </p:nvSpPr>
        <p:spPr>
          <a:xfrm>
            <a:off x="1200900" y="3845049"/>
            <a:ext cx="6742200" cy="439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992" name="Google Shape;992;p18"/>
          <p:cNvSpPr txBox="1"/>
          <p:nvPr>
            <p:ph idx="4" type="subTitle"/>
          </p:nvPr>
        </p:nvSpPr>
        <p:spPr>
          <a:xfrm>
            <a:off x="1200900" y="124390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3" name="Google Shape;993;p18"/>
          <p:cNvSpPr txBox="1"/>
          <p:nvPr>
            <p:ph idx="5" type="subTitle"/>
          </p:nvPr>
        </p:nvSpPr>
        <p:spPr>
          <a:xfrm>
            <a:off x="1200900" y="2313150"/>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94" name="Google Shape;994;p18"/>
          <p:cNvSpPr txBox="1"/>
          <p:nvPr>
            <p:ph idx="6" type="subTitle"/>
          </p:nvPr>
        </p:nvSpPr>
        <p:spPr>
          <a:xfrm>
            <a:off x="1200900" y="3382388"/>
            <a:ext cx="6742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995" name="Google Shape;995;p18"/>
          <p:cNvGrpSpPr/>
          <p:nvPr/>
        </p:nvGrpSpPr>
        <p:grpSpPr>
          <a:xfrm>
            <a:off x="190301" y="174004"/>
            <a:ext cx="8808974" cy="4007621"/>
            <a:chOff x="190301" y="174004"/>
            <a:chExt cx="8808974" cy="4007621"/>
          </a:xfrm>
        </p:grpSpPr>
        <p:grpSp>
          <p:nvGrpSpPr>
            <p:cNvPr id="996" name="Google Shape;996;p18"/>
            <p:cNvGrpSpPr/>
            <p:nvPr/>
          </p:nvGrpSpPr>
          <p:grpSpPr>
            <a:xfrm rot="10800000">
              <a:off x="190301" y="3858950"/>
              <a:ext cx="298275" cy="322675"/>
              <a:chOff x="8667225" y="681525"/>
              <a:chExt cx="298275" cy="322675"/>
            </a:xfrm>
          </p:grpSpPr>
          <p:sp>
            <p:nvSpPr>
              <p:cNvPr id="997" name="Google Shape;997;p18"/>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8" name="Google Shape;998;p18"/>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99" name="Google Shape;999;p18"/>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00" name="Google Shape;1000;p18"/>
            <p:cNvGrpSpPr/>
            <p:nvPr/>
          </p:nvGrpSpPr>
          <p:grpSpPr>
            <a:xfrm rot="-5139163">
              <a:off x="8591694" y="201328"/>
              <a:ext cx="406266" cy="379191"/>
              <a:chOff x="140150" y="4657175"/>
              <a:chExt cx="406275" cy="379200"/>
            </a:xfrm>
          </p:grpSpPr>
          <p:sp>
            <p:nvSpPr>
              <p:cNvPr id="1001" name="Google Shape;1001;p18"/>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2" name="Google Shape;1002;p18"/>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3" name="Google Shape;1003;p18"/>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4" name="Google Shape;1004;p18"/>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05" name="Google Shape;1005;p18"/>
          <p:cNvGrpSpPr/>
          <p:nvPr/>
        </p:nvGrpSpPr>
        <p:grpSpPr>
          <a:xfrm>
            <a:off x="115024" y="-2374836"/>
            <a:ext cx="8971639" cy="9886184"/>
            <a:chOff x="115024" y="-2374836"/>
            <a:chExt cx="8971639" cy="9886184"/>
          </a:xfrm>
        </p:grpSpPr>
        <p:grpSp>
          <p:nvGrpSpPr>
            <p:cNvPr id="1006" name="Google Shape;1006;p18"/>
            <p:cNvGrpSpPr/>
            <p:nvPr/>
          </p:nvGrpSpPr>
          <p:grpSpPr>
            <a:xfrm flipH="1">
              <a:off x="115024" y="-2374836"/>
              <a:ext cx="3687215" cy="3485542"/>
              <a:chOff x="5337386" y="-2374836"/>
              <a:chExt cx="3687215" cy="3485542"/>
            </a:xfrm>
          </p:grpSpPr>
          <p:sp>
            <p:nvSpPr>
              <p:cNvPr id="1007" name="Google Shape;1007;p18"/>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8" name="Google Shape;1008;p18"/>
              <p:cNvSpPr/>
              <p:nvPr/>
            </p:nvSpPr>
            <p:spPr>
              <a:xfrm rot="9699868">
                <a:off x="6325487" y="-94127"/>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09" name="Google Shape;1009;p18"/>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0" name="Google Shape;1010;p18"/>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1" name="Google Shape;1011;p18"/>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2" name="Google Shape;1012;p18"/>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3" name="Google Shape;1013;p18"/>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14" name="Google Shape;1014;p18"/>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15" name="Google Shape;1015;p18"/>
              <p:cNvCxnSpPr>
                <a:stCxn id="1011" idx="5"/>
                <a:endCxn id="1010"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18"/>
              <p:cNvCxnSpPr>
                <a:stCxn id="1012" idx="4"/>
                <a:endCxn id="1010"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18"/>
              <p:cNvCxnSpPr>
                <a:stCxn id="1007" idx="0"/>
                <a:endCxn id="1011"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18"/>
              <p:cNvCxnSpPr>
                <a:stCxn id="1011" idx="6"/>
                <a:endCxn id="1012"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18"/>
              <p:cNvCxnSpPr>
                <a:stCxn id="1012" idx="6"/>
                <a:endCxn id="1008"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18"/>
              <p:cNvCxnSpPr>
                <a:stCxn id="1010" idx="6"/>
                <a:endCxn id="1008"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18"/>
              <p:cNvCxnSpPr>
                <a:stCxn id="1007" idx="6"/>
                <a:endCxn id="1013"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18"/>
              <p:cNvCxnSpPr>
                <a:stCxn id="1007" idx="7"/>
                <a:endCxn id="1010"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023" name="Google Shape;1023;p18"/>
              <p:cNvCxnSpPr>
                <a:stCxn id="1013" idx="7"/>
                <a:endCxn id="1009"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024" name="Google Shape;1024;p18"/>
              <p:cNvCxnSpPr>
                <a:stCxn id="1009" idx="0"/>
                <a:endCxn id="1010"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025" name="Google Shape;1025;p18"/>
              <p:cNvCxnSpPr>
                <a:stCxn id="1014" idx="2"/>
                <a:endCxn id="1008"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026" name="Google Shape;1026;p18"/>
              <p:cNvCxnSpPr>
                <a:stCxn id="1012" idx="7"/>
                <a:endCxn id="1014"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027" name="Google Shape;1027;p18"/>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28" name="Google Shape;1028;p18"/>
              <p:cNvCxnSpPr>
                <a:stCxn id="1014" idx="3"/>
                <a:endCxn id="1027"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029" name="Google Shape;1029;p18"/>
              <p:cNvCxnSpPr>
                <a:stCxn id="1027" idx="2"/>
                <a:endCxn id="1009"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030" name="Google Shape;1030;p18"/>
              <p:cNvCxnSpPr>
                <a:stCxn id="1027" idx="0"/>
                <a:endCxn id="1008"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031" name="Google Shape;1031;p18"/>
              <p:cNvCxnSpPr>
                <a:stCxn id="1027" idx="1"/>
                <a:endCxn id="1010"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032" name="Google Shape;1032;p18"/>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3" name="Google Shape;1033;p18"/>
              <p:cNvCxnSpPr>
                <a:stCxn id="1009" idx="2"/>
                <a:endCxn id="1032"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034" name="Google Shape;1034;p18"/>
              <p:cNvCxnSpPr>
                <a:stCxn id="1032" idx="3"/>
                <a:endCxn id="1007"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035" name="Google Shape;1035;p18"/>
              <p:cNvCxnSpPr>
                <a:stCxn id="1010" idx="4"/>
                <a:endCxn id="1032"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036" name="Google Shape;1036;p18"/>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37" name="Google Shape;1037;p18"/>
              <p:cNvCxnSpPr>
                <a:stCxn id="1010" idx="0"/>
                <a:endCxn id="1036"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038" name="Google Shape;1038;p18"/>
              <p:cNvCxnSpPr>
                <a:stCxn id="1011" idx="7"/>
                <a:endCxn id="1036"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039" name="Google Shape;1039;p18"/>
            <p:cNvGrpSpPr/>
            <p:nvPr/>
          </p:nvGrpSpPr>
          <p:grpSpPr>
            <a:xfrm>
              <a:off x="4731484" y="3997585"/>
              <a:ext cx="4355179" cy="3513764"/>
              <a:chOff x="720009" y="3852908"/>
              <a:chExt cx="4355179" cy="3513764"/>
            </a:xfrm>
          </p:grpSpPr>
          <p:sp>
            <p:nvSpPr>
              <p:cNvPr id="1040" name="Google Shape;1040;p18"/>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1" name="Google Shape;1041;p18"/>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2" name="Google Shape;1042;p18"/>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3" name="Google Shape;1043;p18"/>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4" name="Google Shape;1044;p18"/>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5" name="Google Shape;1045;p18"/>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6" name="Google Shape;1046;p18"/>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47" name="Google Shape;1047;p18"/>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48" name="Google Shape;1048;p18"/>
              <p:cNvCxnSpPr>
                <a:stCxn id="1045" idx="4"/>
                <a:endCxn id="1043"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049" name="Google Shape;1049;p18"/>
              <p:cNvCxnSpPr>
                <a:stCxn id="1040" idx="7"/>
                <a:endCxn id="1044"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050" name="Google Shape;1050;p18"/>
              <p:cNvCxnSpPr>
                <a:stCxn id="1044" idx="7"/>
                <a:endCxn id="1045"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051" name="Google Shape;1051;p18"/>
              <p:cNvCxnSpPr>
                <a:stCxn id="1045" idx="6"/>
                <a:endCxn id="1041"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052" name="Google Shape;1052;p18"/>
              <p:cNvCxnSpPr>
                <a:stCxn id="1043" idx="7"/>
                <a:endCxn id="1041"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053" name="Google Shape;1053;p18"/>
              <p:cNvCxnSpPr>
                <a:stCxn id="1040" idx="6"/>
                <a:endCxn id="1046"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054" name="Google Shape;1054;p18"/>
              <p:cNvCxnSpPr>
                <a:stCxn id="1046" idx="0"/>
                <a:endCxn id="1043"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055" name="Google Shape;1055;p18"/>
              <p:cNvCxnSpPr>
                <a:stCxn id="1046" idx="5"/>
                <a:endCxn id="1042"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056" name="Google Shape;1056;p18"/>
              <p:cNvCxnSpPr>
                <a:stCxn id="1042" idx="0"/>
                <a:endCxn id="1043"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057" name="Google Shape;1057;p18"/>
              <p:cNvCxnSpPr>
                <a:stCxn id="1042" idx="7"/>
                <a:endCxn id="1047"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058" name="Google Shape;1058;p18"/>
              <p:cNvCxnSpPr>
                <a:stCxn id="1043" idx="6"/>
                <a:endCxn id="1047"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059" name="Google Shape;1059;p18"/>
              <p:cNvCxnSpPr>
                <a:stCxn id="1047" idx="0"/>
                <a:endCxn id="1041"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060" name="Google Shape;1060;p18"/>
              <p:cNvCxnSpPr>
                <a:stCxn id="1045" idx="5"/>
                <a:endCxn id="1047"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061" name="Google Shape;1061;p18"/>
              <p:cNvCxnSpPr>
                <a:stCxn id="1044" idx="6"/>
                <a:endCxn id="1047"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062" name="Google Shape;1062;p18"/>
              <p:cNvCxnSpPr>
                <a:stCxn id="1044" idx="5"/>
                <a:endCxn id="1046"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063" name="Google Shape;1063;p18"/>
              <p:cNvCxnSpPr>
                <a:stCxn id="1041" idx="4"/>
                <a:endCxn id="1042"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064" name="Google Shape;1064;p18"/>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5" name="Google Shape;1065;p18"/>
              <p:cNvCxnSpPr>
                <a:stCxn id="1047" idx="4"/>
                <a:endCxn id="1064"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066" name="Google Shape;1066;p18"/>
              <p:cNvCxnSpPr>
                <a:stCxn id="1064" idx="1"/>
                <a:endCxn id="1042"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067" name="Google Shape;1067;p18"/>
              <p:cNvSpPr/>
              <p:nvPr/>
            </p:nvSpPr>
            <p:spPr>
              <a:xfrm rot="8759498">
                <a:off x="1785083" y="4514433"/>
                <a:ext cx="194703" cy="19470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068" name="Google Shape;1068;p18"/>
              <p:cNvCxnSpPr>
                <a:stCxn id="1064" idx="2"/>
                <a:endCxn id="1067"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069" name="Google Shape;1069;p18"/>
              <p:cNvCxnSpPr>
                <a:stCxn id="1067" idx="1"/>
                <a:endCxn id="1046"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070" name="Google Shape;1070;p18"/>
              <p:cNvCxnSpPr>
                <a:stCxn id="1067" idx="7"/>
                <a:endCxn id="1042"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071" name="Shape 1071"/>
        <p:cNvGrpSpPr/>
        <p:nvPr/>
      </p:nvGrpSpPr>
      <p:grpSpPr>
        <a:xfrm>
          <a:off x="0" y="0"/>
          <a:ext cx="0" cy="0"/>
          <a:chOff x="0" y="0"/>
          <a:chExt cx="0" cy="0"/>
        </a:xfrm>
      </p:grpSpPr>
      <p:sp>
        <p:nvSpPr>
          <p:cNvPr id="1072" name="Google Shape;107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73" name="Google Shape;1073;p19"/>
          <p:cNvSpPr txBox="1"/>
          <p:nvPr>
            <p:ph idx="1" type="subTitle"/>
          </p:nvPr>
        </p:nvSpPr>
        <p:spPr>
          <a:xfrm>
            <a:off x="1574375"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4" name="Google Shape;1074;p19"/>
          <p:cNvSpPr txBox="1"/>
          <p:nvPr>
            <p:ph idx="2" type="subTitle"/>
          </p:nvPr>
        </p:nvSpPr>
        <p:spPr>
          <a:xfrm>
            <a:off x="5500976" y="2056793"/>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5" name="Google Shape;1075;p19"/>
          <p:cNvSpPr txBox="1"/>
          <p:nvPr>
            <p:ph idx="3" type="subTitle"/>
          </p:nvPr>
        </p:nvSpPr>
        <p:spPr>
          <a:xfrm>
            <a:off x="1574375"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6" name="Google Shape;1076;p19"/>
          <p:cNvSpPr txBox="1"/>
          <p:nvPr>
            <p:ph idx="4" type="subTitle"/>
          </p:nvPr>
        </p:nvSpPr>
        <p:spPr>
          <a:xfrm>
            <a:off x="5500976" y="3713775"/>
            <a:ext cx="288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7" name="Google Shape;1077;p19"/>
          <p:cNvSpPr txBox="1"/>
          <p:nvPr>
            <p:ph hasCustomPrompt="1" idx="5" type="title"/>
          </p:nvPr>
        </p:nvSpPr>
        <p:spPr>
          <a:xfrm>
            <a:off x="7582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p:nvPr>
            <p:ph hasCustomPrompt="1" idx="6" type="title"/>
          </p:nvPr>
        </p:nvSpPr>
        <p:spPr>
          <a:xfrm>
            <a:off x="7582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p:nvPr>
            <p:ph hasCustomPrompt="1" idx="7" type="title"/>
          </p:nvPr>
        </p:nvSpPr>
        <p:spPr>
          <a:xfrm>
            <a:off x="4685025" y="1277225"/>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p:nvPr>
            <p:ph hasCustomPrompt="1" idx="8" type="title"/>
          </p:nvPr>
        </p:nvSpPr>
        <p:spPr>
          <a:xfrm>
            <a:off x="4685025" y="2933700"/>
            <a:ext cx="816600" cy="7800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p:nvPr>
            <p:ph idx="9" type="subTitle"/>
          </p:nvPr>
        </p:nvSpPr>
        <p:spPr>
          <a:xfrm>
            <a:off x="15743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2" name="Google Shape;1082;p19"/>
          <p:cNvSpPr txBox="1"/>
          <p:nvPr>
            <p:ph idx="13" type="subTitle"/>
          </p:nvPr>
        </p:nvSpPr>
        <p:spPr>
          <a:xfrm>
            <a:off x="5500975" y="1277225"/>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3" name="Google Shape;1083;p19"/>
          <p:cNvSpPr txBox="1"/>
          <p:nvPr>
            <p:ph idx="14" type="subTitle"/>
          </p:nvPr>
        </p:nvSpPr>
        <p:spPr>
          <a:xfrm>
            <a:off x="15743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084" name="Google Shape;1084;p19"/>
          <p:cNvSpPr txBox="1"/>
          <p:nvPr>
            <p:ph idx="15" type="subTitle"/>
          </p:nvPr>
        </p:nvSpPr>
        <p:spPr>
          <a:xfrm>
            <a:off x="5500975" y="2933701"/>
            <a:ext cx="2884800" cy="903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085" name="Google Shape;1085;p19"/>
          <p:cNvGrpSpPr/>
          <p:nvPr/>
        </p:nvGrpSpPr>
        <p:grpSpPr>
          <a:xfrm>
            <a:off x="119288" y="163238"/>
            <a:ext cx="8837200" cy="4388712"/>
            <a:chOff x="119288" y="163238"/>
            <a:chExt cx="8837200" cy="4388712"/>
          </a:xfrm>
        </p:grpSpPr>
        <p:grpSp>
          <p:nvGrpSpPr>
            <p:cNvPr id="1086" name="Google Shape;1086;p19"/>
            <p:cNvGrpSpPr/>
            <p:nvPr/>
          </p:nvGrpSpPr>
          <p:grpSpPr>
            <a:xfrm flipH="1" rot="10800000">
              <a:off x="8658213" y="4229275"/>
              <a:ext cx="298275" cy="322675"/>
              <a:chOff x="8667225" y="681525"/>
              <a:chExt cx="298275" cy="322675"/>
            </a:xfrm>
          </p:grpSpPr>
          <p:sp>
            <p:nvSpPr>
              <p:cNvPr id="1087" name="Google Shape;1087;p19"/>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8" name="Google Shape;1088;p19"/>
              <p:cNvSpPr/>
              <p:nvPr/>
            </p:nvSpPr>
            <p:spPr>
              <a:xfrm rot="10800000">
                <a:off x="8825400" y="68152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89" name="Google Shape;1089;p19"/>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090" name="Google Shape;1090;p19"/>
            <p:cNvGrpSpPr/>
            <p:nvPr/>
          </p:nvGrpSpPr>
          <p:grpSpPr>
            <a:xfrm flipH="1" rot="10800000">
              <a:off x="119288" y="163238"/>
              <a:ext cx="406275" cy="563575"/>
              <a:chOff x="140150" y="4340075"/>
              <a:chExt cx="406275" cy="563575"/>
            </a:xfrm>
          </p:grpSpPr>
          <p:sp>
            <p:nvSpPr>
              <p:cNvPr id="1091" name="Google Shape;1091;p19"/>
              <p:cNvSpPr/>
              <p:nvPr/>
            </p:nvSpPr>
            <p:spPr>
              <a:xfrm rot="10800000">
                <a:off x="140150" y="43400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2" name="Google Shape;1092;p19"/>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3" name="Google Shape;1093;p19"/>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4" name="Google Shape;1094;p19"/>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095" name="Google Shape;1095;p19"/>
          <p:cNvGrpSpPr/>
          <p:nvPr/>
        </p:nvGrpSpPr>
        <p:grpSpPr>
          <a:xfrm>
            <a:off x="-977947" y="-671217"/>
            <a:ext cx="10532835" cy="7946710"/>
            <a:chOff x="-977947" y="-671217"/>
            <a:chExt cx="10532835" cy="7946710"/>
          </a:xfrm>
        </p:grpSpPr>
        <p:grpSp>
          <p:nvGrpSpPr>
            <p:cNvPr id="1096" name="Google Shape;1096;p19"/>
            <p:cNvGrpSpPr/>
            <p:nvPr/>
          </p:nvGrpSpPr>
          <p:grpSpPr>
            <a:xfrm flipH="1">
              <a:off x="6491263" y="-671217"/>
              <a:ext cx="3063625" cy="3321711"/>
              <a:chOff x="-460575" y="-671217"/>
              <a:chExt cx="3063625" cy="3321711"/>
            </a:xfrm>
          </p:grpSpPr>
          <p:cxnSp>
            <p:nvCxnSpPr>
              <p:cNvPr id="1097" name="Google Shape;1097;p19"/>
              <p:cNvCxnSpPr>
                <a:stCxn id="1098" idx="6"/>
                <a:endCxn id="1099" idx="2"/>
              </p:cNvCxnSpPr>
              <p:nvPr/>
            </p:nvCxnSpPr>
            <p:spPr>
              <a:xfrm flipH="1" rot="10800000">
                <a:off x="421801" y="-63292"/>
                <a:ext cx="2023800" cy="476400"/>
              </a:xfrm>
              <a:prstGeom prst="straightConnector1">
                <a:avLst/>
              </a:prstGeom>
              <a:noFill/>
              <a:ln cap="flat" cmpd="sng" w="9525">
                <a:solidFill>
                  <a:schemeClr val="dk2"/>
                </a:solidFill>
                <a:prstDash val="solid"/>
                <a:round/>
                <a:headEnd len="med" w="med" type="none"/>
                <a:tailEnd len="med" w="med" type="none"/>
              </a:ln>
            </p:spPr>
          </p:cxnSp>
          <p:sp>
            <p:nvSpPr>
              <p:cNvPr id="1099" name="Google Shape;1099;p19"/>
              <p:cNvSpPr/>
              <p:nvPr/>
            </p:nvSpPr>
            <p:spPr>
              <a:xfrm>
                <a:off x="2445550" y="-142081"/>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0" name="Google Shape;1100;p19"/>
              <p:cNvSpPr/>
              <p:nvPr/>
            </p:nvSpPr>
            <p:spPr>
              <a:xfrm>
                <a:off x="61646" y="-671217"/>
                <a:ext cx="1575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1" name="Google Shape;1101;p19"/>
              <p:cNvSpPr/>
              <p:nvPr/>
            </p:nvSpPr>
            <p:spPr>
              <a:xfrm>
                <a:off x="90425" y="2492994"/>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2" name="Google Shape;1102;p19"/>
              <p:cNvSpPr/>
              <p:nvPr/>
            </p:nvSpPr>
            <p:spPr>
              <a:xfrm>
                <a:off x="125826" y="88673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03" name="Google Shape;1103;p19"/>
              <p:cNvSpPr/>
              <p:nvPr/>
            </p:nvSpPr>
            <p:spPr>
              <a:xfrm>
                <a:off x="382949" y="1317288"/>
                <a:ext cx="143400" cy="1575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04" name="Google Shape;1104;p19"/>
              <p:cNvCxnSpPr>
                <a:stCxn id="1103" idx="4"/>
                <a:endCxn id="1101" idx="0"/>
              </p:cNvCxnSpPr>
              <p:nvPr/>
            </p:nvCxnSpPr>
            <p:spPr>
              <a:xfrm flipH="1">
                <a:off x="169049" y="1474788"/>
                <a:ext cx="285600" cy="1018200"/>
              </a:xfrm>
              <a:prstGeom prst="straightConnector1">
                <a:avLst/>
              </a:prstGeom>
              <a:noFill/>
              <a:ln cap="flat" cmpd="sng" w="9525">
                <a:solidFill>
                  <a:schemeClr val="dk2"/>
                </a:solidFill>
                <a:prstDash val="solid"/>
                <a:round/>
                <a:headEnd len="med" w="med" type="none"/>
                <a:tailEnd len="med" w="med" type="none"/>
              </a:ln>
            </p:spPr>
          </p:cxnSp>
          <p:cxnSp>
            <p:nvCxnSpPr>
              <p:cNvPr id="1105" name="Google Shape;1105;p19"/>
              <p:cNvCxnSpPr>
                <a:stCxn id="1102" idx="4"/>
                <a:endCxn id="1101" idx="0"/>
              </p:cNvCxnSpPr>
              <p:nvPr/>
            </p:nvCxnSpPr>
            <p:spPr>
              <a:xfrm>
                <a:off x="169176" y="973437"/>
                <a:ext cx="0" cy="1519500"/>
              </a:xfrm>
              <a:prstGeom prst="straightConnector1">
                <a:avLst/>
              </a:prstGeom>
              <a:noFill/>
              <a:ln cap="flat" cmpd="sng" w="9525">
                <a:solidFill>
                  <a:schemeClr val="dk2"/>
                </a:solidFill>
                <a:prstDash val="solid"/>
                <a:round/>
                <a:headEnd len="med" w="med" type="none"/>
                <a:tailEnd len="med" w="med" type="none"/>
              </a:ln>
            </p:spPr>
          </p:cxnSp>
          <p:cxnSp>
            <p:nvCxnSpPr>
              <p:cNvPr id="1106" name="Google Shape;1106;p19"/>
              <p:cNvCxnSpPr>
                <a:stCxn id="1102" idx="5"/>
                <a:endCxn id="1103" idx="1"/>
              </p:cNvCxnSpPr>
              <p:nvPr/>
            </p:nvCxnSpPr>
            <p:spPr>
              <a:xfrm>
                <a:off x="199829" y="960741"/>
                <a:ext cx="204000" cy="379500"/>
              </a:xfrm>
              <a:prstGeom prst="straightConnector1">
                <a:avLst/>
              </a:prstGeom>
              <a:noFill/>
              <a:ln cap="flat" cmpd="sng" w="9525">
                <a:solidFill>
                  <a:schemeClr val="dk2"/>
                </a:solidFill>
                <a:prstDash val="solid"/>
                <a:round/>
                <a:headEnd len="med" w="med" type="none"/>
                <a:tailEnd len="med" w="med" type="none"/>
              </a:ln>
            </p:spPr>
          </p:cxnSp>
          <p:cxnSp>
            <p:nvCxnSpPr>
              <p:cNvPr id="1107" name="Google Shape;1107;p19"/>
              <p:cNvCxnSpPr>
                <a:stCxn id="1102" idx="0"/>
                <a:endCxn id="1100" idx="4"/>
              </p:cNvCxnSpPr>
              <p:nvPr/>
            </p:nvCxnSpPr>
            <p:spPr>
              <a:xfrm rot="10800000">
                <a:off x="140376" y="-513663"/>
                <a:ext cx="28800" cy="1400400"/>
              </a:xfrm>
              <a:prstGeom prst="straightConnector1">
                <a:avLst/>
              </a:prstGeom>
              <a:noFill/>
              <a:ln cap="flat" cmpd="sng" w="9525">
                <a:solidFill>
                  <a:schemeClr val="dk2"/>
                </a:solidFill>
                <a:prstDash val="solid"/>
                <a:round/>
                <a:headEnd len="med" w="med" type="none"/>
                <a:tailEnd len="med" w="med" type="none"/>
              </a:ln>
            </p:spPr>
          </p:cxnSp>
          <p:cxnSp>
            <p:nvCxnSpPr>
              <p:cNvPr id="1108" name="Google Shape;1108;p19"/>
              <p:cNvCxnSpPr>
                <a:stCxn id="1102" idx="7"/>
                <a:endCxn id="1098" idx="3"/>
              </p:cNvCxnSpPr>
              <p:nvPr/>
            </p:nvCxnSpPr>
            <p:spPr>
              <a:xfrm flipH="1" rot="10800000">
                <a:off x="1998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109" name="Google Shape;1109;p19"/>
              <p:cNvCxnSpPr>
                <a:stCxn id="1100" idx="5"/>
                <a:endCxn id="1098" idx="0"/>
              </p:cNvCxnSpPr>
              <p:nvPr/>
            </p:nvCxnSpPr>
            <p:spPr>
              <a:xfrm>
                <a:off x="196080" y="-536782"/>
                <a:ext cx="182400" cy="906600"/>
              </a:xfrm>
              <a:prstGeom prst="straightConnector1">
                <a:avLst/>
              </a:prstGeom>
              <a:noFill/>
              <a:ln cap="flat" cmpd="sng" w="9525">
                <a:solidFill>
                  <a:schemeClr val="dk2"/>
                </a:solidFill>
                <a:prstDash val="solid"/>
                <a:round/>
                <a:headEnd len="med" w="med" type="none"/>
                <a:tailEnd len="med" w="med" type="none"/>
              </a:ln>
            </p:spPr>
          </p:cxnSp>
          <p:cxnSp>
            <p:nvCxnSpPr>
              <p:cNvPr id="1110" name="Google Shape;1110;p19"/>
              <p:cNvCxnSpPr>
                <a:stCxn id="1100" idx="6"/>
                <a:endCxn id="1099" idx="2"/>
              </p:cNvCxnSpPr>
              <p:nvPr/>
            </p:nvCxnSpPr>
            <p:spPr>
              <a:xfrm>
                <a:off x="219146" y="-592467"/>
                <a:ext cx="2226300" cy="529200"/>
              </a:xfrm>
              <a:prstGeom prst="straightConnector1">
                <a:avLst/>
              </a:prstGeom>
              <a:noFill/>
              <a:ln cap="flat" cmpd="sng" w="9525">
                <a:solidFill>
                  <a:schemeClr val="dk2"/>
                </a:solidFill>
                <a:prstDash val="solid"/>
                <a:round/>
                <a:headEnd len="med" w="med" type="none"/>
                <a:tailEnd len="med" w="med" type="none"/>
              </a:ln>
            </p:spPr>
          </p:cxnSp>
          <p:cxnSp>
            <p:nvCxnSpPr>
              <p:cNvPr id="1111" name="Google Shape;1111;p19"/>
              <p:cNvCxnSpPr>
                <a:stCxn id="1112" idx="1"/>
                <a:endCxn id="1100" idx="5"/>
              </p:cNvCxnSpPr>
              <p:nvPr/>
            </p:nvCxnSpPr>
            <p:spPr>
              <a:xfrm rot="10800000">
                <a:off x="195958" y="-536780"/>
                <a:ext cx="600600" cy="723900"/>
              </a:xfrm>
              <a:prstGeom prst="straightConnector1">
                <a:avLst/>
              </a:prstGeom>
              <a:noFill/>
              <a:ln cap="flat" cmpd="sng" w="9525">
                <a:solidFill>
                  <a:schemeClr val="dk2"/>
                </a:solidFill>
                <a:prstDash val="solid"/>
                <a:round/>
                <a:headEnd len="med" w="med" type="none"/>
                <a:tailEnd len="med" w="med" type="none"/>
              </a:ln>
            </p:spPr>
          </p:cxnSp>
          <p:cxnSp>
            <p:nvCxnSpPr>
              <p:cNvPr id="1113" name="Google Shape;1113;p19"/>
              <p:cNvCxnSpPr>
                <a:stCxn id="1103" idx="0"/>
                <a:endCxn id="1098" idx="4"/>
              </p:cNvCxnSpPr>
              <p:nvPr/>
            </p:nvCxnSpPr>
            <p:spPr>
              <a:xfrm rot="10800000">
                <a:off x="378449" y="456588"/>
                <a:ext cx="76200" cy="860700"/>
              </a:xfrm>
              <a:prstGeom prst="straightConnector1">
                <a:avLst/>
              </a:prstGeom>
              <a:noFill/>
              <a:ln cap="flat" cmpd="sng" w="9525">
                <a:solidFill>
                  <a:schemeClr val="dk2"/>
                </a:solidFill>
                <a:prstDash val="solid"/>
                <a:round/>
                <a:headEnd len="med" w="med" type="none"/>
                <a:tailEnd len="med" w="med" type="none"/>
              </a:ln>
            </p:spPr>
          </p:cxnSp>
          <p:cxnSp>
            <p:nvCxnSpPr>
              <p:cNvPr id="1114" name="Google Shape;1114;p19"/>
              <p:cNvCxnSpPr>
                <a:stCxn id="1103" idx="0"/>
                <a:endCxn id="1112" idx="3"/>
              </p:cNvCxnSpPr>
              <p:nvPr/>
            </p:nvCxnSpPr>
            <p:spPr>
              <a:xfrm flipH="1" rot="10800000">
                <a:off x="454649" y="268188"/>
                <a:ext cx="342000" cy="1049100"/>
              </a:xfrm>
              <a:prstGeom prst="straightConnector1">
                <a:avLst/>
              </a:prstGeom>
              <a:noFill/>
              <a:ln cap="flat" cmpd="sng" w="9525">
                <a:solidFill>
                  <a:schemeClr val="dk2"/>
                </a:solidFill>
                <a:prstDash val="solid"/>
                <a:round/>
                <a:headEnd len="med" w="med" type="none"/>
                <a:tailEnd len="med" w="med" type="none"/>
              </a:ln>
            </p:spPr>
          </p:cxnSp>
          <p:sp>
            <p:nvSpPr>
              <p:cNvPr id="1115" name="Google Shape;1115;p19"/>
              <p:cNvSpPr/>
              <p:nvPr/>
            </p:nvSpPr>
            <p:spPr>
              <a:xfrm>
                <a:off x="987225" y="-92131"/>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16" name="Google Shape;1116;p19"/>
              <p:cNvCxnSpPr>
                <a:stCxn id="1100" idx="5"/>
                <a:endCxn id="1115" idx="1"/>
              </p:cNvCxnSpPr>
              <p:nvPr/>
            </p:nvCxnSpPr>
            <p:spPr>
              <a:xfrm>
                <a:off x="196080" y="-536782"/>
                <a:ext cx="814200" cy="467700"/>
              </a:xfrm>
              <a:prstGeom prst="straightConnector1">
                <a:avLst/>
              </a:prstGeom>
              <a:noFill/>
              <a:ln cap="flat" cmpd="sng" w="9525">
                <a:solidFill>
                  <a:schemeClr val="dk2"/>
                </a:solidFill>
                <a:prstDash val="solid"/>
                <a:round/>
                <a:headEnd len="med" w="med" type="none"/>
                <a:tailEnd len="med" w="med" type="none"/>
              </a:ln>
            </p:spPr>
          </p:cxnSp>
          <p:cxnSp>
            <p:nvCxnSpPr>
              <p:cNvPr id="1117" name="Google Shape;1117;p19"/>
              <p:cNvCxnSpPr>
                <a:stCxn id="1112" idx="7"/>
                <a:endCxn id="1115" idx="3"/>
              </p:cNvCxnSpPr>
              <p:nvPr/>
            </p:nvCxnSpPr>
            <p:spPr>
              <a:xfrm flipH="1" rot="10800000">
                <a:off x="877592" y="42220"/>
                <a:ext cx="132600" cy="144900"/>
              </a:xfrm>
              <a:prstGeom prst="straightConnector1">
                <a:avLst/>
              </a:prstGeom>
              <a:noFill/>
              <a:ln cap="flat" cmpd="sng" w="9525">
                <a:solidFill>
                  <a:schemeClr val="dk2"/>
                </a:solidFill>
                <a:prstDash val="solid"/>
                <a:round/>
                <a:headEnd len="med" w="med" type="none"/>
                <a:tailEnd len="med" w="med" type="none"/>
              </a:ln>
            </p:spPr>
          </p:cxnSp>
          <p:cxnSp>
            <p:nvCxnSpPr>
              <p:cNvPr id="1118" name="Google Shape;1118;p19"/>
              <p:cNvCxnSpPr>
                <a:stCxn id="1115" idx="6"/>
                <a:endCxn id="1099" idx="2"/>
              </p:cNvCxnSpPr>
              <p:nvPr/>
            </p:nvCxnSpPr>
            <p:spPr>
              <a:xfrm flipH="1" rot="10800000">
                <a:off x="1144725" y="-63481"/>
                <a:ext cx="1300800" cy="50100"/>
              </a:xfrm>
              <a:prstGeom prst="straightConnector1">
                <a:avLst/>
              </a:prstGeom>
              <a:noFill/>
              <a:ln cap="flat" cmpd="sng" w="9525">
                <a:solidFill>
                  <a:schemeClr val="dk2"/>
                </a:solidFill>
                <a:prstDash val="solid"/>
                <a:round/>
                <a:headEnd len="med" w="med" type="none"/>
                <a:tailEnd len="med" w="med" type="none"/>
              </a:ln>
            </p:spPr>
          </p:cxnSp>
          <p:sp>
            <p:nvSpPr>
              <p:cNvPr id="1119" name="Google Shape;1119;p19"/>
              <p:cNvSpPr/>
              <p:nvPr/>
            </p:nvSpPr>
            <p:spPr>
              <a:xfrm>
                <a:off x="-460575" y="540519"/>
                <a:ext cx="157500" cy="157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20" name="Google Shape;1120;p19"/>
              <p:cNvCxnSpPr>
                <a:stCxn id="1119" idx="0"/>
                <a:endCxn id="1100" idx="3"/>
              </p:cNvCxnSpPr>
              <p:nvPr/>
            </p:nvCxnSpPr>
            <p:spPr>
              <a:xfrm flipH="1" rot="10800000">
                <a:off x="-381825" y="-536781"/>
                <a:ext cx="466500" cy="1077300"/>
              </a:xfrm>
              <a:prstGeom prst="straightConnector1">
                <a:avLst/>
              </a:prstGeom>
              <a:noFill/>
              <a:ln cap="flat" cmpd="sng" w="9525">
                <a:solidFill>
                  <a:schemeClr val="dk2"/>
                </a:solidFill>
                <a:prstDash val="solid"/>
                <a:round/>
                <a:headEnd len="med" w="med" type="none"/>
                <a:tailEnd len="med" w="med" type="none"/>
              </a:ln>
            </p:spPr>
          </p:cxnSp>
          <p:cxnSp>
            <p:nvCxnSpPr>
              <p:cNvPr id="1121" name="Google Shape;1121;p19"/>
              <p:cNvCxnSpPr>
                <a:stCxn id="1119" idx="6"/>
                <a:endCxn id="1098" idx="3"/>
              </p:cNvCxnSpPr>
              <p:nvPr/>
            </p:nvCxnSpPr>
            <p:spPr>
              <a:xfrm flipH="1" rot="10800000">
                <a:off x="-303075" y="443769"/>
                <a:ext cx="651000" cy="175500"/>
              </a:xfrm>
              <a:prstGeom prst="straightConnector1">
                <a:avLst/>
              </a:prstGeom>
              <a:noFill/>
              <a:ln cap="flat" cmpd="sng" w="9525">
                <a:solidFill>
                  <a:schemeClr val="dk2"/>
                </a:solidFill>
                <a:prstDash val="solid"/>
                <a:round/>
                <a:headEnd len="med" w="med" type="none"/>
                <a:tailEnd len="med" w="med" type="none"/>
              </a:ln>
            </p:spPr>
          </p:cxnSp>
          <p:cxnSp>
            <p:nvCxnSpPr>
              <p:cNvPr id="1122" name="Google Shape;1122;p19"/>
              <p:cNvCxnSpPr>
                <a:stCxn id="1119" idx="5"/>
                <a:endCxn id="1102" idx="1"/>
              </p:cNvCxnSpPr>
              <p:nvPr/>
            </p:nvCxnSpPr>
            <p:spPr>
              <a:xfrm>
                <a:off x="-326140" y="674953"/>
                <a:ext cx="464700" cy="224400"/>
              </a:xfrm>
              <a:prstGeom prst="straightConnector1">
                <a:avLst/>
              </a:prstGeom>
              <a:noFill/>
              <a:ln cap="flat" cmpd="sng" w="9525">
                <a:solidFill>
                  <a:schemeClr val="dk2"/>
                </a:solidFill>
                <a:prstDash val="solid"/>
                <a:round/>
                <a:headEnd len="med" w="med" type="none"/>
                <a:tailEnd len="med" w="med" type="none"/>
              </a:ln>
            </p:spPr>
          </p:cxnSp>
          <p:cxnSp>
            <p:nvCxnSpPr>
              <p:cNvPr id="1123" name="Google Shape;1123;p19"/>
              <p:cNvCxnSpPr>
                <a:stCxn id="1119" idx="5"/>
                <a:endCxn id="1101" idx="1"/>
              </p:cNvCxnSpPr>
              <p:nvPr/>
            </p:nvCxnSpPr>
            <p:spPr>
              <a:xfrm>
                <a:off x="-326140" y="674953"/>
                <a:ext cx="439500" cy="1841100"/>
              </a:xfrm>
              <a:prstGeom prst="straightConnector1">
                <a:avLst/>
              </a:prstGeom>
              <a:noFill/>
              <a:ln cap="flat" cmpd="sng" w="9525">
                <a:solidFill>
                  <a:schemeClr val="dk2"/>
                </a:solidFill>
                <a:prstDash val="solid"/>
                <a:round/>
                <a:headEnd len="med" w="med" type="none"/>
                <a:tailEnd len="med" w="med" type="none"/>
              </a:ln>
            </p:spPr>
          </p:cxnSp>
          <p:sp>
            <p:nvSpPr>
              <p:cNvPr id="1112" name="Google Shape;1112;p19"/>
              <p:cNvSpPr/>
              <p:nvPr/>
            </p:nvSpPr>
            <p:spPr>
              <a:xfrm>
                <a:off x="779775" y="170338"/>
                <a:ext cx="114600" cy="11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98" name="Google Shape;1098;p19"/>
              <p:cNvSpPr/>
              <p:nvPr/>
            </p:nvSpPr>
            <p:spPr>
              <a:xfrm>
                <a:off x="335101" y="369758"/>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124" name="Google Shape;1124;p19"/>
            <p:cNvGrpSpPr/>
            <p:nvPr/>
          </p:nvGrpSpPr>
          <p:grpSpPr>
            <a:xfrm rot="339523">
              <a:off x="-863991" y="4569268"/>
              <a:ext cx="4061023" cy="2512132"/>
              <a:chOff x="720013" y="4616655"/>
              <a:chExt cx="4061133" cy="2512200"/>
            </a:xfrm>
          </p:grpSpPr>
          <p:sp>
            <p:nvSpPr>
              <p:cNvPr id="1125" name="Google Shape;1125;p19"/>
              <p:cNvSpPr/>
              <p:nvPr/>
            </p:nvSpPr>
            <p:spPr>
              <a:xfrm rot="-9417549">
                <a:off x="4549660" y="470131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6" name="Google Shape;1126;p19"/>
              <p:cNvSpPr/>
              <p:nvPr/>
            </p:nvSpPr>
            <p:spPr>
              <a:xfrm rot="-9417549">
                <a:off x="1761182" y="4936441"/>
                <a:ext cx="128773" cy="128773"/>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7" name="Google Shape;1127;p19"/>
              <p:cNvSpPr/>
              <p:nvPr/>
            </p:nvSpPr>
            <p:spPr>
              <a:xfrm rot="-9421326">
                <a:off x="3012797" y="4851722"/>
                <a:ext cx="265897" cy="26589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8" name="Google Shape;1128;p19"/>
              <p:cNvSpPr/>
              <p:nvPr/>
            </p:nvSpPr>
            <p:spPr>
              <a:xfrm rot="-9414352">
                <a:off x="2945862" y="6000076"/>
                <a:ext cx="86426" cy="864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29" name="Google Shape;1129;p19"/>
              <p:cNvSpPr/>
              <p:nvPr/>
            </p:nvSpPr>
            <p:spPr>
              <a:xfrm rot="-9422930">
                <a:off x="3430718" y="6873877"/>
                <a:ext cx="63855" cy="6385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0" name="Google Shape;1130;p19"/>
              <p:cNvSpPr/>
              <p:nvPr/>
            </p:nvSpPr>
            <p:spPr>
              <a:xfrm rot="-9414352">
                <a:off x="1807960" y="6172505"/>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1" name="Google Shape;1131;p19"/>
              <p:cNvSpPr/>
              <p:nvPr/>
            </p:nvSpPr>
            <p:spPr>
              <a:xfrm rot="-9414352">
                <a:off x="3731053" y="4665484"/>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32" name="Google Shape;1132;p19"/>
              <p:cNvSpPr/>
              <p:nvPr/>
            </p:nvSpPr>
            <p:spPr>
              <a:xfrm rot="-9421558">
                <a:off x="740331" y="4726434"/>
                <a:ext cx="130664" cy="13066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33" name="Google Shape;1133;p19"/>
              <p:cNvCxnSpPr>
                <a:stCxn id="1129" idx="5"/>
                <a:endCxn id="1128" idx="1"/>
              </p:cNvCxnSpPr>
              <p:nvPr/>
            </p:nvCxnSpPr>
            <p:spPr>
              <a:xfrm rot="10460456">
                <a:off x="3045371" y="6063279"/>
                <a:ext cx="365079" cy="832966"/>
              </a:xfrm>
              <a:prstGeom prst="straightConnector1">
                <a:avLst/>
              </a:prstGeom>
              <a:noFill/>
              <a:ln cap="flat" cmpd="sng" w="9525">
                <a:solidFill>
                  <a:schemeClr val="dk2"/>
                </a:solidFill>
                <a:prstDash val="solid"/>
                <a:round/>
                <a:headEnd len="med" w="med" type="none"/>
                <a:tailEnd len="med" w="med" type="none"/>
              </a:ln>
            </p:spPr>
          </p:cxnSp>
          <p:cxnSp>
            <p:nvCxnSpPr>
              <p:cNvPr id="1134" name="Google Shape;1134;p19"/>
              <p:cNvCxnSpPr>
                <a:stCxn id="1130" idx="4"/>
                <a:endCxn id="1128" idx="7"/>
              </p:cNvCxnSpPr>
              <p:nvPr/>
            </p:nvCxnSpPr>
            <p:spPr>
              <a:xfrm flipH="1" rot="10460763">
                <a:off x="1865029" y="6113097"/>
                <a:ext cx="1087089" cy="9343"/>
              </a:xfrm>
              <a:prstGeom prst="straightConnector1">
                <a:avLst/>
              </a:prstGeom>
              <a:noFill/>
              <a:ln cap="flat" cmpd="sng" w="9525">
                <a:solidFill>
                  <a:schemeClr val="dk2"/>
                </a:solidFill>
                <a:prstDash val="solid"/>
                <a:round/>
                <a:headEnd len="med" w="med" type="none"/>
                <a:tailEnd len="med" w="med" type="none"/>
              </a:ln>
            </p:spPr>
          </p:cxnSp>
          <p:cxnSp>
            <p:nvCxnSpPr>
              <p:cNvPr id="1135" name="Google Shape;1135;p19"/>
              <p:cNvCxnSpPr>
                <a:stCxn id="1125" idx="0"/>
                <a:endCxn id="1129" idx="3"/>
              </p:cNvCxnSpPr>
              <p:nvPr/>
            </p:nvCxnSpPr>
            <p:spPr>
              <a:xfrm flipH="1" rot="-339783">
                <a:off x="3393035" y="4884097"/>
                <a:ext cx="1295121" cy="1950801"/>
              </a:xfrm>
              <a:prstGeom prst="straightConnector1">
                <a:avLst/>
              </a:prstGeom>
              <a:noFill/>
              <a:ln cap="flat" cmpd="sng" w="9525">
                <a:solidFill>
                  <a:schemeClr val="dk2"/>
                </a:solidFill>
                <a:prstDash val="solid"/>
                <a:round/>
                <a:headEnd len="med" w="med" type="none"/>
                <a:tailEnd len="med" w="med" type="none"/>
              </a:ln>
            </p:spPr>
          </p:cxnSp>
          <p:cxnSp>
            <p:nvCxnSpPr>
              <p:cNvPr id="1136" name="Google Shape;1136;p19"/>
              <p:cNvCxnSpPr>
                <a:stCxn id="1129" idx="7"/>
                <a:endCxn id="1130" idx="2"/>
              </p:cNvCxnSpPr>
              <p:nvPr/>
            </p:nvCxnSpPr>
            <p:spPr>
              <a:xfrm rot="10460582">
                <a:off x="1928581" y="6158259"/>
                <a:ext cx="1466944" cy="833861"/>
              </a:xfrm>
              <a:prstGeom prst="straightConnector1">
                <a:avLst/>
              </a:prstGeom>
              <a:noFill/>
              <a:ln cap="flat" cmpd="sng" w="9525">
                <a:solidFill>
                  <a:schemeClr val="dk2"/>
                </a:solidFill>
                <a:prstDash val="solid"/>
                <a:round/>
                <a:headEnd len="med" w="med" type="none"/>
                <a:tailEnd len="med" w="med" type="none"/>
              </a:ln>
            </p:spPr>
          </p:cxnSp>
          <p:cxnSp>
            <p:nvCxnSpPr>
              <p:cNvPr id="1137" name="Google Shape;1137;p19"/>
              <p:cNvCxnSpPr>
                <a:stCxn id="1130" idx="6"/>
                <a:endCxn id="1126" idx="1"/>
              </p:cNvCxnSpPr>
              <p:nvPr/>
            </p:nvCxnSpPr>
            <p:spPr>
              <a:xfrm flipH="1" rot="10462833">
                <a:off x="1755412" y="5065169"/>
                <a:ext cx="150121" cy="1129000"/>
              </a:xfrm>
              <a:prstGeom prst="straightConnector1">
                <a:avLst/>
              </a:prstGeom>
              <a:noFill/>
              <a:ln cap="flat" cmpd="sng" w="9525">
                <a:solidFill>
                  <a:schemeClr val="dk2"/>
                </a:solidFill>
                <a:prstDash val="solid"/>
                <a:round/>
                <a:headEnd len="med" w="med" type="none"/>
                <a:tailEnd len="med" w="med" type="none"/>
              </a:ln>
            </p:spPr>
          </p:cxnSp>
          <p:cxnSp>
            <p:nvCxnSpPr>
              <p:cNvPr id="1138" name="Google Shape;1138;p19"/>
              <p:cNvCxnSpPr>
                <a:stCxn id="1128" idx="5"/>
                <a:endCxn id="1126" idx="1"/>
              </p:cNvCxnSpPr>
              <p:nvPr/>
            </p:nvCxnSpPr>
            <p:spPr>
              <a:xfrm rot="10460368">
                <a:off x="1898704" y="5007487"/>
                <a:ext cx="1024998" cy="1048819"/>
              </a:xfrm>
              <a:prstGeom prst="straightConnector1">
                <a:avLst/>
              </a:prstGeom>
              <a:noFill/>
              <a:ln cap="flat" cmpd="sng" w="9525">
                <a:solidFill>
                  <a:schemeClr val="dk2"/>
                </a:solidFill>
                <a:prstDash val="solid"/>
                <a:round/>
                <a:headEnd len="med" w="med" type="none"/>
                <a:tailEnd len="med" w="med" type="none"/>
              </a:ln>
            </p:spPr>
          </p:cxnSp>
          <p:cxnSp>
            <p:nvCxnSpPr>
              <p:cNvPr id="1139" name="Google Shape;1139;p19"/>
              <p:cNvCxnSpPr>
                <a:stCxn id="1125" idx="6"/>
                <a:endCxn id="1131" idx="3"/>
              </p:cNvCxnSpPr>
              <p:nvPr/>
            </p:nvCxnSpPr>
            <p:spPr>
              <a:xfrm rot="10459888">
                <a:off x="3818606" y="4656348"/>
                <a:ext cx="731979" cy="120599"/>
              </a:xfrm>
              <a:prstGeom prst="straightConnector1">
                <a:avLst/>
              </a:prstGeom>
              <a:noFill/>
              <a:ln cap="flat" cmpd="sng" w="9525">
                <a:solidFill>
                  <a:schemeClr val="dk2"/>
                </a:solidFill>
                <a:prstDash val="solid"/>
                <a:round/>
                <a:headEnd len="med" w="med" type="none"/>
                <a:tailEnd len="med" w="med" type="none"/>
              </a:ln>
            </p:spPr>
          </p:cxnSp>
          <p:cxnSp>
            <p:nvCxnSpPr>
              <p:cNvPr id="1140" name="Google Shape;1140;p19"/>
              <p:cNvCxnSpPr>
                <a:stCxn id="1125" idx="7"/>
                <a:endCxn id="1128" idx="3"/>
              </p:cNvCxnSpPr>
              <p:nvPr/>
            </p:nvCxnSpPr>
            <p:spPr>
              <a:xfrm flipH="1" rot="-339569">
                <a:off x="2971884" y="4867995"/>
                <a:ext cx="1639693" cy="1081059"/>
              </a:xfrm>
              <a:prstGeom prst="straightConnector1">
                <a:avLst/>
              </a:prstGeom>
              <a:noFill/>
              <a:ln cap="flat" cmpd="sng" w="9525">
                <a:solidFill>
                  <a:schemeClr val="dk2"/>
                </a:solidFill>
                <a:prstDash val="solid"/>
                <a:round/>
                <a:headEnd len="med" w="med" type="none"/>
                <a:tailEnd len="med" w="med" type="none"/>
              </a:ln>
            </p:spPr>
          </p:cxnSp>
          <p:cxnSp>
            <p:nvCxnSpPr>
              <p:cNvPr id="1141" name="Google Shape;1141;p19"/>
              <p:cNvCxnSpPr>
                <a:stCxn id="1131" idx="7"/>
                <a:endCxn id="1127" idx="3"/>
              </p:cNvCxnSpPr>
              <p:nvPr/>
            </p:nvCxnSpPr>
            <p:spPr>
              <a:xfrm flipH="1" rot="-339665">
                <a:off x="3259894" y="4748265"/>
                <a:ext cx="483558" cy="163106"/>
              </a:xfrm>
              <a:prstGeom prst="straightConnector1">
                <a:avLst/>
              </a:prstGeom>
              <a:noFill/>
              <a:ln cap="flat" cmpd="sng" w="9525">
                <a:solidFill>
                  <a:schemeClr val="dk2"/>
                </a:solidFill>
                <a:prstDash val="solid"/>
                <a:round/>
                <a:headEnd len="med" w="med" type="none"/>
                <a:tailEnd len="med" w="med" type="none"/>
              </a:ln>
            </p:spPr>
          </p:cxnSp>
          <p:cxnSp>
            <p:nvCxnSpPr>
              <p:cNvPr id="1142" name="Google Shape;1142;p19"/>
              <p:cNvCxnSpPr>
                <a:stCxn id="1127" idx="0"/>
                <a:endCxn id="1128" idx="5"/>
              </p:cNvCxnSpPr>
              <p:nvPr/>
            </p:nvCxnSpPr>
            <p:spPr>
              <a:xfrm flipH="1" rot="-341652">
                <a:off x="2929081" y="5115280"/>
                <a:ext cx="208629" cy="879981"/>
              </a:xfrm>
              <a:prstGeom prst="straightConnector1">
                <a:avLst/>
              </a:prstGeom>
              <a:noFill/>
              <a:ln cap="flat" cmpd="sng" w="9525">
                <a:solidFill>
                  <a:schemeClr val="dk2"/>
                </a:solidFill>
                <a:prstDash val="solid"/>
                <a:round/>
                <a:headEnd len="med" w="med" type="none"/>
                <a:tailEnd len="med" w="med" type="none"/>
              </a:ln>
            </p:spPr>
          </p:cxnSp>
          <p:cxnSp>
            <p:nvCxnSpPr>
              <p:cNvPr id="1143" name="Google Shape;1143;p19"/>
              <p:cNvCxnSpPr>
                <a:stCxn id="1132" idx="2"/>
                <a:endCxn id="1126" idx="6"/>
              </p:cNvCxnSpPr>
              <p:nvPr/>
            </p:nvCxnSpPr>
            <p:spPr>
              <a:xfrm rot="-339023">
                <a:off x="875824" y="4773316"/>
                <a:ext cx="880579" cy="246302"/>
              </a:xfrm>
              <a:prstGeom prst="straightConnector1">
                <a:avLst/>
              </a:prstGeom>
              <a:noFill/>
              <a:ln cap="flat" cmpd="sng" w="9525">
                <a:solidFill>
                  <a:schemeClr val="dk2"/>
                </a:solidFill>
                <a:prstDash val="solid"/>
                <a:round/>
                <a:headEnd len="med" w="med" type="none"/>
                <a:tailEnd len="med" w="med" type="none"/>
              </a:ln>
            </p:spPr>
          </p:cxnSp>
          <p:cxnSp>
            <p:nvCxnSpPr>
              <p:cNvPr id="1144" name="Google Shape;1144;p19"/>
              <p:cNvCxnSpPr>
                <a:stCxn id="1129" idx="6"/>
                <a:endCxn id="1132" idx="1"/>
              </p:cNvCxnSpPr>
              <p:nvPr/>
            </p:nvCxnSpPr>
            <p:spPr>
              <a:xfrm rot="10460586">
                <a:off x="937128" y="4728830"/>
                <a:ext cx="2389135" cy="2287850"/>
              </a:xfrm>
              <a:prstGeom prst="straightConnector1">
                <a:avLst/>
              </a:prstGeom>
              <a:noFill/>
              <a:ln cap="flat" cmpd="sng" w="9525">
                <a:solidFill>
                  <a:schemeClr val="dk2"/>
                </a:solidFill>
                <a:prstDash val="solid"/>
                <a:round/>
                <a:headEnd len="med" w="med" type="none"/>
                <a:tailEnd len="med" w="med" type="none"/>
              </a:ln>
            </p:spPr>
          </p:cxnSp>
          <p:sp>
            <p:nvSpPr>
              <p:cNvPr id="1145" name="Google Shape;1145;p19"/>
              <p:cNvSpPr/>
              <p:nvPr/>
            </p:nvSpPr>
            <p:spPr>
              <a:xfrm rot="-9414352">
                <a:off x="1960639" y="4664187"/>
                <a:ext cx="86426" cy="86426"/>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46" name="Google Shape;1146;p19"/>
              <p:cNvCxnSpPr>
                <a:stCxn id="1132" idx="3"/>
                <a:endCxn id="1145" idx="7"/>
              </p:cNvCxnSpPr>
              <p:nvPr/>
            </p:nvCxnSpPr>
            <p:spPr>
              <a:xfrm rot="-339173">
                <a:off x="866711" y="4713112"/>
                <a:ext cx="1096432" cy="64807"/>
              </a:xfrm>
              <a:prstGeom prst="straightConnector1">
                <a:avLst/>
              </a:prstGeom>
              <a:noFill/>
              <a:ln cap="flat" cmpd="sng" w="9525">
                <a:solidFill>
                  <a:schemeClr val="dk2"/>
                </a:solidFill>
                <a:prstDash val="solid"/>
                <a:round/>
                <a:headEnd len="med" w="med" type="none"/>
                <a:tailEnd len="med" w="med" type="none"/>
              </a:ln>
            </p:spPr>
          </p:cxnSp>
          <p:cxnSp>
            <p:nvCxnSpPr>
              <p:cNvPr id="1147" name="Google Shape;1147;p19"/>
              <p:cNvCxnSpPr>
                <a:stCxn id="1145" idx="2"/>
                <a:endCxn id="1127" idx="6"/>
              </p:cNvCxnSpPr>
              <p:nvPr/>
            </p:nvCxnSpPr>
            <p:spPr>
              <a:xfrm rot="-339840">
                <a:off x="2056272" y="4676508"/>
                <a:ext cx="954460" cy="303884"/>
              </a:xfrm>
              <a:prstGeom prst="straightConnector1">
                <a:avLst/>
              </a:prstGeom>
              <a:noFill/>
              <a:ln cap="flat" cmpd="sng" w="9525">
                <a:solidFill>
                  <a:schemeClr val="dk2"/>
                </a:solidFill>
                <a:prstDash val="solid"/>
                <a:round/>
                <a:headEnd len="med" w="med" type="none"/>
                <a:tailEnd len="med" w="med" type="none"/>
              </a:ln>
            </p:spPr>
          </p:cxnSp>
          <p:cxnSp>
            <p:nvCxnSpPr>
              <p:cNvPr id="1148" name="Google Shape;1148;p19"/>
              <p:cNvCxnSpPr>
                <a:stCxn id="1145" idx="0"/>
                <a:endCxn id="1126" idx="4"/>
              </p:cNvCxnSpPr>
              <p:nvPr/>
            </p:nvCxnSpPr>
            <p:spPr>
              <a:xfrm flipH="1" rot="-340645">
                <a:off x="1841473" y="4754364"/>
                <a:ext cx="154659" cy="179972"/>
              </a:xfrm>
              <a:prstGeom prst="straightConnector1">
                <a:avLst/>
              </a:prstGeom>
              <a:noFill/>
              <a:ln cap="flat" cmpd="sng" w="9525">
                <a:solidFill>
                  <a:schemeClr val="dk2"/>
                </a:solidFill>
                <a:prstDash val="solid"/>
                <a:round/>
                <a:headEnd len="med" w="med" type="none"/>
                <a:tailEnd len="med" w="med" type="none"/>
              </a:ln>
            </p:spPr>
          </p:cxnSp>
          <p:cxnSp>
            <p:nvCxnSpPr>
              <p:cNvPr id="1149" name="Google Shape;1149;p19"/>
              <p:cNvCxnSpPr>
                <a:stCxn id="1145" idx="1"/>
                <a:endCxn id="1128" idx="5"/>
              </p:cNvCxnSpPr>
              <p:nvPr/>
            </p:nvCxnSpPr>
            <p:spPr>
              <a:xfrm rot="-339524">
                <a:off x="2084265" y="4703564"/>
                <a:ext cx="824518" cy="1343659"/>
              </a:xfrm>
              <a:prstGeom prst="straightConnector1">
                <a:avLst/>
              </a:prstGeom>
              <a:noFill/>
              <a:ln cap="flat" cmpd="sng" w="9525">
                <a:solidFill>
                  <a:schemeClr val="dk2"/>
                </a:solidFill>
                <a:prstDash val="solid"/>
                <a:round/>
                <a:headEnd len="med" w="med" type="none"/>
                <a:tailEnd len="med" w="med" type="none"/>
              </a:ln>
            </p:spPr>
          </p:cxnSp>
          <p:sp>
            <p:nvSpPr>
              <p:cNvPr id="1150" name="Google Shape;1150;p19"/>
              <p:cNvSpPr/>
              <p:nvPr/>
            </p:nvSpPr>
            <p:spPr>
              <a:xfrm rot="-9417549">
                <a:off x="3933996" y="4880048"/>
                <a:ext cx="128773" cy="12877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51" name="Google Shape;1151;p19"/>
              <p:cNvCxnSpPr>
                <a:stCxn id="1127" idx="2"/>
                <a:endCxn id="1150" idx="7"/>
              </p:cNvCxnSpPr>
              <p:nvPr/>
            </p:nvCxnSpPr>
            <p:spPr>
              <a:xfrm flipH="1" rot="10459800">
                <a:off x="3266347" y="5001756"/>
                <a:ext cx="674098" cy="1530"/>
              </a:xfrm>
              <a:prstGeom prst="straightConnector1">
                <a:avLst/>
              </a:prstGeom>
              <a:noFill/>
              <a:ln cap="flat" cmpd="sng" w="9525">
                <a:solidFill>
                  <a:schemeClr val="dk2"/>
                </a:solidFill>
                <a:prstDash val="solid"/>
                <a:round/>
                <a:headEnd len="med" w="med" type="none"/>
                <a:tailEnd len="med" w="med" type="none"/>
              </a:ln>
            </p:spPr>
          </p:cxnSp>
          <p:cxnSp>
            <p:nvCxnSpPr>
              <p:cNvPr id="1152" name="Google Shape;1152;p19"/>
              <p:cNvCxnSpPr>
                <a:stCxn id="1150" idx="3"/>
                <a:endCxn id="1125" idx="7"/>
              </p:cNvCxnSpPr>
              <p:nvPr/>
            </p:nvCxnSpPr>
            <p:spPr>
              <a:xfrm flipH="1" rot="10459592">
                <a:off x="4052806" y="4814404"/>
                <a:ext cx="506782" cy="81105"/>
              </a:xfrm>
              <a:prstGeom prst="straightConnector1">
                <a:avLst/>
              </a:prstGeom>
              <a:noFill/>
              <a:ln cap="flat" cmpd="sng" w="9525">
                <a:solidFill>
                  <a:schemeClr val="dk2"/>
                </a:solidFill>
                <a:prstDash val="solid"/>
                <a:round/>
                <a:headEnd len="med" w="med" type="none"/>
                <a:tailEnd len="med" w="med" type="none"/>
              </a:ln>
            </p:spPr>
          </p:cxnSp>
          <p:cxnSp>
            <p:nvCxnSpPr>
              <p:cNvPr id="1153" name="Google Shape;1153;p19"/>
              <p:cNvCxnSpPr>
                <a:stCxn id="1128" idx="4"/>
                <a:endCxn id="1150" idx="0"/>
              </p:cNvCxnSpPr>
              <p:nvPr/>
            </p:nvCxnSpPr>
            <p:spPr>
              <a:xfrm flipH="1" rot="10460266">
                <a:off x="2959037" y="5053792"/>
                <a:ext cx="1061178" cy="899594"/>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154" name="Shape 1154"/>
        <p:cNvGrpSpPr/>
        <p:nvPr/>
      </p:nvGrpSpPr>
      <p:grpSpPr>
        <a:xfrm>
          <a:off x="0" y="0"/>
          <a:ext cx="0" cy="0"/>
          <a:chOff x="0" y="0"/>
          <a:chExt cx="0" cy="0"/>
        </a:xfrm>
      </p:grpSpPr>
      <p:sp>
        <p:nvSpPr>
          <p:cNvPr id="1155" name="Google Shape;1155;p20"/>
          <p:cNvSpPr txBox="1"/>
          <p:nvPr>
            <p:ph type="title"/>
          </p:nvPr>
        </p:nvSpPr>
        <p:spPr>
          <a:xfrm>
            <a:off x="720000" y="444450"/>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56" name="Google Shape;1156;p20"/>
          <p:cNvSpPr txBox="1"/>
          <p:nvPr>
            <p:ph idx="1" type="subTitle"/>
          </p:nvPr>
        </p:nvSpPr>
        <p:spPr>
          <a:xfrm>
            <a:off x="72000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7" name="Google Shape;1157;p20"/>
          <p:cNvSpPr txBox="1"/>
          <p:nvPr>
            <p:ph idx="2" type="subTitle"/>
          </p:nvPr>
        </p:nvSpPr>
        <p:spPr>
          <a:xfrm>
            <a:off x="3378225"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8" name="Google Shape;1158;p20"/>
          <p:cNvSpPr txBox="1"/>
          <p:nvPr>
            <p:ph idx="3" type="subTitle"/>
          </p:nvPr>
        </p:nvSpPr>
        <p:spPr>
          <a:xfrm>
            <a:off x="72000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59" name="Google Shape;1159;p20"/>
          <p:cNvSpPr txBox="1"/>
          <p:nvPr>
            <p:ph idx="4" type="subTitle"/>
          </p:nvPr>
        </p:nvSpPr>
        <p:spPr>
          <a:xfrm>
            <a:off x="3378225"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0" name="Google Shape;1160;p20"/>
          <p:cNvSpPr txBox="1"/>
          <p:nvPr>
            <p:ph idx="5" type="subTitle"/>
          </p:nvPr>
        </p:nvSpPr>
        <p:spPr>
          <a:xfrm>
            <a:off x="6036450" y="1741417"/>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1" name="Google Shape;1161;p20"/>
          <p:cNvSpPr txBox="1"/>
          <p:nvPr>
            <p:ph idx="6" type="subTitle"/>
          </p:nvPr>
        </p:nvSpPr>
        <p:spPr>
          <a:xfrm>
            <a:off x="6036450" y="3565400"/>
            <a:ext cx="2387700" cy="1038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2" name="Google Shape;1162;p20"/>
          <p:cNvSpPr txBox="1"/>
          <p:nvPr>
            <p:ph idx="7" type="subTitle"/>
          </p:nvPr>
        </p:nvSpPr>
        <p:spPr>
          <a:xfrm>
            <a:off x="72107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3" name="Google Shape;1163;p20"/>
          <p:cNvSpPr txBox="1"/>
          <p:nvPr>
            <p:ph idx="8" type="subTitle"/>
          </p:nvPr>
        </p:nvSpPr>
        <p:spPr>
          <a:xfrm>
            <a:off x="3379300"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4" name="Google Shape;1164;p20"/>
          <p:cNvSpPr txBox="1"/>
          <p:nvPr>
            <p:ph idx="9" type="subTitle"/>
          </p:nvPr>
        </p:nvSpPr>
        <p:spPr>
          <a:xfrm>
            <a:off x="6037525" y="1083767"/>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5" name="Google Shape;1165;p20"/>
          <p:cNvSpPr txBox="1"/>
          <p:nvPr>
            <p:ph idx="13" type="subTitle"/>
          </p:nvPr>
        </p:nvSpPr>
        <p:spPr>
          <a:xfrm>
            <a:off x="72107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6" name="Google Shape;1166;p20"/>
          <p:cNvSpPr txBox="1"/>
          <p:nvPr>
            <p:ph idx="14" type="subTitle"/>
          </p:nvPr>
        </p:nvSpPr>
        <p:spPr>
          <a:xfrm>
            <a:off x="3379300"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167" name="Google Shape;1167;p20"/>
          <p:cNvSpPr txBox="1"/>
          <p:nvPr>
            <p:ph idx="15" type="subTitle"/>
          </p:nvPr>
        </p:nvSpPr>
        <p:spPr>
          <a:xfrm>
            <a:off x="6037525" y="2907850"/>
            <a:ext cx="23853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000">
                <a:solidFill>
                  <a:schemeClr val="dk1"/>
                </a:solidFill>
                <a:latin typeface="Albert Sans"/>
                <a:ea typeface="Albert Sans"/>
                <a:cs typeface="Albert Sans"/>
                <a:sym typeface="Albert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1168" name="Google Shape;1168;p20"/>
          <p:cNvGrpSpPr/>
          <p:nvPr/>
        </p:nvGrpSpPr>
        <p:grpSpPr>
          <a:xfrm>
            <a:off x="-204864" y="-2449186"/>
            <a:ext cx="10500633" cy="8002629"/>
            <a:chOff x="-204864" y="-2449186"/>
            <a:chExt cx="10500633" cy="8002629"/>
          </a:xfrm>
        </p:grpSpPr>
        <p:grpSp>
          <p:nvGrpSpPr>
            <p:cNvPr id="1169" name="Google Shape;1169;p20"/>
            <p:cNvGrpSpPr/>
            <p:nvPr/>
          </p:nvGrpSpPr>
          <p:grpSpPr>
            <a:xfrm flipH="1" rot="10800000">
              <a:off x="-204864" y="-2449186"/>
              <a:ext cx="3687215" cy="3485542"/>
              <a:chOff x="80886" y="4084964"/>
              <a:chExt cx="3687215" cy="3485542"/>
            </a:xfrm>
          </p:grpSpPr>
          <p:sp>
            <p:nvSpPr>
              <p:cNvPr id="1170" name="Google Shape;1170;p20"/>
              <p:cNvSpPr/>
              <p:nvPr/>
            </p:nvSpPr>
            <p:spPr>
              <a:xfrm rot="-1101027">
                <a:off x="720342" y="7424885"/>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1" name="Google Shape;1171;p20"/>
              <p:cNvSpPr/>
              <p:nvPr/>
            </p:nvSpPr>
            <p:spPr>
              <a:xfrm rot="-1100132">
                <a:off x="2615973" y="5125770"/>
                <a:ext cx="164028" cy="164028"/>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2" name="Google Shape;1172;p20"/>
              <p:cNvSpPr/>
              <p:nvPr/>
            </p:nvSpPr>
            <p:spPr>
              <a:xfrm rot="-1104870">
                <a:off x="1609040" y="6221539"/>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3" name="Google Shape;1173;p20"/>
              <p:cNvSpPr/>
              <p:nvPr/>
            </p:nvSpPr>
            <p:spPr>
              <a:xfrm rot="-1091019">
                <a:off x="1005158" y="526072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4" name="Google Shape;1174;p20"/>
              <p:cNvSpPr/>
              <p:nvPr/>
            </p:nvSpPr>
            <p:spPr>
              <a:xfrm rot="-1100623">
                <a:off x="96609" y="4792852"/>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5" name="Google Shape;1175;p20"/>
              <p:cNvSpPr/>
              <p:nvPr/>
            </p:nvSpPr>
            <p:spPr>
              <a:xfrm rot="1492351">
                <a:off x="1849708" y="4917709"/>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6" name="Google Shape;1176;p20"/>
              <p:cNvSpPr/>
              <p:nvPr/>
            </p:nvSpPr>
            <p:spPr>
              <a:xfrm rot="-1091019">
                <a:off x="1409399" y="693391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177" name="Google Shape;1177;p20"/>
              <p:cNvSpPr/>
              <p:nvPr/>
            </p:nvSpPr>
            <p:spPr>
              <a:xfrm rot="-1101100">
                <a:off x="3620332" y="4787157"/>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78" name="Google Shape;1178;p20"/>
              <p:cNvCxnSpPr>
                <a:stCxn id="1174" idx="5"/>
                <a:endCxn id="1173" idx="1"/>
              </p:cNvCxnSpPr>
              <p:nvPr/>
            </p:nvCxnSpPr>
            <p:spPr>
              <a:xfrm>
                <a:off x="209432" y="4879158"/>
                <a:ext cx="800400" cy="405300"/>
              </a:xfrm>
              <a:prstGeom prst="straightConnector1">
                <a:avLst/>
              </a:prstGeom>
              <a:noFill/>
              <a:ln cap="flat" cmpd="sng" w="9525">
                <a:solidFill>
                  <a:schemeClr val="dk2"/>
                </a:solidFill>
                <a:prstDash val="solid"/>
                <a:round/>
                <a:headEnd len="med" w="med" type="none"/>
                <a:tailEnd len="med" w="med" type="none"/>
              </a:ln>
            </p:spPr>
          </p:cxnSp>
          <p:cxnSp>
            <p:nvCxnSpPr>
              <p:cNvPr id="1179" name="Google Shape;1179;p20"/>
              <p:cNvCxnSpPr>
                <a:stCxn id="1175" idx="4"/>
                <a:endCxn id="1173" idx="6"/>
              </p:cNvCxnSpPr>
              <p:nvPr/>
            </p:nvCxnSpPr>
            <p:spPr>
              <a:xfrm flipH="1">
                <a:off x="1089610" y="500001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180" name="Google Shape;1180;p20"/>
              <p:cNvCxnSpPr>
                <a:stCxn id="1170" idx="0"/>
                <a:endCxn id="1174" idx="4"/>
              </p:cNvCxnSpPr>
              <p:nvPr/>
            </p:nvCxnSpPr>
            <p:spPr>
              <a:xfrm rot="10800000">
                <a:off x="174913" y="4909056"/>
                <a:ext cx="589500" cy="2519100"/>
              </a:xfrm>
              <a:prstGeom prst="straightConnector1">
                <a:avLst/>
              </a:prstGeom>
              <a:noFill/>
              <a:ln cap="flat" cmpd="sng" w="9525">
                <a:solidFill>
                  <a:schemeClr val="dk2"/>
                </a:solidFill>
                <a:prstDash val="solid"/>
                <a:round/>
                <a:headEnd len="med" w="med" type="none"/>
                <a:tailEnd len="med" w="med" type="none"/>
              </a:ln>
            </p:spPr>
          </p:cxnSp>
          <p:cxnSp>
            <p:nvCxnSpPr>
              <p:cNvPr id="1181" name="Google Shape;1181;p20"/>
              <p:cNvCxnSpPr>
                <a:stCxn id="1174" idx="6"/>
                <a:endCxn id="1175" idx="2"/>
              </p:cNvCxnSpPr>
              <p:nvPr/>
            </p:nvCxnSpPr>
            <p:spPr>
              <a:xfrm>
                <a:off x="212736" y="4833679"/>
                <a:ext cx="1641000" cy="108900"/>
              </a:xfrm>
              <a:prstGeom prst="straightConnector1">
                <a:avLst/>
              </a:prstGeom>
              <a:noFill/>
              <a:ln cap="flat" cmpd="sng" w="9525">
                <a:solidFill>
                  <a:schemeClr val="dk2"/>
                </a:solidFill>
                <a:prstDash val="solid"/>
                <a:round/>
                <a:headEnd len="med" w="med" type="none"/>
                <a:tailEnd len="med" w="med" type="none"/>
              </a:ln>
            </p:spPr>
          </p:cxnSp>
          <p:cxnSp>
            <p:nvCxnSpPr>
              <p:cNvPr id="1182" name="Google Shape;1182;p20"/>
              <p:cNvCxnSpPr>
                <a:stCxn id="1175" idx="6"/>
                <a:endCxn id="1171" idx="1"/>
              </p:cNvCxnSpPr>
              <p:nvPr/>
            </p:nvCxnSpPr>
            <p:spPr>
              <a:xfrm>
                <a:off x="1932010" y="4979012"/>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183" name="Google Shape;1183;p20"/>
              <p:cNvCxnSpPr>
                <a:stCxn id="1173" idx="6"/>
                <a:endCxn id="1171" idx="1"/>
              </p:cNvCxnSpPr>
              <p:nvPr/>
            </p:nvCxnSpPr>
            <p:spPr>
              <a:xfrm flipH="1" rot="10800000">
                <a:off x="1089518" y="5171086"/>
                <a:ext cx="1535100" cy="119400"/>
              </a:xfrm>
              <a:prstGeom prst="straightConnector1">
                <a:avLst/>
              </a:prstGeom>
              <a:noFill/>
              <a:ln cap="flat" cmpd="sng" w="9525">
                <a:solidFill>
                  <a:srgbClr val="434343"/>
                </a:solidFill>
                <a:prstDash val="solid"/>
                <a:round/>
                <a:headEnd len="med" w="med" type="none"/>
                <a:tailEnd len="med" w="med" type="none"/>
              </a:ln>
            </p:spPr>
          </p:cxnSp>
          <p:cxnSp>
            <p:nvCxnSpPr>
              <p:cNvPr id="1184" name="Google Shape;1184;p20"/>
              <p:cNvCxnSpPr>
                <a:stCxn id="1170" idx="6"/>
                <a:endCxn id="1176" idx="3"/>
              </p:cNvCxnSpPr>
              <p:nvPr/>
            </p:nvCxnSpPr>
            <p:spPr>
              <a:xfrm flipH="1" rot="10800000">
                <a:off x="845713" y="701565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185" name="Google Shape;1185;p20"/>
              <p:cNvCxnSpPr>
                <a:stCxn id="1170" idx="7"/>
                <a:endCxn id="1173" idx="4"/>
              </p:cNvCxnSpPr>
              <p:nvPr/>
            </p:nvCxnSpPr>
            <p:spPr>
              <a:xfrm flipH="1" rot="10800000">
                <a:off x="813513" y="534521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186" name="Google Shape;1186;p20"/>
              <p:cNvCxnSpPr>
                <a:stCxn id="1176" idx="7"/>
                <a:endCxn id="1172" idx="3"/>
              </p:cNvCxnSpPr>
              <p:nvPr/>
            </p:nvCxnSpPr>
            <p:spPr>
              <a:xfrm flipH="1" rot="10800000">
                <a:off x="1472176" y="647326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187" name="Google Shape;1187;p20"/>
              <p:cNvCxnSpPr>
                <a:stCxn id="1172" idx="0"/>
                <a:endCxn id="1173" idx="4"/>
              </p:cNvCxnSpPr>
              <p:nvPr/>
            </p:nvCxnSpPr>
            <p:spPr>
              <a:xfrm rot="10800000">
                <a:off x="1061898" y="534514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188" name="Google Shape;1188;p20"/>
              <p:cNvCxnSpPr>
                <a:stCxn id="1177" idx="2"/>
                <a:endCxn id="1171" idx="6"/>
              </p:cNvCxnSpPr>
              <p:nvPr/>
            </p:nvCxnSpPr>
            <p:spPr>
              <a:xfrm flipH="1">
                <a:off x="2775852" y="4872976"/>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189" name="Google Shape;1189;p20"/>
              <p:cNvCxnSpPr>
                <a:stCxn id="1175" idx="7"/>
                <a:endCxn id="1177" idx="1"/>
              </p:cNvCxnSpPr>
              <p:nvPr/>
            </p:nvCxnSpPr>
            <p:spPr>
              <a:xfrm flipH="1" rot="10800000">
                <a:off x="1933378" y="4823012"/>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190" name="Google Shape;1190;p20"/>
              <p:cNvSpPr/>
              <p:nvPr/>
            </p:nvSpPr>
            <p:spPr>
              <a:xfrm rot="-1091019">
                <a:off x="2738925" y="5764844"/>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1" name="Google Shape;1191;p20"/>
              <p:cNvCxnSpPr>
                <a:stCxn id="1177" idx="3"/>
                <a:endCxn id="1190" idx="6"/>
              </p:cNvCxnSpPr>
              <p:nvPr/>
            </p:nvCxnSpPr>
            <p:spPr>
              <a:xfrm flipH="1">
                <a:off x="2823227" y="491076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192" name="Google Shape;1192;p20"/>
              <p:cNvCxnSpPr>
                <a:stCxn id="1190" idx="2"/>
                <a:endCxn id="1172" idx="6"/>
              </p:cNvCxnSpPr>
              <p:nvPr/>
            </p:nvCxnSpPr>
            <p:spPr>
              <a:xfrm flipH="1">
                <a:off x="1868085" y="582160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193" name="Google Shape;1193;p20"/>
              <p:cNvCxnSpPr>
                <a:stCxn id="1190" idx="0"/>
                <a:endCxn id="1171" idx="4"/>
              </p:cNvCxnSpPr>
              <p:nvPr/>
            </p:nvCxnSpPr>
            <p:spPr>
              <a:xfrm rot="10800000">
                <a:off x="2723685" y="528550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194" name="Google Shape;1194;p20"/>
              <p:cNvCxnSpPr>
                <a:stCxn id="1190" idx="1"/>
                <a:endCxn id="1173" idx="5"/>
              </p:cNvCxnSpPr>
              <p:nvPr/>
            </p:nvCxnSpPr>
            <p:spPr>
              <a:xfrm rot="10800000">
                <a:off x="1086977" y="532358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195" name="Google Shape;1195;p20"/>
              <p:cNvSpPr/>
              <p:nvPr/>
            </p:nvSpPr>
            <p:spPr>
              <a:xfrm rot="-1101027">
                <a:off x="1064264" y="6883862"/>
                <a:ext cx="128642" cy="12864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196" name="Google Shape;1196;p20"/>
              <p:cNvCxnSpPr>
                <a:stCxn id="1172" idx="2"/>
                <a:endCxn id="1195" idx="7"/>
              </p:cNvCxnSpPr>
              <p:nvPr/>
            </p:nvCxnSpPr>
            <p:spPr>
              <a:xfrm flipH="1">
                <a:off x="1157448" y="639649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197" name="Google Shape;1197;p20"/>
              <p:cNvCxnSpPr>
                <a:stCxn id="1195" idx="3"/>
                <a:endCxn id="1170" idx="7"/>
              </p:cNvCxnSpPr>
              <p:nvPr/>
            </p:nvCxnSpPr>
            <p:spPr>
              <a:xfrm flipH="1">
                <a:off x="813535" y="700567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198" name="Google Shape;1198;p20"/>
              <p:cNvCxnSpPr>
                <a:stCxn id="1173" idx="4"/>
                <a:endCxn id="1195" idx="0"/>
              </p:cNvCxnSpPr>
              <p:nvPr/>
            </p:nvCxnSpPr>
            <p:spPr>
              <a:xfrm>
                <a:off x="1061918" y="534508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199" name="Google Shape;1199;p20"/>
              <p:cNvSpPr/>
              <p:nvPr/>
            </p:nvSpPr>
            <p:spPr>
              <a:xfrm rot="-1099262">
                <a:off x="127866" y="4116417"/>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0" name="Google Shape;1200;p20"/>
              <p:cNvCxnSpPr>
                <a:stCxn id="1173" idx="0"/>
                <a:endCxn id="1199" idx="5"/>
              </p:cNvCxnSpPr>
              <p:nvPr/>
            </p:nvCxnSpPr>
            <p:spPr>
              <a:xfrm rot="10800000">
                <a:off x="353618" y="4289386"/>
                <a:ext cx="681300" cy="973500"/>
              </a:xfrm>
              <a:prstGeom prst="straightConnector1">
                <a:avLst/>
              </a:prstGeom>
              <a:noFill/>
              <a:ln cap="flat" cmpd="sng" w="9525">
                <a:solidFill>
                  <a:schemeClr val="dk2"/>
                </a:solidFill>
                <a:prstDash val="solid"/>
                <a:round/>
                <a:headEnd len="med" w="med" type="none"/>
                <a:tailEnd len="med" w="med" type="none"/>
              </a:ln>
            </p:spPr>
          </p:cxnSp>
          <p:cxnSp>
            <p:nvCxnSpPr>
              <p:cNvPr id="1201" name="Google Shape;1201;p20"/>
              <p:cNvCxnSpPr>
                <a:stCxn id="1199" idx="3"/>
                <a:endCxn id="1174" idx="7"/>
              </p:cNvCxnSpPr>
              <p:nvPr/>
            </p:nvCxnSpPr>
            <p:spPr>
              <a:xfrm flipH="1">
                <a:off x="182800" y="4342310"/>
                <a:ext cx="10800" cy="456900"/>
              </a:xfrm>
              <a:prstGeom prst="straightConnector1">
                <a:avLst/>
              </a:prstGeom>
              <a:noFill/>
              <a:ln cap="flat" cmpd="sng" w="9525">
                <a:solidFill>
                  <a:schemeClr val="dk2"/>
                </a:solidFill>
                <a:prstDash val="solid"/>
                <a:round/>
                <a:headEnd len="med" w="med" type="none"/>
                <a:tailEnd len="med" w="med" type="none"/>
              </a:ln>
            </p:spPr>
          </p:cxnSp>
        </p:grpSp>
        <p:grpSp>
          <p:nvGrpSpPr>
            <p:cNvPr id="1202" name="Google Shape;1202;p20"/>
            <p:cNvGrpSpPr/>
            <p:nvPr/>
          </p:nvGrpSpPr>
          <p:grpSpPr>
            <a:xfrm rot="-421830">
              <a:off x="8598623" y="3360541"/>
              <a:ext cx="1574274" cy="2104471"/>
              <a:chOff x="9029676" y="1522075"/>
              <a:chExt cx="1574244" cy="2104431"/>
            </a:xfrm>
          </p:grpSpPr>
          <p:sp>
            <p:nvSpPr>
              <p:cNvPr id="1203" name="Google Shape;1203;p20"/>
              <p:cNvSpPr/>
              <p:nvPr/>
            </p:nvSpPr>
            <p:spPr>
              <a:xfrm rot="-7641847">
                <a:off x="10370037" y="3392622"/>
                <a:ext cx="194767" cy="19476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4" name="Google Shape;1204;p20"/>
              <p:cNvSpPr/>
              <p:nvPr/>
            </p:nvSpPr>
            <p:spPr>
              <a:xfrm rot="-7638918">
                <a:off x="9590149" y="1602649"/>
                <a:ext cx="401352" cy="401352"/>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5" name="Google Shape;1205;p20"/>
              <p:cNvSpPr/>
              <p:nvPr/>
            </p:nvSpPr>
            <p:spPr>
              <a:xfrm rot="-7645431">
                <a:off x="9064532" y="1872415"/>
                <a:ext cx="130326" cy="13032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6" name="Google Shape;1206;p20"/>
              <p:cNvSpPr/>
              <p:nvPr/>
            </p:nvSpPr>
            <p:spPr>
              <a:xfrm rot="-7642235">
                <a:off x="9124887" y="2772190"/>
                <a:ext cx="254050" cy="2540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07" name="Google Shape;1207;p20"/>
              <p:cNvSpPr/>
              <p:nvPr/>
            </p:nvSpPr>
            <p:spPr>
              <a:xfrm rot="-8032821">
                <a:off x="10277840" y="2872634"/>
                <a:ext cx="130274" cy="13027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08" name="Google Shape;1208;p20"/>
              <p:cNvCxnSpPr>
                <a:stCxn id="1206" idx="5"/>
                <a:endCxn id="1205" idx="1"/>
              </p:cNvCxnSpPr>
              <p:nvPr/>
            </p:nvCxnSpPr>
            <p:spPr>
              <a:xfrm rot="-10379402">
                <a:off x="9074526" y="2014202"/>
                <a:ext cx="240901" cy="747223"/>
              </a:xfrm>
              <a:prstGeom prst="straightConnector1">
                <a:avLst/>
              </a:prstGeom>
              <a:noFill/>
              <a:ln cap="flat" cmpd="sng" w="9525">
                <a:solidFill>
                  <a:schemeClr val="dk2"/>
                </a:solidFill>
                <a:prstDash val="solid"/>
                <a:round/>
                <a:headEnd len="med" w="med" type="none"/>
                <a:tailEnd len="med" w="med" type="none"/>
              </a:ln>
            </p:spPr>
          </p:cxnSp>
          <p:cxnSp>
            <p:nvCxnSpPr>
              <p:cNvPr id="1209" name="Google Shape;1209;p20"/>
              <p:cNvCxnSpPr>
                <a:stCxn id="1203" idx="6"/>
                <a:endCxn id="1206" idx="3"/>
              </p:cNvCxnSpPr>
              <p:nvPr/>
            </p:nvCxnSpPr>
            <p:spPr>
              <a:xfrm rot="-10378283">
                <a:off x="9351249" y="2981020"/>
                <a:ext cx="1083643" cy="366672"/>
              </a:xfrm>
              <a:prstGeom prst="straightConnector1">
                <a:avLst/>
              </a:prstGeom>
              <a:noFill/>
              <a:ln cap="flat" cmpd="sng" w="9525">
                <a:solidFill>
                  <a:schemeClr val="dk2"/>
                </a:solidFill>
                <a:prstDash val="solid"/>
                <a:round/>
                <a:headEnd len="med" w="med" type="none"/>
                <a:tailEnd len="med" w="med" type="none"/>
              </a:ln>
            </p:spPr>
          </p:cxnSp>
          <p:cxnSp>
            <p:nvCxnSpPr>
              <p:cNvPr id="1210" name="Google Shape;1210;p20"/>
              <p:cNvCxnSpPr>
                <a:stCxn id="1203" idx="6"/>
                <a:endCxn id="1207" idx="1"/>
              </p:cNvCxnSpPr>
              <p:nvPr/>
            </p:nvCxnSpPr>
            <p:spPr>
              <a:xfrm rot="-10382393">
                <a:off x="10316842" y="3008650"/>
                <a:ext cx="116357" cy="398412"/>
              </a:xfrm>
              <a:prstGeom prst="straightConnector1">
                <a:avLst/>
              </a:prstGeom>
              <a:noFill/>
              <a:ln cap="flat" cmpd="sng" w="9525">
                <a:solidFill>
                  <a:schemeClr val="dk2"/>
                </a:solidFill>
                <a:prstDash val="solid"/>
                <a:round/>
                <a:headEnd len="med" w="med" type="none"/>
                <a:tailEnd len="med" w="med" type="none"/>
              </a:ln>
            </p:spPr>
          </p:cxnSp>
          <p:cxnSp>
            <p:nvCxnSpPr>
              <p:cNvPr id="1211" name="Google Shape;1211;p20"/>
              <p:cNvCxnSpPr>
                <a:stCxn id="1207" idx="6"/>
                <a:endCxn id="1205" idx="2"/>
              </p:cNvCxnSpPr>
              <p:nvPr/>
            </p:nvCxnSpPr>
            <p:spPr>
              <a:xfrm rot="-10378114">
                <a:off x="9118550" y="2061771"/>
                <a:ext cx="1230253" cy="756600"/>
              </a:xfrm>
              <a:prstGeom prst="straightConnector1">
                <a:avLst/>
              </a:prstGeom>
              <a:noFill/>
              <a:ln cap="flat" cmpd="sng" w="9525">
                <a:solidFill>
                  <a:schemeClr val="dk2"/>
                </a:solidFill>
                <a:prstDash val="solid"/>
                <a:round/>
                <a:headEnd len="med" w="med" type="none"/>
                <a:tailEnd len="med" w="med" type="none"/>
              </a:ln>
            </p:spPr>
          </p:cxnSp>
          <p:cxnSp>
            <p:nvCxnSpPr>
              <p:cNvPr id="1212" name="Google Shape;1212;p20"/>
              <p:cNvCxnSpPr>
                <a:stCxn id="1207" idx="6"/>
                <a:endCxn id="1204" idx="2"/>
              </p:cNvCxnSpPr>
              <p:nvPr/>
            </p:nvCxnSpPr>
            <p:spPr>
              <a:xfrm rot="-10378946">
                <a:off x="9857069" y="1989946"/>
                <a:ext cx="496016" cy="873851"/>
              </a:xfrm>
              <a:prstGeom prst="straightConnector1">
                <a:avLst/>
              </a:prstGeom>
              <a:noFill/>
              <a:ln cap="flat" cmpd="sng" w="9525">
                <a:solidFill>
                  <a:schemeClr val="dk2"/>
                </a:solidFill>
                <a:prstDash val="solid"/>
                <a:round/>
                <a:headEnd len="med" w="med" type="none"/>
                <a:tailEnd len="med" w="med" type="none"/>
              </a:ln>
            </p:spPr>
          </p:cxnSp>
          <p:cxnSp>
            <p:nvCxnSpPr>
              <p:cNvPr id="1213" name="Google Shape;1213;p20"/>
              <p:cNvCxnSpPr>
                <a:stCxn id="1206" idx="4"/>
                <a:endCxn id="1204" idx="1"/>
              </p:cNvCxnSpPr>
              <p:nvPr/>
            </p:nvCxnSpPr>
            <p:spPr>
              <a:xfrm flipH="1" rot="-10376656">
                <a:off x="9404647" y="1980058"/>
                <a:ext cx="307730" cy="864213"/>
              </a:xfrm>
              <a:prstGeom prst="straightConnector1">
                <a:avLst/>
              </a:prstGeom>
              <a:noFill/>
              <a:ln cap="flat" cmpd="sng" w="9525">
                <a:solidFill>
                  <a:schemeClr val="dk2"/>
                </a:solidFill>
                <a:prstDash val="solid"/>
                <a:round/>
                <a:headEnd len="med" w="med" type="none"/>
                <a:tailEnd len="med" w="med" type="none"/>
              </a:ln>
            </p:spPr>
          </p:cxnSp>
          <p:cxnSp>
            <p:nvCxnSpPr>
              <p:cNvPr id="1214" name="Google Shape;1214;p20"/>
              <p:cNvCxnSpPr>
                <a:stCxn id="1204" idx="7"/>
                <a:endCxn id="1205" idx="4"/>
              </p:cNvCxnSpPr>
              <p:nvPr/>
            </p:nvCxnSpPr>
            <p:spPr>
              <a:xfrm flipH="1" rot="421311">
                <a:off x="9190279" y="1751843"/>
                <a:ext cx="392645" cy="170796"/>
              </a:xfrm>
              <a:prstGeom prst="straightConnector1">
                <a:avLst/>
              </a:prstGeom>
              <a:noFill/>
              <a:ln cap="flat" cmpd="sng" w="9525">
                <a:solidFill>
                  <a:schemeClr val="dk2"/>
                </a:solidFill>
                <a:prstDash val="solid"/>
                <a:round/>
                <a:headEnd len="med" w="med" type="none"/>
                <a:tailEnd len="med" w="med" type="none"/>
              </a:ln>
            </p:spPr>
          </p:cxnSp>
        </p:grpSp>
      </p:grpSp>
      <p:grpSp>
        <p:nvGrpSpPr>
          <p:cNvPr id="1215" name="Google Shape;1215;p20"/>
          <p:cNvGrpSpPr/>
          <p:nvPr/>
        </p:nvGrpSpPr>
        <p:grpSpPr>
          <a:xfrm>
            <a:off x="1055213" y="2247839"/>
            <a:ext cx="7966392" cy="2919030"/>
            <a:chOff x="1055213" y="2247839"/>
            <a:chExt cx="7966392" cy="2919030"/>
          </a:xfrm>
        </p:grpSpPr>
        <p:grpSp>
          <p:nvGrpSpPr>
            <p:cNvPr id="1216" name="Google Shape;1216;p20"/>
            <p:cNvGrpSpPr/>
            <p:nvPr/>
          </p:nvGrpSpPr>
          <p:grpSpPr>
            <a:xfrm rot="6922716">
              <a:off x="8564424" y="2352598"/>
              <a:ext cx="435969" cy="322677"/>
              <a:chOff x="8529533" y="681525"/>
              <a:chExt cx="435967" cy="322675"/>
            </a:xfrm>
          </p:grpSpPr>
          <p:sp>
            <p:nvSpPr>
              <p:cNvPr id="1217" name="Google Shape;1217;p20"/>
              <p:cNvSpPr/>
              <p:nvPr/>
            </p:nvSpPr>
            <p:spPr>
              <a:xfrm rot="10800000">
                <a:off x="8529533" y="886943"/>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8" name="Google Shape;1218;p20"/>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19" name="Google Shape;1219;p20"/>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220" name="Google Shape;1220;p20"/>
            <p:cNvGrpSpPr/>
            <p:nvPr/>
          </p:nvGrpSpPr>
          <p:grpSpPr>
            <a:xfrm rot="-4339891">
              <a:off x="1182221" y="4606017"/>
              <a:ext cx="406263" cy="563558"/>
              <a:chOff x="-4893474" y="4104039"/>
              <a:chExt cx="406275" cy="563575"/>
            </a:xfrm>
          </p:grpSpPr>
          <p:sp>
            <p:nvSpPr>
              <p:cNvPr id="1221" name="Google Shape;1221;p20"/>
              <p:cNvSpPr/>
              <p:nvPr/>
            </p:nvSpPr>
            <p:spPr>
              <a:xfrm rot="10800000">
                <a:off x="-4893474" y="4104039"/>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2" name="Google Shape;1222;p20"/>
              <p:cNvSpPr/>
              <p:nvPr/>
            </p:nvSpPr>
            <p:spPr>
              <a:xfrm rot="10800000">
                <a:off x="-4735299" y="4421139"/>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3" name="Google Shape;1223;p20"/>
              <p:cNvSpPr/>
              <p:nvPr/>
            </p:nvSpPr>
            <p:spPr>
              <a:xfrm rot="10800000">
                <a:off x="-4538499" y="4616314"/>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24" name="Google Shape;1224;p20"/>
              <p:cNvSpPr/>
              <p:nvPr/>
            </p:nvSpPr>
            <p:spPr>
              <a:xfrm rot="10800000">
                <a:off x="-4868574" y="4421139"/>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225" name="Shape 1225"/>
        <p:cNvGrpSpPr/>
        <p:nvPr/>
      </p:nvGrpSpPr>
      <p:grpSpPr>
        <a:xfrm>
          <a:off x="0" y="0"/>
          <a:ext cx="0" cy="0"/>
          <a:chOff x="0" y="0"/>
          <a:chExt cx="0" cy="0"/>
        </a:xfrm>
      </p:grpSpPr>
      <p:sp>
        <p:nvSpPr>
          <p:cNvPr id="1226" name="Google Shape;1226;p21"/>
          <p:cNvSpPr txBox="1"/>
          <p:nvPr>
            <p:ph type="title"/>
          </p:nvPr>
        </p:nvSpPr>
        <p:spPr>
          <a:xfrm>
            <a:off x="2347938" y="5646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27" name="Google Shape;1227;p21"/>
          <p:cNvSpPr txBox="1"/>
          <p:nvPr>
            <p:ph idx="1" type="subTitle"/>
          </p:nvPr>
        </p:nvSpPr>
        <p:spPr>
          <a:xfrm>
            <a:off x="2347900" y="1652350"/>
            <a:ext cx="4448100" cy="105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8" name="Google Shape;1228;p21"/>
          <p:cNvSpPr txBox="1"/>
          <p:nvPr/>
        </p:nvSpPr>
        <p:spPr>
          <a:xfrm>
            <a:off x="2741050" y="3413130"/>
            <a:ext cx="3661800" cy="7890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Mulish"/>
                <a:ea typeface="Mulish"/>
                <a:cs typeface="Mulish"/>
                <a:sym typeface="Mulish"/>
              </a:rPr>
              <a:t>CREDITS:</a:t>
            </a:r>
            <a:r>
              <a:rPr lang="en" sz="1200">
                <a:solidFill>
                  <a:schemeClr val="dk1"/>
                </a:solidFill>
                <a:latin typeface="Mulish"/>
                <a:ea typeface="Mulish"/>
                <a:cs typeface="Mulish"/>
                <a:sym typeface="Mulish"/>
              </a:rPr>
              <a:t> This presentation template was created by </a:t>
            </a:r>
            <a:r>
              <a:rPr b="1" lang="en" sz="12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200">
                <a:solidFill>
                  <a:schemeClr val="dk1"/>
                </a:solidFill>
                <a:latin typeface="Mulish"/>
                <a:ea typeface="Mulish"/>
                <a:cs typeface="Mulish"/>
                <a:sym typeface="Mulish"/>
              </a:rPr>
              <a:t>, and includes icons by </a:t>
            </a:r>
            <a:r>
              <a:rPr b="1" lang="en" sz="12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200">
                <a:solidFill>
                  <a:schemeClr val="dk1"/>
                </a:solidFill>
                <a:latin typeface="Mulish"/>
                <a:ea typeface="Mulish"/>
                <a:cs typeface="Mulish"/>
                <a:sym typeface="Mulish"/>
              </a:rPr>
              <a:t>, and infographics &amp; images by </a:t>
            </a:r>
            <a:r>
              <a:rPr b="1" lang="en" sz="1200" u="sng">
                <a:solidFill>
                  <a:schemeClr val="dk1"/>
                </a:solidFill>
                <a:latin typeface="Mulish"/>
                <a:ea typeface="Mulish"/>
                <a:cs typeface="Mulish"/>
                <a:sym typeface="Mulish"/>
                <a:hlinkClick r:id="rId4">
                  <a:extLst>
                    <a:ext uri="{A12FA001-AC4F-418D-AE19-62706E023703}">
                      <ahyp:hlinkClr val="tx"/>
                    </a:ext>
                  </a:extLst>
                </a:hlinkClick>
              </a:rPr>
              <a:t>Freepik</a:t>
            </a:r>
            <a:r>
              <a:rPr lang="en" sz="1200" u="sng">
                <a:solidFill>
                  <a:schemeClr val="dk1"/>
                </a:solidFill>
                <a:latin typeface="Mulish"/>
                <a:ea typeface="Mulish"/>
                <a:cs typeface="Mulish"/>
                <a:sym typeface="Mulish"/>
              </a:rPr>
              <a:t> </a:t>
            </a:r>
            <a:endParaRPr b="1" sz="1200" u="sng">
              <a:solidFill>
                <a:schemeClr val="dk1"/>
              </a:solidFill>
              <a:latin typeface="Mulish"/>
              <a:ea typeface="Mulish"/>
              <a:cs typeface="Mulish"/>
              <a:sym typeface="Mulish"/>
            </a:endParaRPr>
          </a:p>
        </p:txBody>
      </p:sp>
      <p:grpSp>
        <p:nvGrpSpPr>
          <p:cNvPr id="1229" name="Google Shape;1229;p21"/>
          <p:cNvGrpSpPr/>
          <p:nvPr/>
        </p:nvGrpSpPr>
        <p:grpSpPr>
          <a:xfrm>
            <a:off x="-1196147" y="-548842"/>
            <a:ext cx="13880920" cy="6874700"/>
            <a:chOff x="-1196147" y="-548842"/>
            <a:chExt cx="13880920" cy="6874700"/>
          </a:xfrm>
        </p:grpSpPr>
        <p:grpSp>
          <p:nvGrpSpPr>
            <p:cNvPr id="1230" name="Google Shape;1230;p21"/>
            <p:cNvGrpSpPr/>
            <p:nvPr/>
          </p:nvGrpSpPr>
          <p:grpSpPr>
            <a:xfrm>
              <a:off x="-1196147" y="-548842"/>
              <a:ext cx="3657841" cy="4417628"/>
              <a:chOff x="-1196147" y="-548842"/>
              <a:chExt cx="3657841" cy="4417628"/>
            </a:xfrm>
          </p:grpSpPr>
          <p:sp>
            <p:nvSpPr>
              <p:cNvPr id="1231" name="Google Shape;1231;p21"/>
              <p:cNvSpPr/>
              <p:nvPr/>
            </p:nvSpPr>
            <p:spPr>
              <a:xfrm rot="10359365">
                <a:off x="2255245" y="146021"/>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2" name="Google Shape;1232;p21"/>
              <p:cNvSpPr/>
              <p:nvPr/>
            </p:nvSpPr>
            <p:spPr>
              <a:xfrm rot="10359365">
                <a:off x="-841304" y="2200605"/>
                <a:ext cx="194798" cy="194798"/>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3" name="Google Shape;1233;p21"/>
              <p:cNvSpPr/>
              <p:nvPr/>
            </p:nvSpPr>
            <p:spPr>
              <a:xfrm rot="10361981">
                <a:off x="352993" y="-214656"/>
                <a:ext cx="401353" cy="40135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4" name="Google Shape;1234;p21"/>
              <p:cNvSpPr/>
              <p:nvPr/>
            </p:nvSpPr>
            <p:spPr>
              <a:xfrm rot="10355821">
                <a:off x="274120" y="560515"/>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5" name="Google Shape;1235;p21"/>
              <p:cNvSpPr/>
              <p:nvPr/>
            </p:nvSpPr>
            <p:spPr>
              <a:xfrm rot="10360416">
                <a:off x="1106270" y="873580"/>
                <a:ext cx="254074" cy="2540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6" name="Google Shape;1236;p21"/>
              <p:cNvSpPr/>
              <p:nvPr/>
            </p:nvSpPr>
            <p:spPr>
              <a:xfrm rot="10355821">
                <a:off x="424057" y="2400495"/>
                <a:ext cx="130387" cy="1303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7" name="Google Shape;1237;p21"/>
              <p:cNvSpPr/>
              <p:nvPr/>
            </p:nvSpPr>
            <p:spPr>
              <a:xfrm rot="9969336">
                <a:off x="1746927" y="9840"/>
                <a:ext cx="130388" cy="13038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38" name="Google Shape;1238;p21"/>
              <p:cNvSpPr/>
              <p:nvPr/>
            </p:nvSpPr>
            <p:spPr>
              <a:xfrm rot="10360567">
                <a:off x="-737089" y="906043"/>
                <a:ext cx="96487" cy="96487"/>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39" name="Google Shape;1239;p21"/>
              <p:cNvCxnSpPr>
                <a:stCxn id="1235" idx="5"/>
                <a:endCxn id="1234" idx="1"/>
              </p:cNvCxnSpPr>
              <p:nvPr/>
            </p:nvCxnSpPr>
            <p:spPr>
              <a:xfrm rot="10800000">
                <a:off x="390857" y="665576"/>
                <a:ext cx="741900" cy="257400"/>
              </a:xfrm>
              <a:prstGeom prst="straightConnector1">
                <a:avLst/>
              </a:prstGeom>
              <a:noFill/>
              <a:ln cap="flat" cmpd="sng" w="9525">
                <a:solidFill>
                  <a:schemeClr val="dk2"/>
                </a:solidFill>
                <a:prstDash val="solid"/>
                <a:round/>
                <a:headEnd len="med" w="med" type="none"/>
                <a:tailEnd len="med" w="med" type="none"/>
              </a:ln>
            </p:spPr>
          </p:cxnSp>
          <p:cxnSp>
            <p:nvCxnSpPr>
              <p:cNvPr id="1240" name="Google Shape;1240;p21"/>
              <p:cNvCxnSpPr>
                <a:stCxn id="1236" idx="4"/>
                <a:endCxn id="1234" idx="0"/>
              </p:cNvCxnSpPr>
              <p:nvPr/>
            </p:nvCxnSpPr>
            <p:spPr>
              <a:xfrm rot="10800000">
                <a:off x="347650" y="690439"/>
                <a:ext cx="133200" cy="1710600"/>
              </a:xfrm>
              <a:prstGeom prst="straightConnector1">
                <a:avLst/>
              </a:prstGeom>
              <a:noFill/>
              <a:ln cap="flat" cmpd="sng" w="9525">
                <a:solidFill>
                  <a:schemeClr val="dk2"/>
                </a:solidFill>
                <a:prstDash val="solid"/>
                <a:round/>
                <a:headEnd len="med" w="med" type="none"/>
                <a:tailEnd len="med" w="med" type="none"/>
              </a:ln>
            </p:spPr>
          </p:cxnSp>
          <p:cxnSp>
            <p:nvCxnSpPr>
              <p:cNvPr id="1241" name="Google Shape;1241;p21"/>
              <p:cNvCxnSpPr>
                <a:stCxn id="1231" idx="6"/>
                <a:endCxn id="1235" idx="3"/>
              </p:cNvCxnSpPr>
              <p:nvPr/>
            </p:nvCxnSpPr>
            <p:spPr>
              <a:xfrm flipH="1">
                <a:off x="1311044" y="255870"/>
                <a:ext cx="945000" cy="6441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21"/>
              <p:cNvCxnSpPr>
                <a:stCxn id="1235" idx="7"/>
                <a:endCxn id="1236" idx="2"/>
              </p:cNvCxnSpPr>
              <p:nvPr/>
            </p:nvCxnSpPr>
            <p:spPr>
              <a:xfrm flipH="1">
                <a:off x="553867" y="1101167"/>
                <a:ext cx="601800" cy="13560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21"/>
              <p:cNvCxnSpPr>
                <a:stCxn id="1236" idx="6"/>
                <a:endCxn id="1232" idx="1"/>
              </p:cNvCxnSpPr>
              <p:nvPr/>
            </p:nvCxnSpPr>
            <p:spPr>
              <a:xfrm rot="10800000">
                <a:off x="-666800" y="2357389"/>
                <a:ext cx="1091400" cy="1167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21"/>
              <p:cNvCxnSpPr>
                <a:stCxn id="1234" idx="7"/>
                <a:endCxn id="1232" idx="3"/>
              </p:cNvCxnSpPr>
              <p:nvPr/>
            </p:nvCxnSpPr>
            <p:spPr>
              <a:xfrm flipH="1">
                <a:off x="-684462" y="677363"/>
                <a:ext cx="984000" cy="15435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21"/>
              <p:cNvCxnSpPr>
                <a:stCxn id="1231" idx="6"/>
                <a:endCxn id="1237" idx="1"/>
              </p:cNvCxnSpPr>
              <p:nvPr/>
            </p:nvCxnSpPr>
            <p:spPr>
              <a:xfrm rot="10800000">
                <a:off x="1867844" y="108870"/>
                <a:ext cx="388200" cy="1470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21"/>
              <p:cNvCxnSpPr>
                <a:stCxn id="1237" idx="6"/>
                <a:endCxn id="1234" idx="2"/>
              </p:cNvCxnSpPr>
              <p:nvPr/>
            </p:nvCxnSpPr>
            <p:spPr>
              <a:xfrm flipH="1">
                <a:off x="403921" y="90634"/>
                <a:ext cx="1344900" cy="5268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21"/>
              <p:cNvCxnSpPr>
                <a:stCxn id="1237" idx="6"/>
                <a:endCxn id="1233" idx="1"/>
              </p:cNvCxnSpPr>
              <p:nvPr/>
            </p:nvCxnSpPr>
            <p:spPr>
              <a:xfrm flipH="1">
                <a:off x="712321" y="90634"/>
                <a:ext cx="1036500" cy="180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21"/>
              <p:cNvCxnSpPr>
                <a:stCxn id="1233" idx="7"/>
                <a:endCxn id="1238" idx="3"/>
              </p:cNvCxnSpPr>
              <p:nvPr/>
            </p:nvCxnSpPr>
            <p:spPr>
              <a:xfrm flipH="1">
                <a:off x="-659248" y="144801"/>
                <a:ext cx="1090200" cy="7713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21"/>
              <p:cNvCxnSpPr>
                <a:stCxn id="1234" idx="6"/>
                <a:endCxn id="1238" idx="2"/>
              </p:cNvCxnSpPr>
              <p:nvPr/>
            </p:nvCxnSpPr>
            <p:spPr>
              <a:xfrm flipH="1">
                <a:off x="-640937" y="634109"/>
                <a:ext cx="915600" cy="3141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21"/>
              <p:cNvCxnSpPr>
                <a:stCxn id="1238" idx="0"/>
                <a:endCxn id="1232" idx="5"/>
              </p:cNvCxnSpPr>
              <p:nvPr/>
            </p:nvCxnSpPr>
            <p:spPr>
              <a:xfrm flipH="1">
                <a:off x="-820996" y="1002137"/>
                <a:ext cx="138300" cy="12363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21"/>
              <p:cNvCxnSpPr>
                <a:stCxn id="1236" idx="5"/>
                <a:endCxn id="1238" idx="1"/>
              </p:cNvCxnSpPr>
              <p:nvPr/>
            </p:nvCxnSpPr>
            <p:spPr>
              <a:xfrm rot="10800000">
                <a:off x="-650804" y="983814"/>
                <a:ext cx="1088400" cy="14421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21"/>
              <p:cNvCxnSpPr>
                <a:stCxn id="1235" idx="6"/>
                <a:endCxn id="1238" idx="1"/>
              </p:cNvCxnSpPr>
              <p:nvPr/>
            </p:nvCxnSpPr>
            <p:spPr>
              <a:xfrm rot="10800000">
                <a:off x="-650693" y="983817"/>
                <a:ext cx="1758000" cy="33000"/>
              </a:xfrm>
              <a:prstGeom prst="straightConnector1">
                <a:avLst/>
              </a:prstGeom>
              <a:noFill/>
              <a:ln cap="flat" cmpd="sng" w="9525">
                <a:solidFill>
                  <a:schemeClr val="dk2"/>
                </a:solidFill>
                <a:prstDash val="solid"/>
                <a:round/>
                <a:headEnd len="med" w="med" type="none"/>
                <a:tailEnd len="med" w="med" type="none"/>
              </a:ln>
            </p:spPr>
          </p:cxnSp>
          <p:cxnSp>
            <p:nvCxnSpPr>
              <p:cNvPr id="1253" name="Google Shape;1253;p21"/>
              <p:cNvCxnSpPr>
                <a:stCxn id="1235" idx="4"/>
                <a:endCxn id="1233" idx="1"/>
              </p:cNvCxnSpPr>
              <p:nvPr/>
            </p:nvCxnSpPr>
            <p:spPr>
              <a:xfrm rot="10800000">
                <a:off x="712507" y="108717"/>
                <a:ext cx="504600" cy="765900"/>
              </a:xfrm>
              <a:prstGeom prst="straightConnector1">
                <a:avLst/>
              </a:prstGeom>
              <a:noFill/>
              <a:ln cap="flat" cmpd="sng" w="9525">
                <a:solidFill>
                  <a:schemeClr val="dk2"/>
                </a:solidFill>
                <a:prstDash val="solid"/>
                <a:round/>
                <a:headEnd len="med" w="med" type="none"/>
                <a:tailEnd len="med" w="med" type="none"/>
              </a:ln>
            </p:spPr>
          </p:cxnSp>
          <p:sp>
            <p:nvSpPr>
              <p:cNvPr id="1254" name="Google Shape;1254;p21"/>
              <p:cNvSpPr/>
              <p:nvPr/>
            </p:nvSpPr>
            <p:spPr>
              <a:xfrm rot="10355821">
                <a:off x="-1188290" y="-540986"/>
                <a:ext cx="130387" cy="1303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5" name="Google Shape;1255;p21"/>
              <p:cNvCxnSpPr>
                <a:stCxn id="1238" idx="4"/>
                <a:endCxn id="1254" idx="1"/>
              </p:cNvCxnSpPr>
              <p:nvPr/>
            </p:nvCxnSpPr>
            <p:spPr>
              <a:xfrm rot="10800000">
                <a:off x="-1071496" y="-436063"/>
                <a:ext cx="376500" cy="1342500"/>
              </a:xfrm>
              <a:prstGeom prst="straightConnector1">
                <a:avLst/>
              </a:prstGeom>
              <a:noFill/>
              <a:ln cap="flat" cmpd="sng" w="9525">
                <a:solidFill>
                  <a:schemeClr val="dk2"/>
                </a:solidFill>
                <a:prstDash val="solid"/>
                <a:round/>
                <a:headEnd len="med" w="med" type="none"/>
                <a:tailEnd len="med" w="med" type="none"/>
              </a:ln>
            </p:spPr>
          </p:cxnSp>
          <p:cxnSp>
            <p:nvCxnSpPr>
              <p:cNvPr id="1256" name="Google Shape;1256;p21"/>
              <p:cNvCxnSpPr>
                <a:stCxn id="1254" idx="1"/>
                <a:endCxn id="1233" idx="5"/>
              </p:cNvCxnSpPr>
              <p:nvPr/>
            </p:nvCxnSpPr>
            <p:spPr>
              <a:xfrm>
                <a:off x="-1071443" y="-436018"/>
                <a:ext cx="1466400" cy="299400"/>
              </a:xfrm>
              <a:prstGeom prst="straightConnector1">
                <a:avLst/>
              </a:prstGeom>
              <a:noFill/>
              <a:ln cap="flat" cmpd="sng" w="9525">
                <a:solidFill>
                  <a:schemeClr val="dk2"/>
                </a:solidFill>
                <a:prstDash val="solid"/>
                <a:round/>
                <a:headEnd len="med" w="med" type="none"/>
                <a:tailEnd len="med" w="med" type="none"/>
              </a:ln>
            </p:spPr>
          </p:cxnSp>
          <p:cxnSp>
            <p:nvCxnSpPr>
              <p:cNvPr id="1257" name="Google Shape;1257;p21"/>
              <p:cNvCxnSpPr>
                <a:stCxn id="1254" idx="1"/>
                <a:endCxn id="1234" idx="5"/>
              </p:cNvCxnSpPr>
              <p:nvPr/>
            </p:nvCxnSpPr>
            <p:spPr>
              <a:xfrm>
                <a:off x="-1071443" y="-436018"/>
                <a:ext cx="1359000" cy="1022100"/>
              </a:xfrm>
              <a:prstGeom prst="straightConnector1">
                <a:avLst/>
              </a:prstGeom>
              <a:noFill/>
              <a:ln cap="flat" cmpd="sng" w="9525">
                <a:solidFill>
                  <a:schemeClr val="dk2"/>
                </a:solidFill>
                <a:prstDash val="solid"/>
                <a:round/>
                <a:headEnd len="med" w="med" type="none"/>
                <a:tailEnd len="med" w="med" type="none"/>
              </a:ln>
            </p:spPr>
          </p:cxnSp>
          <p:sp>
            <p:nvSpPr>
              <p:cNvPr id="1258" name="Google Shape;1258;p21"/>
              <p:cNvSpPr/>
              <p:nvPr/>
            </p:nvSpPr>
            <p:spPr>
              <a:xfrm rot="10361165">
                <a:off x="-233691" y="3414341"/>
                <a:ext cx="428890" cy="4288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59" name="Google Shape;1259;p21"/>
              <p:cNvCxnSpPr>
                <a:stCxn id="1236" idx="0"/>
                <a:endCxn id="1258" idx="3"/>
              </p:cNvCxnSpPr>
              <p:nvPr/>
            </p:nvCxnSpPr>
            <p:spPr>
              <a:xfrm flipH="1">
                <a:off x="111850" y="2530339"/>
                <a:ext cx="385800" cy="928800"/>
              </a:xfrm>
              <a:prstGeom prst="straightConnector1">
                <a:avLst/>
              </a:prstGeom>
              <a:noFill/>
              <a:ln cap="flat" cmpd="sng" w="9525">
                <a:solidFill>
                  <a:schemeClr val="dk2"/>
                </a:solidFill>
                <a:prstDash val="solid"/>
                <a:round/>
                <a:headEnd len="med" w="med" type="none"/>
                <a:tailEnd len="med" w="med" type="none"/>
              </a:ln>
            </p:spPr>
          </p:cxnSp>
          <p:cxnSp>
            <p:nvCxnSpPr>
              <p:cNvPr id="1260" name="Google Shape;1260;p21"/>
              <p:cNvCxnSpPr>
                <a:stCxn id="1232" idx="0"/>
                <a:endCxn id="1258" idx="5"/>
              </p:cNvCxnSpPr>
              <p:nvPr/>
            </p:nvCxnSpPr>
            <p:spPr>
              <a:xfrm>
                <a:off x="-731455" y="2394604"/>
                <a:ext cx="542400" cy="1103100"/>
              </a:xfrm>
              <a:prstGeom prst="straightConnector1">
                <a:avLst/>
              </a:prstGeom>
              <a:noFill/>
              <a:ln cap="flat" cmpd="sng" w="9525">
                <a:solidFill>
                  <a:schemeClr val="dk2"/>
                </a:solidFill>
                <a:prstDash val="solid"/>
                <a:round/>
                <a:headEnd len="med" w="med" type="none"/>
                <a:tailEnd len="med" w="med" type="none"/>
              </a:ln>
            </p:spPr>
          </p:cxnSp>
        </p:grpSp>
        <p:grpSp>
          <p:nvGrpSpPr>
            <p:cNvPr id="1261" name="Google Shape;1261;p21"/>
            <p:cNvGrpSpPr/>
            <p:nvPr/>
          </p:nvGrpSpPr>
          <p:grpSpPr>
            <a:xfrm>
              <a:off x="6988759" y="2308882"/>
              <a:ext cx="5696014" cy="4016976"/>
              <a:chOff x="6988759" y="2308882"/>
              <a:chExt cx="5696014" cy="4016976"/>
            </a:xfrm>
          </p:grpSpPr>
          <p:sp>
            <p:nvSpPr>
              <p:cNvPr id="1262" name="Google Shape;1262;p21"/>
              <p:cNvSpPr/>
              <p:nvPr/>
            </p:nvSpPr>
            <p:spPr>
              <a:xfrm flipH="1" rot="10800000">
                <a:off x="6988759" y="4811408"/>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3" name="Google Shape;1263;p21"/>
              <p:cNvSpPr/>
              <p:nvPr/>
            </p:nvSpPr>
            <p:spPr>
              <a:xfrm flipH="1" rot="10800000">
                <a:off x="9708881" y="5924735"/>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4" name="Google Shape;1264;p21"/>
              <p:cNvSpPr/>
              <p:nvPr/>
            </p:nvSpPr>
            <p:spPr>
              <a:xfrm flipH="1" rot="10800000">
                <a:off x="9274463" y="3379603"/>
                <a:ext cx="401400" cy="401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5" name="Google Shape;1265;p21"/>
              <p:cNvSpPr/>
              <p:nvPr/>
            </p:nvSpPr>
            <p:spPr>
              <a:xfrm flipH="1" rot="10800000">
                <a:off x="8847429" y="5037312"/>
                <a:ext cx="130500" cy="13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6" name="Google Shape;1266;p21"/>
              <p:cNvSpPr/>
              <p:nvPr/>
            </p:nvSpPr>
            <p:spPr>
              <a:xfrm flipH="1" rot="10800000">
                <a:off x="7696942" y="5973758"/>
                <a:ext cx="96300" cy="96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21"/>
              <p:cNvSpPr/>
              <p:nvPr/>
            </p:nvSpPr>
            <p:spPr>
              <a:xfrm flipH="1" rot="10800000">
                <a:off x="8847429" y="6195358"/>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8" name="Google Shape;1268;p21"/>
              <p:cNvSpPr/>
              <p:nvPr/>
            </p:nvSpPr>
            <p:spPr>
              <a:xfrm flipH="1" rot="10800000">
                <a:off x="7958998" y="409569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9" name="Google Shape;1269;p21"/>
              <p:cNvSpPr/>
              <p:nvPr/>
            </p:nvSpPr>
            <p:spPr>
              <a:xfrm flipH="1" rot="10800000">
                <a:off x="12588473" y="4375765"/>
                <a:ext cx="96300" cy="96300"/>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70" name="Google Shape;1270;p21"/>
              <p:cNvCxnSpPr>
                <a:stCxn id="1266" idx="5"/>
                <a:endCxn id="1265" idx="1"/>
              </p:cNvCxnSpPr>
              <p:nvPr/>
            </p:nvCxnSpPr>
            <p:spPr>
              <a:xfrm flipH="1" rot="10800000">
                <a:off x="7779139" y="5148761"/>
                <a:ext cx="1087500" cy="839100"/>
              </a:xfrm>
              <a:prstGeom prst="straightConnector1">
                <a:avLst/>
              </a:prstGeom>
              <a:noFill/>
              <a:ln cap="flat" cmpd="sng" w="9525">
                <a:solidFill>
                  <a:schemeClr val="dk2"/>
                </a:solidFill>
                <a:prstDash val="solid"/>
                <a:round/>
                <a:headEnd len="med" w="med" type="none"/>
                <a:tailEnd len="med" w="med" type="none"/>
              </a:ln>
            </p:spPr>
          </p:cxnSp>
          <p:cxnSp>
            <p:nvCxnSpPr>
              <p:cNvPr id="1271" name="Google Shape;1271;p21"/>
              <p:cNvCxnSpPr>
                <a:stCxn id="1267" idx="4"/>
                <a:endCxn id="1265" idx="0"/>
              </p:cNvCxnSpPr>
              <p:nvPr/>
            </p:nvCxnSpPr>
            <p:spPr>
              <a:xfrm rot="10800000">
                <a:off x="8912679" y="5167858"/>
                <a:ext cx="0" cy="1027500"/>
              </a:xfrm>
              <a:prstGeom prst="straightConnector1">
                <a:avLst/>
              </a:prstGeom>
              <a:noFill/>
              <a:ln cap="flat" cmpd="sng" w="9525">
                <a:solidFill>
                  <a:schemeClr val="dk2"/>
                </a:solidFill>
                <a:prstDash val="solid"/>
                <a:round/>
                <a:headEnd len="med" w="med" type="none"/>
                <a:tailEnd len="med" w="med" type="none"/>
              </a:ln>
            </p:spPr>
          </p:cxnSp>
          <p:cxnSp>
            <p:nvCxnSpPr>
              <p:cNvPr id="1272" name="Google Shape;1272;p21"/>
              <p:cNvCxnSpPr>
                <a:stCxn id="1262" idx="6"/>
                <a:endCxn id="1265" idx="2"/>
              </p:cNvCxnSpPr>
              <p:nvPr/>
            </p:nvCxnSpPr>
            <p:spPr>
              <a:xfrm>
                <a:off x="7183159" y="4908608"/>
                <a:ext cx="1664400" cy="1941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21"/>
              <p:cNvCxnSpPr>
                <a:stCxn id="1262" idx="0"/>
                <a:endCxn id="1266" idx="3"/>
              </p:cNvCxnSpPr>
              <p:nvPr/>
            </p:nvCxnSpPr>
            <p:spPr>
              <a:xfrm>
                <a:off x="7085959" y="5005808"/>
                <a:ext cx="625200" cy="9822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21"/>
              <p:cNvCxnSpPr>
                <a:stCxn id="1266" idx="7"/>
                <a:endCxn id="1267" idx="2"/>
              </p:cNvCxnSpPr>
              <p:nvPr/>
            </p:nvCxnSpPr>
            <p:spPr>
              <a:xfrm>
                <a:off x="7779139" y="6055955"/>
                <a:ext cx="1068300" cy="2046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21"/>
              <p:cNvCxnSpPr>
                <a:stCxn id="1267" idx="6"/>
                <a:endCxn id="1263" idx="2"/>
              </p:cNvCxnSpPr>
              <p:nvPr/>
            </p:nvCxnSpPr>
            <p:spPr>
              <a:xfrm flipH="1" rot="10800000">
                <a:off x="8977929" y="6021808"/>
                <a:ext cx="731100" cy="2388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21"/>
              <p:cNvCxnSpPr>
                <a:stCxn id="1265" idx="7"/>
                <a:endCxn id="1263" idx="3"/>
              </p:cNvCxnSpPr>
              <p:nvPr/>
            </p:nvCxnSpPr>
            <p:spPr>
              <a:xfrm>
                <a:off x="8958818" y="5148700"/>
                <a:ext cx="778500" cy="8046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21"/>
              <p:cNvCxnSpPr>
                <a:stCxn id="1262" idx="5"/>
                <a:endCxn id="1268" idx="1"/>
              </p:cNvCxnSpPr>
              <p:nvPr/>
            </p:nvCxnSpPr>
            <p:spPr>
              <a:xfrm flipH="1" rot="10800000">
                <a:off x="7154690" y="4207177"/>
                <a:ext cx="823500" cy="6327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21"/>
              <p:cNvCxnSpPr>
                <a:stCxn id="1268" idx="7"/>
                <a:endCxn id="1265" idx="3"/>
              </p:cNvCxnSpPr>
              <p:nvPr/>
            </p:nvCxnSpPr>
            <p:spPr>
              <a:xfrm>
                <a:off x="8070387" y="4207078"/>
                <a:ext cx="796200" cy="8493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21"/>
              <p:cNvCxnSpPr>
                <a:stCxn id="1268" idx="7"/>
                <a:endCxn id="1264" idx="1"/>
              </p:cNvCxnSpPr>
              <p:nvPr/>
            </p:nvCxnSpPr>
            <p:spPr>
              <a:xfrm flipH="1" rot="10800000">
                <a:off x="8070387" y="3722278"/>
                <a:ext cx="1263000" cy="4848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21"/>
              <p:cNvCxnSpPr>
                <a:stCxn id="1264" idx="0"/>
                <a:endCxn id="1265" idx="5"/>
              </p:cNvCxnSpPr>
              <p:nvPr/>
            </p:nvCxnSpPr>
            <p:spPr>
              <a:xfrm flipH="1">
                <a:off x="8958863" y="3781003"/>
                <a:ext cx="516300" cy="12753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21"/>
              <p:cNvCxnSpPr>
                <a:stCxn id="1269" idx="1"/>
                <a:endCxn id="1263" idx="5"/>
              </p:cNvCxnSpPr>
              <p:nvPr/>
            </p:nvCxnSpPr>
            <p:spPr>
              <a:xfrm flipH="1">
                <a:off x="9874676" y="4457962"/>
                <a:ext cx="2727900" cy="14952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21"/>
              <p:cNvCxnSpPr>
                <a:stCxn id="1266" idx="6"/>
                <a:endCxn id="1269" idx="1"/>
              </p:cNvCxnSpPr>
              <p:nvPr/>
            </p:nvCxnSpPr>
            <p:spPr>
              <a:xfrm flipH="1" rot="10800000">
                <a:off x="7793242" y="4458008"/>
                <a:ext cx="4809300" cy="1563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21"/>
              <p:cNvCxnSpPr>
                <a:stCxn id="1263" idx="4"/>
                <a:endCxn id="1264" idx="0"/>
              </p:cNvCxnSpPr>
              <p:nvPr/>
            </p:nvCxnSpPr>
            <p:spPr>
              <a:xfrm rot="10800000">
                <a:off x="9475181" y="3780935"/>
                <a:ext cx="330900" cy="2143800"/>
              </a:xfrm>
              <a:prstGeom prst="straightConnector1">
                <a:avLst/>
              </a:prstGeom>
              <a:noFill/>
              <a:ln cap="flat" cmpd="sng" w="9525">
                <a:solidFill>
                  <a:schemeClr val="dk2"/>
                </a:solidFill>
                <a:prstDash val="solid"/>
                <a:round/>
                <a:headEnd len="med" w="med" type="none"/>
                <a:tailEnd len="med" w="med" type="none"/>
              </a:ln>
            </p:spPr>
          </p:cxnSp>
          <p:sp>
            <p:nvSpPr>
              <p:cNvPr id="1284" name="Google Shape;1284;p21"/>
              <p:cNvSpPr/>
              <p:nvPr/>
            </p:nvSpPr>
            <p:spPr>
              <a:xfrm flipH="1" rot="10800000">
                <a:off x="11005448" y="3761850"/>
                <a:ext cx="130500" cy="130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85" name="Google Shape;1285;p21"/>
              <p:cNvCxnSpPr>
                <a:stCxn id="1269" idx="2"/>
                <a:endCxn id="1284" idx="7"/>
              </p:cNvCxnSpPr>
              <p:nvPr/>
            </p:nvCxnSpPr>
            <p:spPr>
              <a:xfrm rot="10800000">
                <a:off x="11116973" y="3873115"/>
                <a:ext cx="1471500" cy="550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21"/>
              <p:cNvCxnSpPr>
                <a:stCxn id="1284" idx="2"/>
                <a:endCxn id="1264" idx="6"/>
              </p:cNvCxnSpPr>
              <p:nvPr/>
            </p:nvCxnSpPr>
            <p:spPr>
              <a:xfrm rot="10800000">
                <a:off x="9675848" y="3580200"/>
                <a:ext cx="1329600" cy="2469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21"/>
              <p:cNvCxnSpPr>
                <a:stCxn id="1284" idx="0"/>
                <a:endCxn id="1263" idx="4"/>
              </p:cNvCxnSpPr>
              <p:nvPr/>
            </p:nvCxnSpPr>
            <p:spPr>
              <a:xfrm flipH="1">
                <a:off x="9806198" y="3892350"/>
                <a:ext cx="1264500" cy="20325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21"/>
              <p:cNvCxnSpPr>
                <a:stCxn id="1284" idx="1"/>
                <a:endCxn id="1265" idx="5"/>
              </p:cNvCxnSpPr>
              <p:nvPr/>
            </p:nvCxnSpPr>
            <p:spPr>
              <a:xfrm flipH="1">
                <a:off x="8958759" y="3873239"/>
                <a:ext cx="2065800" cy="1183200"/>
              </a:xfrm>
              <a:prstGeom prst="straightConnector1">
                <a:avLst/>
              </a:prstGeom>
              <a:noFill/>
              <a:ln cap="flat" cmpd="sng" w="9525">
                <a:solidFill>
                  <a:schemeClr val="dk2"/>
                </a:solidFill>
                <a:prstDash val="solid"/>
                <a:round/>
                <a:headEnd len="med" w="med" type="none"/>
                <a:tailEnd len="med" w="med" type="none"/>
              </a:ln>
            </p:spPr>
          </p:cxnSp>
          <p:sp>
            <p:nvSpPr>
              <p:cNvPr id="1289" name="Google Shape;1289;p21"/>
              <p:cNvSpPr/>
              <p:nvPr/>
            </p:nvSpPr>
            <p:spPr>
              <a:xfrm flipH="1" rot="10800000">
                <a:off x="8260191" y="2787257"/>
                <a:ext cx="194400" cy="194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0" name="Google Shape;1290;p21"/>
              <p:cNvCxnSpPr>
                <a:stCxn id="1264" idx="3"/>
                <a:endCxn id="1289" idx="7"/>
              </p:cNvCxnSpPr>
              <p:nvPr/>
            </p:nvCxnSpPr>
            <p:spPr>
              <a:xfrm rot="10800000">
                <a:off x="8426047" y="2953287"/>
                <a:ext cx="907200" cy="485100"/>
              </a:xfrm>
              <a:prstGeom prst="straightConnector1">
                <a:avLst/>
              </a:prstGeom>
              <a:noFill/>
              <a:ln cap="flat" cmpd="sng" w="9525">
                <a:solidFill>
                  <a:schemeClr val="dk2"/>
                </a:solidFill>
                <a:prstDash val="solid"/>
                <a:round/>
                <a:headEnd len="med" w="med" type="none"/>
                <a:tailEnd len="med" w="med" type="none"/>
              </a:ln>
            </p:spPr>
          </p:cxnSp>
          <p:cxnSp>
            <p:nvCxnSpPr>
              <p:cNvPr id="1291" name="Google Shape;1291;p21"/>
              <p:cNvCxnSpPr>
                <a:stCxn id="1289" idx="0"/>
                <a:endCxn id="1268" idx="4"/>
              </p:cNvCxnSpPr>
              <p:nvPr/>
            </p:nvCxnSpPr>
            <p:spPr>
              <a:xfrm flipH="1">
                <a:off x="8024391" y="2981657"/>
                <a:ext cx="333000" cy="1113900"/>
              </a:xfrm>
              <a:prstGeom prst="straightConnector1">
                <a:avLst/>
              </a:prstGeom>
              <a:noFill/>
              <a:ln cap="flat" cmpd="sng" w="9525">
                <a:solidFill>
                  <a:schemeClr val="dk2"/>
                </a:solidFill>
                <a:prstDash val="solid"/>
                <a:round/>
                <a:headEnd len="med" w="med" type="none"/>
                <a:tailEnd len="med" w="med" type="none"/>
              </a:ln>
            </p:spPr>
          </p:cxnSp>
          <p:sp>
            <p:nvSpPr>
              <p:cNvPr id="1292" name="Google Shape;1292;p21"/>
              <p:cNvSpPr/>
              <p:nvPr/>
            </p:nvSpPr>
            <p:spPr>
              <a:xfrm flipH="1" rot="10800000">
                <a:off x="7973826" y="4652423"/>
                <a:ext cx="249300" cy="2493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3" name="Google Shape;1293;p21"/>
              <p:cNvCxnSpPr>
                <a:stCxn id="1262" idx="6"/>
                <a:endCxn id="1292" idx="2"/>
              </p:cNvCxnSpPr>
              <p:nvPr/>
            </p:nvCxnSpPr>
            <p:spPr>
              <a:xfrm flipH="1" rot="10800000">
                <a:off x="7183159" y="4777208"/>
                <a:ext cx="790800" cy="131400"/>
              </a:xfrm>
              <a:prstGeom prst="straightConnector1">
                <a:avLst/>
              </a:prstGeom>
              <a:noFill/>
              <a:ln cap="flat" cmpd="sng" w="9525">
                <a:solidFill>
                  <a:schemeClr val="dk2"/>
                </a:solidFill>
                <a:prstDash val="solid"/>
                <a:round/>
                <a:headEnd len="med" w="med" type="none"/>
                <a:tailEnd len="med" w="med" type="none"/>
              </a:ln>
            </p:spPr>
          </p:cxnSp>
          <p:cxnSp>
            <p:nvCxnSpPr>
              <p:cNvPr id="1294" name="Google Shape;1294;p21"/>
              <p:cNvCxnSpPr>
                <a:stCxn id="1268" idx="0"/>
                <a:endCxn id="1292" idx="4"/>
              </p:cNvCxnSpPr>
              <p:nvPr/>
            </p:nvCxnSpPr>
            <p:spPr>
              <a:xfrm>
                <a:off x="8024248" y="4226190"/>
                <a:ext cx="74100" cy="426300"/>
              </a:xfrm>
              <a:prstGeom prst="straightConnector1">
                <a:avLst/>
              </a:prstGeom>
              <a:noFill/>
              <a:ln cap="flat" cmpd="sng" w="9525">
                <a:solidFill>
                  <a:schemeClr val="dk2"/>
                </a:solidFill>
                <a:prstDash val="solid"/>
                <a:round/>
                <a:headEnd len="med" w="med" type="none"/>
                <a:tailEnd len="med" w="med" type="none"/>
              </a:ln>
            </p:spPr>
          </p:cxnSp>
          <p:cxnSp>
            <p:nvCxnSpPr>
              <p:cNvPr id="1295" name="Google Shape;1295;p21"/>
              <p:cNvCxnSpPr>
                <a:stCxn id="1292" idx="6"/>
                <a:endCxn id="1265" idx="3"/>
              </p:cNvCxnSpPr>
              <p:nvPr/>
            </p:nvCxnSpPr>
            <p:spPr>
              <a:xfrm>
                <a:off x="8223126" y="4777073"/>
                <a:ext cx="643500" cy="279300"/>
              </a:xfrm>
              <a:prstGeom prst="straightConnector1">
                <a:avLst/>
              </a:prstGeom>
              <a:noFill/>
              <a:ln cap="flat" cmpd="sng" w="9525">
                <a:solidFill>
                  <a:schemeClr val="dk2"/>
                </a:solidFill>
                <a:prstDash val="solid"/>
                <a:round/>
                <a:headEnd len="med" w="med" type="none"/>
                <a:tailEnd len="med" w="med" type="none"/>
              </a:ln>
            </p:spPr>
          </p:cxnSp>
          <p:sp>
            <p:nvSpPr>
              <p:cNvPr id="1296" name="Google Shape;1296;p21"/>
              <p:cNvSpPr/>
              <p:nvPr/>
            </p:nvSpPr>
            <p:spPr>
              <a:xfrm flipH="1" rot="10800000">
                <a:off x="8782441" y="2308882"/>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97" name="Google Shape;1297;p21"/>
              <p:cNvCxnSpPr>
                <a:stCxn id="1289" idx="5"/>
                <a:endCxn id="1296" idx="1"/>
              </p:cNvCxnSpPr>
              <p:nvPr/>
            </p:nvCxnSpPr>
            <p:spPr>
              <a:xfrm flipH="1" rot="10800000">
                <a:off x="8426122" y="2474926"/>
                <a:ext cx="384900" cy="340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21"/>
              <p:cNvCxnSpPr>
                <a:stCxn id="1296" idx="7"/>
                <a:endCxn id="1264" idx="3"/>
              </p:cNvCxnSpPr>
              <p:nvPr/>
            </p:nvCxnSpPr>
            <p:spPr>
              <a:xfrm>
                <a:off x="8948372" y="2474812"/>
                <a:ext cx="384900" cy="963600"/>
              </a:xfrm>
              <a:prstGeom prst="straightConnector1">
                <a:avLst/>
              </a:prstGeom>
              <a:noFill/>
              <a:ln cap="flat" cmpd="sng" w="9525">
                <a:solidFill>
                  <a:schemeClr val="dk2"/>
                </a:solidFill>
                <a:prstDash val="solid"/>
                <a:round/>
                <a:headEnd len="med" w="med" type="none"/>
                <a:tailEnd len="med" w="med" type="none"/>
              </a:ln>
            </p:spPr>
          </p:cxnSp>
          <p:sp>
            <p:nvSpPr>
              <p:cNvPr id="1299" name="Google Shape;1299;p21"/>
              <p:cNvSpPr/>
              <p:nvPr/>
            </p:nvSpPr>
            <p:spPr>
              <a:xfrm flipH="1" rot="10800000">
                <a:off x="8521366" y="3414207"/>
                <a:ext cx="194400" cy="1944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00" name="Google Shape;1300;p21"/>
              <p:cNvCxnSpPr>
                <a:stCxn id="1289" idx="0"/>
                <a:endCxn id="1299" idx="3"/>
              </p:cNvCxnSpPr>
              <p:nvPr/>
            </p:nvCxnSpPr>
            <p:spPr>
              <a:xfrm>
                <a:off x="8357391" y="2981657"/>
                <a:ext cx="192300" cy="4611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21"/>
              <p:cNvCxnSpPr>
                <a:stCxn id="1299" idx="1"/>
                <a:endCxn id="1268" idx="5"/>
              </p:cNvCxnSpPr>
              <p:nvPr/>
            </p:nvCxnSpPr>
            <p:spPr>
              <a:xfrm flipH="1">
                <a:off x="8070435" y="3580137"/>
                <a:ext cx="479400" cy="5346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21"/>
              <p:cNvCxnSpPr>
                <a:stCxn id="1299" idx="6"/>
                <a:endCxn id="1264" idx="2"/>
              </p:cNvCxnSpPr>
              <p:nvPr/>
            </p:nvCxnSpPr>
            <p:spPr>
              <a:xfrm>
                <a:off x="8715766" y="3511407"/>
                <a:ext cx="558600" cy="690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03" name="Shape 1303"/>
        <p:cNvGrpSpPr/>
        <p:nvPr/>
      </p:nvGrpSpPr>
      <p:grpSpPr>
        <a:xfrm>
          <a:off x="0" y="0"/>
          <a:ext cx="0" cy="0"/>
          <a:chOff x="0" y="0"/>
          <a:chExt cx="0" cy="0"/>
        </a:xfrm>
      </p:grpSpPr>
      <p:grpSp>
        <p:nvGrpSpPr>
          <p:cNvPr id="1304" name="Google Shape;1304;p22"/>
          <p:cNvGrpSpPr/>
          <p:nvPr/>
        </p:nvGrpSpPr>
        <p:grpSpPr>
          <a:xfrm>
            <a:off x="119476" y="1141150"/>
            <a:ext cx="7318880" cy="3862644"/>
            <a:chOff x="119476" y="1141150"/>
            <a:chExt cx="7318880" cy="3862644"/>
          </a:xfrm>
        </p:grpSpPr>
        <p:grpSp>
          <p:nvGrpSpPr>
            <p:cNvPr id="1305" name="Google Shape;1305;p22"/>
            <p:cNvGrpSpPr/>
            <p:nvPr/>
          </p:nvGrpSpPr>
          <p:grpSpPr>
            <a:xfrm rot="10800000">
              <a:off x="119476" y="1141150"/>
              <a:ext cx="298275" cy="322675"/>
              <a:chOff x="8667225" y="681525"/>
              <a:chExt cx="298275" cy="322675"/>
            </a:xfrm>
          </p:grpSpPr>
          <p:sp>
            <p:nvSpPr>
              <p:cNvPr id="1306" name="Google Shape;1306;p22"/>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7" name="Google Shape;1307;p22"/>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8" name="Google Shape;1308;p22"/>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09" name="Google Shape;1309;p22"/>
            <p:cNvGrpSpPr/>
            <p:nvPr/>
          </p:nvGrpSpPr>
          <p:grpSpPr>
            <a:xfrm rot="-5139163">
              <a:off x="6960991" y="4509560"/>
              <a:ext cx="254304" cy="683114"/>
              <a:chOff x="140150" y="4353245"/>
              <a:chExt cx="254310" cy="683130"/>
            </a:xfrm>
          </p:grpSpPr>
          <p:sp>
            <p:nvSpPr>
              <p:cNvPr id="1310" name="Google Shape;1310;p22"/>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1" name="Google Shape;1311;p22"/>
              <p:cNvSpPr/>
              <p:nvPr/>
            </p:nvSpPr>
            <p:spPr>
              <a:xfrm rot="10800000">
                <a:off x="146360" y="4668727"/>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2" name="Google Shape;1312;p22"/>
              <p:cNvSpPr/>
              <p:nvPr/>
            </p:nvSpPr>
            <p:spPr>
              <a:xfrm rot="10800000">
                <a:off x="343160" y="4863902"/>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3" name="Google Shape;1313;p22"/>
              <p:cNvSpPr/>
              <p:nvPr/>
            </p:nvSpPr>
            <p:spPr>
              <a:xfrm rot="10800000">
                <a:off x="141945" y="435324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14" name="Google Shape;1314;p22"/>
          <p:cNvGrpSpPr/>
          <p:nvPr/>
        </p:nvGrpSpPr>
        <p:grpSpPr>
          <a:xfrm>
            <a:off x="-3264108" y="1062527"/>
            <a:ext cx="12699758" cy="5125916"/>
            <a:chOff x="-3264108" y="1062527"/>
            <a:chExt cx="12699758" cy="5125916"/>
          </a:xfrm>
        </p:grpSpPr>
        <p:grpSp>
          <p:nvGrpSpPr>
            <p:cNvPr id="1315" name="Google Shape;1315;p22"/>
            <p:cNvGrpSpPr/>
            <p:nvPr/>
          </p:nvGrpSpPr>
          <p:grpSpPr>
            <a:xfrm rot="10800000">
              <a:off x="7825876" y="2716263"/>
              <a:ext cx="1609774" cy="2641456"/>
              <a:chOff x="-225924" y="-192037"/>
              <a:chExt cx="1609774" cy="2641456"/>
            </a:xfrm>
          </p:grpSpPr>
          <p:cxnSp>
            <p:nvCxnSpPr>
              <p:cNvPr id="1316" name="Google Shape;1316;p22"/>
              <p:cNvCxnSpPr>
                <a:stCxn id="1317" idx="7"/>
                <a:endCxn id="1318" idx="2"/>
              </p:cNvCxnSpPr>
              <p:nvPr/>
            </p:nvCxnSpPr>
            <p:spPr>
              <a:xfrm flipH="1" rot="10800000">
                <a:off x="332904" y="155655"/>
                <a:ext cx="893400" cy="226800"/>
              </a:xfrm>
              <a:prstGeom prst="straightConnector1">
                <a:avLst/>
              </a:prstGeom>
              <a:noFill/>
              <a:ln cap="flat" cmpd="sng" w="9525">
                <a:solidFill>
                  <a:schemeClr val="dk2"/>
                </a:solidFill>
                <a:prstDash val="solid"/>
                <a:round/>
                <a:headEnd len="med" w="med" type="none"/>
                <a:tailEnd len="med" w="med" type="none"/>
              </a:ln>
            </p:spPr>
          </p:cxnSp>
          <p:sp>
            <p:nvSpPr>
              <p:cNvPr id="1318" name="Google Shape;1318;p22"/>
              <p:cNvSpPr/>
              <p:nvPr/>
            </p:nvSpPr>
            <p:spPr>
              <a:xfrm>
                <a:off x="1226350" y="767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19" name="Google Shape;1319;p22"/>
              <p:cNvSpPr/>
              <p:nvPr/>
            </p:nvSpPr>
            <p:spPr>
              <a:xfrm>
                <a:off x="-225924" y="-192037"/>
                <a:ext cx="99900" cy="99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0" name="Google Shape;1320;p22"/>
              <p:cNvSpPr/>
              <p:nvPr/>
            </p:nvSpPr>
            <p:spPr>
              <a:xfrm>
                <a:off x="177600" y="229191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1" name="Google Shape;1321;p22"/>
              <p:cNvSpPr/>
              <p:nvPr/>
            </p:nvSpPr>
            <p:spPr>
              <a:xfrm>
                <a:off x="734301" y="222187"/>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2" name="Google Shape;1322;p22"/>
              <p:cNvSpPr/>
              <p:nvPr/>
            </p:nvSpPr>
            <p:spPr>
              <a:xfrm>
                <a:off x="49626" y="886737"/>
                <a:ext cx="86700" cy="86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23" name="Google Shape;1323;p22"/>
              <p:cNvSpPr/>
              <p:nvPr/>
            </p:nvSpPr>
            <p:spPr>
              <a:xfrm>
                <a:off x="292075" y="1058069"/>
                <a:ext cx="147900" cy="147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24" name="Google Shape;1324;p22"/>
              <p:cNvCxnSpPr>
                <a:stCxn id="1323" idx="4"/>
                <a:endCxn id="1320" idx="0"/>
              </p:cNvCxnSpPr>
              <p:nvPr/>
            </p:nvCxnSpPr>
            <p:spPr>
              <a:xfrm flipH="1">
                <a:off x="256225" y="1205969"/>
                <a:ext cx="109800" cy="1086000"/>
              </a:xfrm>
              <a:prstGeom prst="straightConnector1">
                <a:avLst/>
              </a:prstGeom>
              <a:noFill/>
              <a:ln cap="flat" cmpd="sng" w="9525">
                <a:solidFill>
                  <a:schemeClr val="dk2"/>
                </a:solidFill>
                <a:prstDash val="solid"/>
                <a:round/>
                <a:headEnd len="med" w="med" type="none"/>
                <a:tailEnd len="med" w="med" type="none"/>
              </a:ln>
            </p:spPr>
          </p:cxnSp>
          <p:cxnSp>
            <p:nvCxnSpPr>
              <p:cNvPr id="1325" name="Google Shape;1325;p22"/>
              <p:cNvCxnSpPr>
                <a:stCxn id="1322" idx="4"/>
                <a:endCxn id="1320" idx="0"/>
              </p:cNvCxnSpPr>
              <p:nvPr/>
            </p:nvCxnSpPr>
            <p:spPr>
              <a:xfrm>
                <a:off x="92976" y="973437"/>
                <a:ext cx="163500" cy="1318500"/>
              </a:xfrm>
              <a:prstGeom prst="straightConnector1">
                <a:avLst/>
              </a:prstGeom>
              <a:noFill/>
              <a:ln cap="flat" cmpd="sng" w="9525">
                <a:solidFill>
                  <a:schemeClr val="dk2"/>
                </a:solidFill>
                <a:prstDash val="solid"/>
                <a:round/>
                <a:headEnd len="med" w="med" type="none"/>
                <a:tailEnd len="med" w="med" type="none"/>
              </a:ln>
            </p:spPr>
          </p:cxnSp>
          <p:cxnSp>
            <p:nvCxnSpPr>
              <p:cNvPr id="1326" name="Google Shape;1326;p22"/>
              <p:cNvCxnSpPr>
                <a:stCxn id="1322" idx="5"/>
                <a:endCxn id="1323" idx="1"/>
              </p:cNvCxnSpPr>
              <p:nvPr/>
            </p:nvCxnSpPr>
            <p:spPr>
              <a:xfrm>
                <a:off x="123629" y="960741"/>
                <a:ext cx="190200" cy="119100"/>
              </a:xfrm>
              <a:prstGeom prst="straightConnector1">
                <a:avLst/>
              </a:prstGeom>
              <a:noFill/>
              <a:ln cap="flat" cmpd="sng" w="9525">
                <a:solidFill>
                  <a:schemeClr val="dk2"/>
                </a:solidFill>
                <a:prstDash val="solid"/>
                <a:round/>
                <a:headEnd len="med" w="med" type="none"/>
                <a:tailEnd len="med" w="med" type="none"/>
              </a:ln>
            </p:spPr>
          </p:cxnSp>
          <p:cxnSp>
            <p:nvCxnSpPr>
              <p:cNvPr id="1327" name="Google Shape;1327;p22"/>
              <p:cNvCxnSpPr>
                <a:stCxn id="1322" idx="0"/>
                <a:endCxn id="1319" idx="4"/>
              </p:cNvCxnSpPr>
              <p:nvPr/>
            </p:nvCxnSpPr>
            <p:spPr>
              <a:xfrm rot="10800000">
                <a:off x="-176124" y="-92163"/>
                <a:ext cx="269100" cy="978900"/>
              </a:xfrm>
              <a:prstGeom prst="straightConnector1">
                <a:avLst/>
              </a:prstGeom>
              <a:noFill/>
              <a:ln cap="flat" cmpd="sng" w="9525">
                <a:solidFill>
                  <a:schemeClr val="dk2"/>
                </a:solidFill>
                <a:prstDash val="solid"/>
                <a:round/>
                <a:headEnd len="med" w="med" type="none"/>
                <a:tailEnd len="med" w="med" type="none"/>
              </a:ln>
            </p:spPr>
          </p:cxnSp>
          <p:cxnSp>
            <p:nvCxnSpPr>
              <p:cNvPr id="1328" name="Google Shape;1328;p22"/>
              <p:cNvCxnSpPr>
                <a:stCxn id="1322" idx="7"/>
                <a:endCxn id="1317" idx="3"/>
              </p:cNvCxnSpPr>
              <p:nvPr/>
            </p:nvCxnSpPr>
            <p:spPr>
              <a:xfrm flipH="1" rot="10800000">
                <a:off x="123629" y="443734"/>
                <a:ext cx="147900" cy="455700"/>
              </a:xfrm>
              <a:prstGeom prst="straightConnector1">
                <a:avLst/>
              </a:prstGeom>
              <a:noFill/>
              <a:ln cap="flat" cmpd="sng" w="9525">
                <a:solidFill>
                  <a:schemeClr val="dk2"/>
                </a:solidFill>
                <a:prstDash val="solid"/>
                <a:round/>
                <a:headEnd len="med" w="med" type="none"/>
                <a:tailEnd len="med" w="med" type="none"/>
              </a:ln>
            </p:spPr>
          </p:cxnSp>
          <p:cxnSp>
            <p:nvCxnSpPr>
              <p:cNvPr id="1329" name="Google Shape;1329;p22"/>
              <p:cNvCxnSpPr>
                <a:stCxn id="1319" idx="5"/>
                <a:endCxn id="1317" idx="1"/>
              </p:cNvCxnSpPr>
              <p:nvPr/>
            </p:nvCxnSpPr>
            <p:spPr>
              <a:xfrm>
                <a:off x="-140654" y="-106767"/>
                <a:ext cx="412200" cy="4893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22"/>
              <p:cNvCxnSpPr>
                <a:stCxn id="1319" idx="6"/>
                <a:endCxn id="1318" idx="2"/>
              </p:cNvCxnSpPr>
              <p:nvPr/>
            </p:nvCxnSpPr>
            <p:spPr>
              <a:xfrm>
                <a:off x="-126024" y="-142087"/>
                <a:ext cx="1352400" cy="2976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22"/>
              <p:cNvCxnSpPr>
                <a:stCxn id="1321" idx="2"/>
                <a:endCxn id="1319" idx="5"/>
              </p:cNvCxnSpPr>
              <p:nvPr/>
            </p:nvCxnSpPr>
            <p:spPr>
              <a:xfrm rot="10800000">
                <a:off x="-140799" y="-106763"/>
                <a:ext cx="875100" cy="3723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22"/>
              <p:cNvCxnSpPr>
                <a:stCxn id="1323" idx="0"/>
                <a:endCxn id="1317" idx="4"/>
              </p:cNvCxnSpPr>
              <p:nvPr/>
            </p:nvCxnSpPr>
            <p:spPr>
              <a:xfrm rot="10800000">
                <a:off x="302125" y="456569"/>
                <a:ext cx="63900" cy="6015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22"/>
              <p:cNvCxnSpPr>
                <a:stCxn id="1323" idx="0"/>
                <a:endCxn id="1321" idx="3"/>
              </p:cNvCxnSpPr>
              <p:nvPr/>
            </p:nvCxnSpPr>
            <p:spPr>
              <a:xfrm flipH="1" rot="10800000">
                <a:off x="366025" y="296069"/>
                <a:ext cx="381000" cy="762000"/>
              </a:xfrm>
              <a:prstGeom prst="straightConnector1">
                <a:avLst/>
              </a:prstGeom>
              <a:noFill/>
              <a:ln cap="flat" cmpd="sng" w="9525">
                <a:solidFill>
                  <a:schemeClr val="dk2"/>
                </a:solidFill>
                <a:prstDash val="solid"/>
                <a:round/>
                <a:headEnd len="med" w="med" type="none"/>
                <a:tailEnd len="med" w="med" type="none"/>
              </a:ln>
            </p:spPr>
          </p:cxnSp>
          <p:sp>
            <p:nvSpPr>
              <p:cNvPr id="1317" name="Google Shape;1317;p22"/>
              <p:cNvSpPr/>
              <p:nvPr/>
            </p:nvSpPr>
            <p:spPr>
              <a:xfrm>
                <a:off x="258901" y="369758"/>
                <a:ext cx="86700" cy="867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34" name="Google Shape;1334;p22"/>
            <p:cNvGrpSpPr/>
            <p:nvPr/>
          </p:nvGrpSpPr>
          <p:grpSpPr>
            <a:xfrm rot="2030497">
              <a:off x="-2581586" y="1819329"/>
              <a:ext cx="3816850" cy="3612312"/>
              <a:chOff x="-100549" y="47919"/>
              <a:chExt cx="4607849" cy="4360923"/>
            </a:xfrm>
          </p:grpSpPr>
          <p:sp>
            <p:nvSpPr>
              <p:cNvPr id="1335" name="Google Shape;1335;p22"/>
              <p:cNvSpPr/>
              <p:nvPr/>
            </p:nvSpPr>
            <p:spPr>
              <a:xfrm rot="10800000">
                <a:off x="4076800" y="2467368"/>
                <a:ext cx="234600" cy="234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6" name="Google Shape;1336;p22"/>
              <p:cNvSpPr/>
              <p:nvPr/>
            </p:nvSpPr>
            <p:spPr>
              <a:xfrm rot="10800000">
                <a:off x="1137802" y="3577294"/>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7" name="Google Shape;1337;p22"/>
              <p:cNvSpPr/>
              <p:nvPr/>
            </p:nvSpPr>
            <p:spPr>
              <a:xfrm rot="10800000">
                <a:off x="1731851" y="997900"/>
                <a:ext cx="484500" cy="4845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8" name="Google Shape;1338;p22"/>
              <p:cNvSpPr/>
              <p:nvPr/>
            </p:nvSpPr>
            <p:spPr>
              <a:xfrm rot="10800000">
                <a:off x="2254926" y="2505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39" name="Google Shape;1339;p22"/>
              <p:cNvSpPr/>
              <p:nvPr/>
            </p:nvSpPr>
            <p:spPr>
              <a:xfrm rot="10800000">
                <a:off x="3685300" y="3636544"/>
                <a:ext cx="116100" cy="116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0" name="Google Shape;1340;p22"/>
              <p:cNvSpPr/>
              <p:nvPr/>
            </p:nvSpPr>
            <p:spPr>
              <a:xfrm rot="10800000">
                <a:off x="2254926" y="3903969"/>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1" name="Google Shape;1341;p22"/>
              <p:cNvSpPr/>
              <p:nvPr/>
            </p:nvSpPr>
            <p:spPr>
              <a:xfrm rot="10800000">
                <a:off x="3125451" y="1436544"/>
                <a:ext cx="157500" cy="157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42" name="Google Shape;1342;p22"/>
              <p:cNvSpPr/>
              <p:nvPr/>
            </p:nvSpPr>
            <p:spPr>
              <a:xfrm rot="10800000">
                <a:off x="447667" y="2351269"/>
                <a:ext cx="116100" cy="11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43" name="Google Shape;1343;p22"/>
              <p:cNvCxnSpPr>
                <a:stCxn id="1339" idx="5"/>
                <a:endCxn id="1338" idx="1"/>
              </p:cNvCxnSpPr>
              <p:nvPr/>
            </p:nvCxnSpPr>
            <p:spPr>
              <a:xfrm rot="8769356">
                <a:off x="2782616" y="2360623"/>
                <a:ext cx="526274" cy="1572747"/>
              </a:xfrm>
              <a:prstGeom prst="straightConnector1">
                <a:avLst/>
              </a:prstGeom>
              <a:noFill/>
              <a:ln cap="flat" cmpd="sng" w="9525">
                <a:solidFill>
                  <a:schemeClr val="dk2"/>
                </a:solidFill>
                <a:prstDash val="solid"/>
                <a:round/>
                <a:headEnd len="med" w="med" type="none"/>
                <a:tailEnd len="med" w="med" type="none"/>
              </a:ln>
            </p:spPr>
          </p:cxnSp>
          <p:cxnSp>
            <p:nvCxnSpPr>
              <p:cNvPr id="1344" name="Google Shape;1344;p22"/>
              <p:cNvCxnSpPr>
                <a:stCxn id="1340" idx="4"/>
                <a:endCxn id="1338" idx="0"/>
              </p:cNvCxnSpPr>
              <p:nvPr/>
            </p:nvCxnSpPr>
            <p:spPr>
              <a:xfrm flipH="1" rot="8769075">
                <a:off x="1988166" y="2768320"/>
                <a:ext cx="691020" cy="1030498"/>
              </a:xfrm>
              <a:prstGeom prst="straightConnector1">
                <a:avLst/>
              </a:prstGeom>
              <a:noFill/>
              <a:ln cap="flat" cmpd="sng" w="9525">
                <a:solidFill>
                  <a:schemeClr val="dk2"/>
                </a:solidFill>
                <a:prstDash val="solid"/>
                <a:round/>
                <a:headEnd len="med" w="med" type="none"/>
                <a:tailEnd len="med" w="med" type="none"/>
              </a:ln>
            </p:spPr>
          </p:cxnSp>
          <p:cxnSp>
            <p:nvCxnSpPr>
              <p:cNvPr id="1345" name="Google Shape;1345;p22"/>
              <p:cNvCxnSpPr>
                <a:stCxn id="1335" idx="6"/>
                <a:endCxn id="1338" idx="2"/>
              </p:cNvCxnSpPr>
              <p:nvPr/>
            </p:nvCxnSpPr>
            <p:spPr>
              <a:xfrm rot="8769491">
                <a:off x="2553455" y="2121214"/>
                <a:ext cx="1382290" cy="926908"/>
              </a:xfrm>
              <a:prstGeom prst="straightConnector1">
                <a:avLst/>
              </a:prstGeom>
              <a:noFill/>
              <a:ln cap="flat" cmpd="sng" w="9525">
                <a:solidFill>
                  <a:schemeClr val="dk2"/>
                </a:solidFill>
                <a:prstDash val="solid"/>
                <a:round/>
                <a:headEnd len="med" w="med" type="none"/>
                <a:tailEnd len="med" w="med" type="none"/>
              </a:ln>
            </p:spPr>
          </p:cxnSp>
          <p:cxnSp>
            <p:nvCxnSpPr>
              <p:cNvPr id="1346" name="Google Shape;1346;p22"/>
              <p:cNvCxnSpPr>
                <a:stCxn id="1335" idx="0"/>
                <a:endCxn id="1339" idx="3"/>
              </p:cNvCxnSpPr>
              <p:nvPr/>
            </p:nvCxnSpPr>
            <p:spPr>
              <a:xfrm flipH="1" rot="-2030280">
                <a:off x="3554311" y="2896576"/>
                <a:ext cx="870078" cy="562385"/>
              </a:xfrm>
              <a:prstGeom prst="straightConnector1">
                <a:avLst/>
              </a:prstGeom>
              <a:noFill/>
              <a:ln cap="flat" cmpd="sng" w="9525">
                <a:solidFill>
                  <a:schemeClr val="dk2"/>
                </a:solidFill>
                <a:prstDash val="solid"/>
                <a:round/>
                <a:headEnd len="med" w="med" type="none"/>
                <a:tailEnd len="med" w="med" type="none"/>
              </a:ln>
            </p:spPr>
          </p:cxnSp>
          <p:cxnSp>
            <p:nvCxnSpPr>
              <p:cNvPr id="1347" name="Google Shape;1347;p22"/>
              <p:cNvCxnSpPr>
                <a:stCxn id="1339" idx="7"/>
                <a:endCxn id="1340" idx="2"/>
              </p:cNvCxnSpPr>
              <p:nvPr/>
            </p:nvCxnSpPr>
            <p:spPr>
              <a:xfrm rot="8769605">
                <a:off x="2452857" y="3602445"/>
                <a:ext cx="1208890" cy="513294"/>
              </a:xfrm>
              <a:prstGeom prst="straightConnector1">
                <a:avLst/>
              </a:prstGeom>
              <a:noFill/>
              <a:ln cap="flat" cmpd="sng" w="9525">
                <a:solidFill>
                  <a:schemeClr val="dk2"/>
                </a:solidFill>
                <a:prstDash val="solid"/>
                <a:round/>
                <a:headEnd len="med" w="med" type="none"/>
                <a:tailEnd len="med" w="med" type="none"/>
              </a:ln>
            </p:spPr>
          </p:cxnSp>
          <p:cxnSp>
            <p:nvCxnSpPr>
              <p:cNvPr id="1348" name="Google Shape;1348;p22"/>
              <p:cNvCxnSpPr>
                <a:stCxn id="1340" idx="6"/>
                <a:endCxn id="1336" idx="1"/>
              </p:cNvCxnSpPr>
              <p:nvPr/>
            </p:nvCxnSpPr>
            <p:spPr>
              <a:xfrm rot="8768875">
                <a:off x="1472857" y="3539834"/>
                <a:ext cx="647338" cy="680869"/>
              </a:xfrm>
              <a:prstGeom prst="straightConnector1">
                <a:avLst/>
              </a:prstGeom>
              <a:noFill/>
              <a:ln cap="flat" cmpd="sng" w="9525">
                <a:solidFill>
                  <a:schemeClr val="dk2"/>
                </a:solidFill>
                <a:prstDash val="solid"/>
                <a:round/>
                <a:headEnd len="med" w="med" type="none"/>
                <a:tailEnd len="med" w="med" type="none"/>
              </a:ln>
            </p:spPr>
          </p:cxnSp>
          <p:cxnSp>
            <p:nvCxnSpPr>
              <p:cNvPr id="1349" name="Google Shape;1349;p22"/>
              <p:cNvCxnSpPr>
                <a:stCxn id="1338" idx="7"/>
                <a:endCxn id="1336" idx="3"/>
              </p:cNvCxnSpPr>
              <p:nvPr/>
            </p:nvCxnSpPr>
            <p:spPr>
              <a:xfrm flipH="1" rot="-2030278">
                <a:off x="1147266" y="2984238"/>
                <a:ext cx="1321550" cy="283231"/>
              </a:xfrm>
              <a:prstGeom prst="straightConnector1">
                <a:avLst/>
              </a:prstGeom>
              <a:noFill/>
              <a:ln cap="flat" cmpd="sng" w="9525">
                <a:solidFill>
                  <a:schemeClr val="dk2"/>
                </a:solidFill>
                <a:prstDash val="solid"/>
                <a:round/>
                <a:headEnd len="med" w="med" type="none"/>
                <a:tailEnd len="med" w="med" type="none"/>
              </a:ln>
            </p:spPr>
          </p:cxnSp>
          <p:cxnSp>
            <p:nvCxnSpPr>
              <p:cNvPr id="1350" name="Google Shape;1350;p22"/>
              <p:cNvCxnSpPr>
                <a:stCxn id="1335" idx="5"/>
                <a:endCxn id="1341" idx="1"/>
              </p:cNvCxnSpPr>
              <p:nvPr/>
            </p:nvCxnSpPr>
            <p:spPr>
              <a:xfrm rot="8769493">
                <a:off x="3591334" y="1412692"/>
                <a:ext cx="188543" cy="1247164"/>
              </a:xfrm>
              <a:prstGeom prst="straightConnector1">
                <a:avLst/>
              </a:prstGeom>
              <a:noFill/>
              <a:ln cap="flat" cmpd="sng" w="9525">
                <a:solidFill>
                  <a:schemeClr val="dk2"/>
                </a:solidFill>
                <a:prstDash val="solid"/>
                <a:round/>
                <a:headEnd len="med" w="med" type="none"/>
                <a:tailEnd len="med" w="med" type="none"/>
              </a:ln>
            </p:spPr>
          </p:cxnSp>
          <p:cxnSp>
            <p:nvCxnSpPr>
              <p:cNvPr id="1351" name="Google Shape;1351;p22"/>
              <p:cNvCxnSpPr>
                <a:stCxn id="1341" idx="7"/>
                <a:endCxn id="1338" idx="3"/>
              </p:cNvCxnSpPr>
              <p:nvPr/>
            </p:nvCxnSpPr>
            <p:spPr>
              <a:xfrm flipH="1" rot="-2030495">
                <a:off x="2186803" y="1863549"/>
                <a:ext cx="1164126" cy="372760"/>
              </a:xfrm>
              <a:prstGeom prst="straightConnector1">
                <a:avLst/>
              </a:prstGeom>
              <a:noFill/>
              <a:ln cap="flat" cmpd="sng" w="9525">
                <a:solidFill>
                  <a:schemeClr val="dk2"/>
                </a:solidFill>
                <a:prstDash val="solid"/>
                <a:round/>
                <a:headEnd len="med" w="med" type="none"/>
                <a:tailEnd len="med" w="med" type="none"/>
              </a:ln>
            </p:spPr>
          </p:cxnSp>
          <p:cxnSp>
            <p:nvCxnSpPr>
              <p:cNvPr id="1352" name="Google Shape;1352;p22"/>
              <p:cNvCxnSpPr>
                <a:stCxn id="1341" idx="5"/>
                <a:endCxn id="1337" idx="2"/>
              </p:cNvCxnSpPr>
              <p:nvPr/>
            </p:nvCxnSpPr>
            <p:spPr>
              <a:xfrm rot="8769821">
                <a:off x="2356510" y="999099"/>
                <a:ext cx="651914" cy="701421"/>
              </a:xfrm>
              <a:prstGeom prst="straightConnector1">
                <a:avLst/>
              </a:prstGeom>
              <a:noFill/>
              <a:ln cap="flat" cmpd="sng" w="9525">
                <a:solidFill>
                  <a:schemeClr val="dk2"/>
                </a:solidFill>
                <a:prstDash val="solid"/>
                <a:round/>
                <a:headEnd len="med" w="med" type="none"/>
                <a:tailEnd len="med" w="med" type="none"/>
              </a:ln>
            </p:spPr>
          </p:cxnSp>
          <p:cxnSp>
            <p:nvCxnSpPr>
              <p:cNvPr id="1353" name="Google Shape;1353;p22"/>
              <p:cNvCxnSpPr>
                <a:stCxn id="1337" idx="0"/>
                <a:endCxn id="1338" idx="5"/>
              </p:cNvCxnSpPr>
              <p:nvPr/>
            </p:nvCxnSpPr>
            <p:spPr>
              <a:xfrm flipH="1" rot="-2029195">
                <a:off x="1960847" y="1486358"/>
                <a:ext cx="330408" cy="1038486"/>
              </a:xfrm>
              <a:prstGeom prst="straightConnector1">
                <a:avLst/>
              </a:prstGeom>
              <a:noFill/>
              <a:ln cap="flat" cmpd="sng" w="9525">
                <a:solidFill>
                  <a:schemeClr val="dk2"/>
                </a:solidFill>
                <a:prstDash val="solid"/>
                <a:round/>
                <a:headEnd len="med" w="med" type="none"/>
                <a:tailEnd len="med" w="med" type="none"/>
              </a:ln>
            </p:spPr>
          </p:cxnSp>
          <p:cxnSp>
            <p:nvCxnSpPr>
              <p:cNvPr id="1354" name="Google Shape;1354;p22"/>
              <p:cNvCxnSpPr>
                <a:stCxn id="1337" idx="7"/>
                <a:endCxn id="1342" idx="3"/>
              </p:cNvCxnSpPr>
              <p:nvPr/>
            </p:nvCxnSpPr>
            <p:spPr>
              <a:xfrm flipH="1" rot="-2030477">
                <a:off x="386634" y="1842270"/>
                <a:ext cx="1576242" cy="95353"/>
              </a:xfrm>
              <a:prstGeom prst="straightConnector1">
                <a:avLst/>
              </a:prstGeom>
              <a:noFill/>
              <a:ln cap="flat" cmpd="sng" w="9525">
                <a:solidFill>
                  <a:schemeClr val="dk2"/>
                </a:solidFill>
                <a:prstDash val="solid"/>
                <a:round/>
                <a:headEnd len="med" w="med" type="none"/>
                <a:tailEnd len="med" w="med" type="none"/>
              </a:ln>
            </p:spPr>
          </p:cxnSp>
          <p:cxnSp>
            <p:nvCxnSpPr>
              <p:cNvPr id="1355" name="Google Shape;1355;p22"/>
              <p:cNvCxnSpPr>
                <a:stCxn id="1338" idx="6"/>
                <a:endCxn id="1342" idx="2"/>
              </p:cNvCxnSpPr>
              <p:nvPr/>
            </p:nvCxnSpPr>
            <p:spPr>
              <a:xfrm rot="8769842">
                <a:off x="755690" y="1953080"/>
                <a:ext cx="1307072" cy="1087577"/>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22"/>
              <p:cNvCxnSpPr>
                <a:stCxn id="1342" idx="0"/>
                <a:endCxn id="1336" idx="5"/>
              </p:cNvCxnSpPr>
              <p:nvPr/>
            </p:nvCxnSpPr>
            <p:spPr>
              <a:xfrm flipH="1" rot="-2024821">
                <a:off x="797015" y="2378694"/>
                <a:ext cx="83704" cy="132155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22"/>
              <p:cNvCxnSpPr>
                <a:stCxn id="1339" idx="4"/>
                <a:endCxn id="1337" idx="1"/>
              </p:cNvCxnSpPr>
              <p:nvPr/>
            </p:nvCxnSpPr>
            <p:spPr>
              <a:xfrm rot="8775347">
                <a:off x="2900285" y="1155017"/>
                <a:ext cx="88031" cy="2737955"/>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22"/>
              <p:cNvCxnSpPr>
                <a:stCxn id="1336" idx="4"/>
                <a:endCxn id="1337" idx="7"/>
              </p:cNvCxnSpPr>
              <p:nvPr/>
            </p:nvCxnSpPr>
            <p:spPr>
              <a:xfrm flipH="1" rot="8769813">
                <a:off x="698488" y="1747510"/>
                <a:ext cx="1661027" cy="1493868"/>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22"/>
              <p:cNvCxnSpPr>
                <a:stCxn id="1335" idx="5"/>
                <a:endCxn id="1337" idx="1"/>
              </p:cNvCxnSpPr>
              <p:nvPr/>
            </p:nvCxnSpPr>
            <p:spPr>
              <a:xfrm rot="8769113">
                <a:off x="2615603" y="956497"/>
                <a:ext cx="1025506" cy="2000256"/>
              </a:xfrm>
              <a:prstGeom prst="straightConnector1">
                <a:avLst/>
              </a:prstGeom>
              <a:noFill/>
              <a:ln cap="flat" cmpd="sng" w="9525">
                <a:solidFill>
                  <a:schemeClr val="dk2"/>
                </a:solidFill>
                <a:prstDash val="solid"/>
                <a:round/>
                <a:headEnd len="med" w="med" type="none"/>
                <a:tailEnd len="med" w="med" type="none"/>
              </a:ln>
            </p:spPr>
          </p:cxnSp>
          <p:sp>
            <p:nvSpPr>
              <p:cNvPr id="1360" name="Google Shape;1360;p22"/>
              <p:cNvSpPr/>
              <p:nvPr/>
            </p:nvSpPr>
            <p:spPr>
              <a:xfrm rot="10800000">
                <a:off x="873701" y="691869"/>
                <a:ext cx="157500" cy="1575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1" name="Google Shape;1361;p22"/>
              <p:cNvCxnSpPr>
                <a:stCxn id="1342" idx="4"/>
                <a:endCxn id="1360" idx="7"/>
              </p:cNvCxnSpPr>
              <p:nvPr/>
            </p:nvCxnSpPr>
            <p:spPr>
              <a:xfrm flipH="1" rot="8769580">
                <a:off x="114237" y="1064376"/>
                <a:ext cx="1173861" cy="1048886"/>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22"/>
              <p:cNvCxnSpPr>
                <a:stCxn id="1360" idx="2"/>
                <a:endCxn id="1337" idx="5"/>
              </p:cNvCxnSpPr>
              <p:nvPr/>
            </p:nvCxnSpPr>
            <p:spPr>
              <a:xfrm rot="-2029235">
                <a:off x="1179725" y="581031"/>
                <a:ext cx="474852" cy="677375"/>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22"/>
              <p:cNvCxnSpPr>
                <a:stCxn id="1360" idx="0"/>
                <a:endCxn id="1336" idx="4"/>
              </p:cNvCxnSpPr>
              <p:nvPr/>
            </p:nvCxnSpPr>
            <p:spPr>
              <a:xfrm flipH="1" rot="-2030204">
                <a:off x="469943" y="996108"/>
                <a:ext cx="1267716" cy="2434421"/>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22"/>
              <p:cNvCxnSpPr>
                <a:stCxn id="1360" idx="1"/>
                <a:endCxn id="1338" idx="5"/>
              </p:cNvCxnSpPr>
              <p:nvPr/>
            </p:nvCxnSpPr>
            <p:spPr>
              <a:xfrm rot="-2032139">
                <a:off x="1589793" y="616894"/>
                <a:ext cx="106586" cy="2121320"/>
              </a:xfrm>
              <a:prstGeom prst="straightConnector1">
                <a:avLst/>
              </a:prstGeom>
              <a:noFill/>
              <a:ln cap="flat" cmpd="sng" w="9525">
                <a:solidFill>
                  <a:schemeClr val="dk2"/>
                </a:solidFill>
                <a:prstDash val="solid"/>
                <a:round/>
                <a:headEnd len="med" w="med" type="none"/>
                <a:tailEnd len="med" w="med" type="none"/>
              </a:ln>
            </p:spPr>
          </p:cxnSp>
          <p:sp>
            <p:nvSpPr>
              <p:cNvPr id="1365" name="Google Shape;1365;p22"/>
              <p:cNvSpPr/>
              <p:nvPr/>
            </p:nvSpPr>
            <p:spPr>
              <a:xfrm rot="10800000">
                <a:off x="2346923" y="285337"/>
                <a:ext cx="234600" cy="2346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66" name="Google Shape;1366;p22"/>
              <p:cNvCxnSpPr>
                <a:stCxn id="1360" idx="2"/>
                <a:endCxn id="1365" idx="6"/>
              </p:cNvCxnSpPr>
              <p:nvPr/>
            </p:nvCxnSpPr>
            <p:spPr>
              <a:xfrm rot="-2030441">
                <a:off x="1040224" y="373064"/>
                <a:ext cx="1297753" cy="42701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22"/>
              <p:cNvCxnSpPr>
                <a:stCxn id="1365" idx="1"/>
                <a:endCxn id="1341" idx="5"/>
              </p:cNvCxnSpPr>
              <p:nvPr/>
            </p:nvCxnSpPr>
            <p:spPr>
              <a:xfrm flipH="1" rot="-2034703">
                <a:off x="2826258" y="400719"/>
                <a:ext cx="43017" cy="1143823"/>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368" name="Shape 1368"/>
        <p:cNvGrpSpPr/>
        <p:nvPr/>
      </p:nvGrpSpPr>
      <p:grpSpPr>
        <a:xfrm>
          <a:off x="0" y="0"/>
          <a:ext cx="0" cy="0"/>
          <a:chOff x="0" y="0"/>
          <a:chExt cx="0" cy="0"/>
        </a:xfrm>
      </p:grpSpPr>
      <p:grpSp>
        <p:nvGrpSpPr>
          <p:cNvPr id="1369" name="Google Shape;1369;p23"/>
          <p:cNvGrpSpPr/>
          <p:nvPr/>
        </p:nvGrpSpPr>
        <p:grpSpPr>
          <a:xfrm>
            <a:off x="190301" y="174004"/>
            <a:ext cx="8808974" cy="4007621"/>
            <a:chOff x="190301" y="174004"/>
            <a:chExt cx="8808974" cy="4007621"/>
          </a:xfrm>
        </p:grpSpPr>
        <p:grpSp>
          <p:nvGrpSpPr>
            <p:cNvPr id="1370" name="Google Shape;1370;p23"/>
            <p:cNvGrpSpPr/>
            <p:nvPr/>
          </p:nvGrpSpPr>
          <p:grpSpPr>
            <a:xfrm rot="10800000">
              <a:off x="190301" y="3858950"/>
              <a:ext cx="298275" cy="322675"/>
              <a:chOff x="8667225" y="681525"/>
              <a:chExt cx="298275" cy="322675"/>
            </a:xfrm>
          </p:grpSpPr>
          <p:sp>
            <p:nvSpPr>
              <p:cNvPr id="1371" name="Google Shape;1371;p23"/>
              <p:cNvSpPr/>
              <p:nvPr/>
            </p:nvSpPr>
            <p:spPr>
              <a:xfrm rot="10800000">
                <a:off x="8667225" y="82162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2" name="Google Shape;1372;p23"/>
              <p:cNvSpPr/>
              <p:nvPr/>
            </p:nvSpPr>
            <p:spPr>
              <a:xfrm rot="10800000">
                <a:off x="8825400" y="681525"/>
                <a:ext cx="140100" cy="14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3" name="Google Shape;1373;p23"/>
              <p:cNvSpPr/>
              <p:nvPr/>
            </p:nvSpPr>
            <p:spPr>
              <a:xfrm rot="10800000">
                <a:off x="8869800" y="95290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nvGrpSpPr>
            <p:cNvPr id="1374" name="Google Shape;1374;p23"/>
            <p:cNvGrpSpPr/>
            <p:nvPr/>
          </p:nvGrpSpPr>
          <p:grpSpPr>
            <a:xfrm rot="-5139163">
              <a:off x="8591694" y="201328"/>
              <a:ext cx="406266" cy="379191"/>
              <a:chOff x="140150" y="4657175"/>
              <a:chExt cx="406275" cy="379200"/>
            </a:xfrm>
          </p:grpSpPr>
          <p:sp>
            <p:nvSpPr>
              <p:cNvPr id="1375" name="Google Shape;1375;p23"/>
              <p:cNvSpPr/>
              <p:nvPr/>
            </p:nvSpPr>
            <p:spPr>
              <a:xfrm rot="10800000">
                <a:off x="140150" y="4949675"/>
                <a:ext cx="86700" cy="867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6" name="Google Shape;1376;p23"/>
              <p:cNvSpPr/>
              <p:nvPr/>
            </p:nvSpPr>
            <p:spPr>
              <a:xfrm rot="10800000">
                <a:off x="298325" y="4657175"/>
                <a:ext cx="140100" cy="1401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7" name="Google Shape;1377;p23"/>
              <p:cNvSpPr/>
              <p:nvPr/>
            </p:nvSpPr>
            <p:spPr>
              <a:xfrm rot="10800000">
                <a:off x="495125" y="4852350"/>
                <a:ext cx="51300" cy="513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78" name="Google Shape;1378;p23"/>
              <p:cNvSpPr/>
              <p:nvPr/>
            </p:nvSpPr>
            <p:spPr>
              <a:xfrm rot="10800000">
                <a:off x="165050" y="4657175"/>
                <a:ext cx="51300" cy="51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grpSp>
      <p:grpSp>
        <p:nvGrpSpPr>
          <p:cNvPr id="1379" name="Google Shape;1379;p23"/>
          <p:cNvGrpSpPr/>
          <p:nvPr/>
        </p:nvGrpSpPr>
        <p:grpSpPr>
          <a:xfrm>
            <a:off x="115024" y="-2374836"/>
            <a:ext cx="8971639" cy="9886184"/>
            <a:chOff x="115024" y="-2374836"/>
            <a:chExt cx="8971639" cy="9886184"/>
          </a:xfrm>
        </p:grpSpPr>
        <p:grpSp>
          <p:nvGrpSpPr>
            <p:cNvPr id="1380" name="Google Shape;1380;p23"/>
            <p:cNvGrpSpPr/>
            <p:nvPr/>
          </p:nvGrpSpPr>
          <p:grpSpPr>
            <a:xfrm flipH="1">
              <a:off x="115024" y="-2374836"/>
              <a:ext cx="3687215" cy="3485542"/>
              <a:chOff x="5337386" y="-2374836"/>
              <a:chExt cx="3687215" cy="3485542"/>
            </a:xfrm>
          </p:grpSpPr>
          <p:sp>
            <p:nvSpPr>
              <p:cNvPr id="1381" name="Google Shape;1381;p23"/>
              <p:cNvSpPr/>
              <p:nvPr/>
            </p:nvSpPr>
            <p:spPr>
              <a:xfrm rot="9698973">
                <a:off x="8256504" y="-2357857"/>
                <a:ext cx="128642" cy="128642"/>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2" name="Google Shape;1382;p23"/>
              <p:cNvSpPr/>
              <p:nvPr/>
            </p:nvSpPr>
            <p:spPr>
              <a:xfrm rot="9699868">
                <a:off x="6325487" y="-94127"/>
                <a:ext cx="164028" cy="164028"/>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3" name="Google Shape;1383;p23"/>
              <p:cNvSpPr/>
              <p:nvPr/>
            </p:nvSpPr>
            <p:spPr>
              <a:xfrm rot="9695130">
                <a:off x="7230532" y="-1291785"/>
                <a:ext cx="265916" cy="2659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4" name="Google Shape;1384;p23"/>
              <p:cNvSpPr/>
              <p:nvPr/>
            </p:nvSpPr>
            <p:spPr>
              <a:xfrm rot="9708981">
                <a:off x="8013809" y="-151576"/>
                <a:ext cx="86521" cy="865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5" name="Google Shape;1385;p23"/>
              <p:cNvSpPr/>
              <p:nvPr/>
            </p:nvSpPr>
            <p:spPr>
              <a:xfrm rot="9699377">
                <a:off x="8889724" y="131264"/>
                <a:ext cx="119155" cy="119155"/>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6" name="Google Shape;1386;p23"/>
              <p:cNvSpPr/>
              <p:nvPr/>
            </p:nvSpPr>
            <p:spPr>
              <a:xfrm rot="-9307649">
                <a:off x="7169475" y="191656"/>
                <a:ext cx="86305" cy="86305"/>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7" name="Google Shape;1387;p23"/>
              <p:cNvSpPr/>
              <p:nvPr/>
            </p:nvSpPr>
            <p:spPr>
              <a:xfrm rot="9708981">
                <a:off x="7609568" y="-1824766"/>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88" name="Google Shape;1388;p23"/>
              <p:cNvSpPr/>
              <p:nvPr/>
            </p:nvSpPr>
            <p:spPr>
              <a:xfrm rot="9698900">
                <a:off x="5354617" y="277974"/>
                <a:ext cx="130539" cy="13053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389" name="Google Shape;1389;p23"/>
              <p:cNvCxnSpPr>
                <a:stCxn id="1385" idx="5"/>
                <a:endCxn id="1384" idx="1"/>
              </p:cNvCxnSpPr>
              <p:nvPr/>
            </p:nvCxnSpPr>
            <p:spPr>
              <a:xfrm rot="10800000">
                <a:off x="8095656" y="-88788"/>
                <a:ext cx="800400" cy="252900"/>
              </a:xfrm>
              <a:prstGeom prst="straightConnector1">
                <a:avLst/>
              </a:prstGeom>
              <a:noFill/>
              <a:ln cap="flat" cmpd="sng" w="9525">
                <a:solidFill>
                  <a:schemeClr val="dk2"/>
                </a:solidFill>
                <a:prstDash val="solid"/>
                <a:round/>
                <a:headEnd len="med" w="med" type="none"/>
                <a:tailEnd len="med" w="med" type="none"/>
              </a:ln>
            </p:spPr>
          </p:cxnSp>
          <p:cxnSp>
            <p:nvCxnSpPr>
              <p:cNvPr id="1390" name="Google Shape;1390;p23"/>
              <p:cNvCxnSpPr>
                <a:stCxn id="1386" idx="4"/>
                <a:endCxn id="1384" idx="6"/>
              </p:cNvCxnSpPr>
              <p:nvPr/>
            </p:nvCxnSpPr>
            <p:spPr>
              <a:xfrm flipH="1" rot="10800000">
                <a:off x="7230777" y="-94742"/>
                <a:ext cx="785100" cy="290400"/>
              </a:xfrm>
              <a:prstGeom prst="straightConnector1">
                <a:avLst/>
              </a:prstGeom>
              <a:noFill/>
              <a:ln cap="flat" cmpd="sng" w="9525">
                <a:solidFill>
                  <a:schemeClr val="dk2"/>
                </a:solidFill>
                <a:prstDash val="solid"/>
                <a:round/>
                <a:headEnd len="med" w="med" type="none"/>
                <a:tailEnd len="med" w="med" type="none"/>
              </a:ln>
            </p:spPr>
          </p:cxnSp>
          <p:cxnSp>
            <p:nvCxnSpPr>
              <p:cNvPr id="1391" name="Google Shape;1391;p23"/>
              <p:cNvCxnSpPr>
                <a:stCxn id="1381" idx="0"/>
                <a:endCxn id="1385" idx="4"/>
              </p:cNvCxnSpPr>
              <p:nvPr/>
            </p:nvCxnSpPr>
            <p:spPr>
              <a:xfrm>
                <a:off x="8341075" y="-2232486"/>
                <a:ext cx="589500" cy="2366700"/>
              </a:xfrm>
              <a:prstGeom prst="straightConnector1">
                <a:avLst/>
              </a:prstGeom>
              <a:noFill/>
              <a:ln cap="flat" cmpd="sng" w="9525">
                <a:solidFill>
                  <a:schemeClr val="dk2"/>
                </a:solidFill>
                <a:prstDash val="solid"/>
                <a:round/>
                <a:headEnd len="med" w="med" type="none"/>
                <a:tailEnd len="med" w="med" type="none"/>
              </a:ln>
            </p:spPr>
          </p:cxnSp>
          <p:cxnSp>
            <p:nvCxnSpPr>
              <p:cNvPr id="1392" name="Google Shape;1392;p23"/>
              <p:cNvCxnSpPr>
                <a:stCxn id="1385" idx="6"/>
                <a:endCxn id="1386" idx="2"/>
              </p:cNvCxnSpPr>
              <p:nvPr/>
            </p:nvCxnSpPr>
            <p:spPr>
              <a:xfrm flipH="1">
                <a:off x="7251752" y="209591"/>
                <a:ext cx="1641000" cy="43500"/>
              </a:xfrm>
              <a:prstGeom prst="straightConnector1">
                <a:avLst/>
              </a:prstGeom>
              <a:noFill/>
              <a:ln cap="flat" cmpd="sng" w="9525">
                <a:solidFill>
                  <a:schemeClr val="dk2"/>
                </a:solidFill>
                <a:prstDash val="solid"/>
                <a:round/>
                <a:headEnd len="med" w="med" type="none"/>
                <a:tailEnd len="med" w="med" type="none"/>
              </a:ln>
            </p:spPr>
          </p:cxnSp>
          <p:cxnSp>
            <p:nvCxnSpPr>
              <p:cNvPr id="1393" name="Google Shape;1393;p23"/>
              <p:cNvCxnSpPr>
                <a:stCxn id="1386" idx="6"/>
                <a:endCxn id="1382" idx="1"/>
              </p:cNvCxnSpPr>
              <p:nvPr/>
            </p:nvCxnSpPr>
            <p:spPr>
              <a:xfrm rot="10800000">
                <a:off x="6480777" y="24658"/>
                <a:ext cx="692700" cy="192000"/>
              </a:xfrm>
              <a:prstGeom prst="straightConnector1">
                <a:avLst/>
              </a:prstGeom>
              <a:noFill/>
              <a:ln cap="flat" cmpd="sng" w="9525">
                <a:solidFill>
                  <a:schemeClr val="dk2"/>
                </a:solidFill>
                <a:prstDash val="solid"/>
                <a:round/>
                <a:headEnd len="med" w="med" type="none"/>
                <a:tailEnd len="med" w="med" type="none"/>
              </a:ln>
            </p:spPr>
          </p:cxnSp>
          <p:cxnSp>
            <p:nvCxnSpPr>
              <p:cNvPr id="1394" name="Google Shape;1394;p23"/>
              <p:cNvCxnSpPr>
                <a:stCxn id="1384" idx="6"/>
                <a:endCxn id="1382" idx="1"/>
              </p:cNvCxnSpPr>
              <p:nvPr/>
            </p:nvCxnSpPr>
            <p:spPr>
              <a:xfrm flipH="1">
                <a:off x="6480870" y="-94816"/>
                <a:ext cx="1535100" cy="119400"/>
              </a:xfrm>
              <a:prstGeom prst="straightConnector1">
                <a:avLst/>
              </a:prstGeom>
              <a:noFill/>
              <a:ln cap="flat" cmpd="sng" w="9525">
                <a:solidFill>
                  <a:schemeClr val="dk2"/>
                </a:solidFill>
                <a:prstDash val="solid"/>
                <a:round/>
                <a:headEnd len="med" w="med" type="none"/>
                <a:tailEnd len="med" w="med" type="none"/>
              </a:ln>
            </p:spPr>
          </p:cxnSp>
          <p:cxnSp>
            <p:nvCxnSpPr>
              <p:cNvPr id="1395" name="Google Shape;1395;p23"/>
              <p:cNvCxnSpPr>
                <a:stCxn id="1381" idx="6"/>
                <a:endCxn id="1387" idx="3"/>
              </p:cNvCxnSpPr>
              <p:nvPr/>
            </p:nvCxnSpPr>
            <p:spPr>
              <a:xfrm flipH="1">
                <a:off x="7672375" y="-2273286"/>
                <a:ext cx="587400" cy="453300"/>
              </a:xfrm>
              <a:prstGeom prst="straightConnector1">
                <a:avLst/>
              </a:prstGeom>
              <a:noFill/>
              <a:ln cap="flat" cmpd="sng" w="9525">
                <a:solidFill>
                  <a:schemeClr val="dk2"/>
                </a:solidFill>
                <a:prstDash val="solid"/>
                <a:round/>
                <a:headEnd len="med" w="med" type="none"/>
                <a:tailEnd len="med" w="med" type="none"/>
              </a:ln>
            </p:spPr>
          </p:cxnSp>
          <p:cxnSp>
            <p:nvCxnSpPr>
              <p:cNvPr id="1396" name="Google Shape;1396;p23"/>
              <p:cNvCxnSpPr>
                <a:stCxn id="1381" idx="7"/>
                <a:endCxn id="1384" idx="4"/>
              </p:cNvCxnSpPr>
              <p:nvPr/>
            </p:nvCxnSpPr>
            <p:spPr>
              <a:xfrm flipH="1">
                <a:off x="8043575" y="-2236048"/>
                <a:ext cx="248400" cy="2086500"/>
              </a:xfrm>
              <a:prstGeom prst="straightConnector1">
                <a:avLst/>
              </a:prstGeom>
              <a:noFill/>
              <a:ln cap="flat" cmpd="sng" w="9525">
                <a:solidFill>
                  <a:schemeClr val="dk2"/>
                </a:solidFill>
                <a:prstDash val="solid"/>
                <a:round/>
                <a:headEnd len="med" w="med" type="none"/>
                <a:tailEnd len="med" w="med" type="none"/>
              </a:ln>
            </p:spPr>
          </p:cxnSp>
          <p:cxnSp>
            <p:nvCxnSpPr>
              <p:cNvPr id="1397" name="Google Shape;1397;p23"/>
              <p:cNvCxnSpPr>
                <a:stCxn id="1387" idx="7"/>
                <a:endCxn id="1383" idx="3"/>
              </p:cNvCxnSpPr>
              <p:nvPr/>
            </p:nvCxnSpPr>
            <p:spPr>
              <a:xfrm flipH="1">
                <a:off x="7423012" y="-1742897"/>
                <a:ext cx="210300" cy="465300"/>
              </a:xfrm>
              <a:prstGeom prst="straightConnector1">
                <a:avLst/>
              </a:prstGeom>
              <a:noFill/>
              <a:ln cap="flat" cmpd="sng" w="9525">
                <a:solidFill>
                  <a:schemeClr val="dk2"/>
                </a:solidFill>
                <a:prstDash val="solid"/>
                <a:round/>
                <a:headEnd len="med" w="med" type="none"/>
                <a:tailEnd len="med" w="med" type="none"/>
              </a:ln>
            </p:spPr>
          </p:cxnSp>
          <p:cxnSp>
            <p:nvCxnSpPr>
              <p:cNvPr id="1398" name="Google Shape;1398;p23"/>
              <p:cNvCxnSpPr>
                <a:stCxn id="1383" idx="0"/>
                <a:endCxn id="1384" idx="4"/>
              </p:cNvCxnSpPr>
              <p:nvPr/>
            </p:nvCxnSpPr>
            <p:spPr>
              <a:xfrm>
                <a:off x="7405490" y="-1032677"/>
                <a:ext cx="638100" cy="883200"/>
              </a:xfrm>
              <a:prstGeom prst="straightConnector1">
                <a:avLst/>
              </a:prstGeom>
              <a:noFill/>
              <a:ln cap="flat" cmpd="sng" w="9525">
                <a:solidFill>
                  <a:schemeClr val="dk2"/>
                </a:solidFill>
                <a:prstDash val="solid"/>
                <a:round/>
                <a:headEnd len="med" w="med" type="none"/>
                <a:tailEnd len="med" w="med" type="none"/>
              </a:ln>
            </p:spPr>
          </p:cxnSp>
          <p:cxnSp>
            <p:nvCxnSpPr>
              <p:cNvPr id="1399" name="Google Shape;1399;p23"/>
              <p:cNvCxnSpPr>
                <a:stCxn id="1388" idx="2"/>
                <a:endCxn id="1382" idx="6"/>
              </p:cNvCxnSpPr>
              <p:nvPr/>
            </p:nvCxnSpPr>
            <p:spPr>
              <a:xfrm flipH="1" rot="10800000">
                <a:off x="5481836" y="13694"/>
                <a:ext cx="847800" cy="309000"/>
              </a:xfrm>
              <a:prstGeom prst="straightConnector1">
                <a:avLst/>
              </a:prstGeom>
              <a:noFill/>
              <a:ln cap="flat" cmpd="sng" w="9525">
                <a:solidFill>
                  <a:schemeClr val="dk2"/>
                </a:solidFill>
                <a:prstDash val="solid"/>
                <a:round/>
                <a:headEnd len="med" w="med" type="none"/>
                <a:tailEnd len="med" w="med" type="none"/>
              </a:ln>
            </p:spPr>
          </p:cxnSp>
          <p:cxnSp>
            <p:nvCxnSpPr>
              <p:cNvPr id="1400" name="Google Shape;1400;p23"/>
              <p:cNvCxnSpPr>
                <a:stCxn id="1386" idx="7"/>
                <a:endCxn id="1388" idx="1"/>
              </p:cNvCxnSpPr>
              <p:nvPr/>
            </p:nvCxnSpPr>
            <p:spPr>
              <a:xfrm flipH="1">
                <a:off x="5478310" y="249658"/>
                <a:ext cx="1693800" cy="123000"/>
              </a:xfrm>
              <a:prstGeom prst="straightConnector1">
                <a:avLst/>
              </a:prstGeom>
              <a:noFill/>
              <a:ln cap="flat" cmpd="sng" w="9525">
                <a:solidFill>
                  <a:schemeClr val="dk2"/>
                </a:solidFill>
                <a:prstDash val="solid"/>
                <a:round/>
                <a:headEnd len="med" w="med" type="none"/>
                <a:tailEnd len="med" w="med" type="none"/>
              </a:ln>
            </p:spPr>
          </p:cxnSp>
          <p:sp>
            <p:nvSpPr>
              <p:cNvPr id="1401" name="Google Shape;1401;p23"/>
              <p:cNvSpPr/>
              <p:nvPr/>
            </p:nvSpPr>
            <p:spPr>
              <a:xfrm rot="9708981">
                <a:off x="6280042" y="-655695"/>
                <a:ext cx="86521" cy="86521"/>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2" name="Google Shape;1402;p23"/>
              <p:cNvCxnSpPr>
                <a:stCxn id="1388" idx="3"/>
                <a:endCxn id="1401" idx="6"/>
              </p:cNvCxnSpPr>
              <p:nvPr/>
            </p:nvCxnSpPr>
            <p:spPr>
              <a:xfrm flipH="1" rot="10800000">
                <a:off x="5449161" y="-598892"/>
                <a:ext cx="833100" cy="883800"/>
              </a:xfrm>
              <a:prstGeom prst="straightConnector1">
                <a:avLst/>
              </a:prstGeom>
              <a:noFill/>
              <a:ln cap="flat" cmpd="sng" w="9525">
                <a:solidFill>
                  <a:schemeClr val="dk2"/>
                </a:solidFill>
                <a:prstDash val="solid"/>
                <a:round/>
                <a:headEnd len="med" w="med" type="none"/>
                <a:tailEnd len="med" w="med" type="none"/>
              </a:ln>
            </p:spPr>
          </p:cxnSp>
          <p:cxnSp>
            <p:nvCxnSpPr>
              <p:cNvPr id="1403" name="Google Shape;1403;p23"/>
              <p:cNvCxnSpPr>
                <a:stCxn id="1401" idx="2"/>
                <a:endCxn id="1383" idx="6"/>
              </p:cNvCxnSpPr>
              <p:nvPr/>
            </p:nvCxnSpPr>
            <p:spPr>
              <a:xfrm flipH="1" rot="10800000">
                <a:off x="6364402" y="-1116735"/>
                <a:ext cx="873000" cy="490800"/>
              </a:xfrm>
              <a:prstGeom prst="straightConnector1">
                <a:avLst/>
              </a:prstGeom>
              <a:noFill/>
              <a:ln cap="flat" cmpd="sng" w="9525">
                <a:solidFill>
                  <a:schemeClr val="dk2"/>
                </a:solidFill>
                <a:prstDash val="solid"/>
                <a:round/>
                <a:headEnd len="med" w="med" type="none"/>
                <a:tailEnd len="med" w="med" type="none"/>
              </a:ln>
            </p:spPr>
          </p:cxnSp>
          <p:cxnSp>
            <p:nvCxnSpPr>
              <p:cNvPr id="1404" name="Google Shape;1404;p23"/>
              <p:cNvCxnSpPr>
                <a:stCxn id="1401" idx="0"/>
                <a:endCxn id="1382" idx="4"/>
              </p:cNvCxnSpPr>
              <p:nvPr/>
            </p:nvCxnSpPr>
            <p:spPr>
              <a:xfrm>
                <a:off x="6336802" y="-571335"/>
                <a:ext cx="45000" cy="481500"/>
              </a:xfrm>
              <a:prstGeom prst="straightConnector1">
                <a:avLst/>
              </a:prstGeom>
              <a:noFill/>
              <a:ln cap="flat" cmpd="sng" w="9525">
                <a:solidFill>
                  <a:schemeClr val="dk2"/>
                </a:solidFill>
                <a:prstDash val="solid"/>
                <a:round/>
                <a:headEnd len="med" w="med" type="none"/>
                <a:tailEnd len="med" w="med" type="none"/>
              </a:ln>
            </p:spPr>
          </p:cxnSp>
          <p:cxnSp>
            <p:nvCxnSpPr>
              <p:cNvPr id="1405" name="Google Shape;1405;p23"/>
              <p:cNvCxnSpPr>
                <a:stCxn id="1401" idx="1"/>
                <a:endCxn id="1384" idx="5"/>
              </p:cNvCxnSpPr>
              <p:nvPr/>
            </p:nvCxnSpPr>
            <p:spPr>
              <a:xfrm>
                <a:off x="6361911" y="-592919"/>
                <a:ext cx="1656600" cy="465000"/>
              </a:xfrm>
              <a:prstGeom prst="straightConnector1">
                <a:avLst/>
              </a:prstGeom>
              <a:noFill/>
              <a:ln cap="flat" cmpd="sng" w="9525">
                <a:solidFill>
                  <a:schemeClr val="dk2"/>
                </a:solidFill>
                <a:prstDash val="solid"/>
                <a:round/>
                <a:headEnd len="med" w="med" type="none"/>
                <a:tailEnd len="med" w="med" type="none"/>
              </a:ln>
            </p:spPr>
          </p:cxnSp>
          <p:sp>
            <p:nvSpPr>
              <p:cNvPr id="1406" name="Google Shape;1406;p23"/>
              <p:cNvSpPr/>
              <p:nvPr/>
            </p:nvSpPr>
            <p:spPr>
              <a:xfrm rot="9698973">
                <a:off x="7912582" y="-1816833"/>
                <a:ext cx="128642" cy="128642"/>
              </a:xfrm>
              <a:prstGeom prst="ellipse">
                <a:avLst/>
              </a:prstGeom>
              <a:solidFill>
                <a:srgbClr val="86CF6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07" name="Google Shape;1407;p23"/>
              <p:cNvCxnSpPr>
                <a:stCxn id="1383" idx="2"/>
                <a:endCxn id="1406" idx="7"/>
              </p:cNvCxnSpPr>
              <p:nvPr/>
            </p:nvCxnSpPr>
            <p:spPr>
              <a:xfrm flipH="1" rot="10800000">
                <a:off x="7489640" y="-1694927"/>
                <a:ext cx="458400" cy="494100"/>
              </a:xfrm>
              <a:prstGeom prst="straightConnector1">
                <a:avLst/>
              </a:prstGeom>
              <a:noFill/>
              <a:ln cap="flat" cmpd="sng" w="9525">
                <a:solidFill>
                  <a:schemeClr val="dk2"/>
                </a:solidFill>
                <a:prstDash val="solid"/>
                <a:round/>
                <a:headEnd len="med" w="med" type="none"/>
                <a:tailEnd len="med" w="med" type="none"/>
              </a:ln>
            </p:spPr>
          </p:cxnSp>
          <p:cxnSp>
            <p:nvCxnSpPr>
              <p:cNvPr id="1408" name="Google Shape;1408;p23"/>
              <p:cNvCxnSpPr>
                <a:stCxn id="1406" idx="3"/>
                <a:endCxn id="1381" idx="7"/>
              </p:cNvCxnSpPr>
              <p:nvPr/>
            </p:nvCxnSpPr>
            <p:spPr>
              <a:xfrm flipH="1" rot="10800000">
                <a:off x="8005753" y="-2236000"/>
                <a:ext cx="286200" cy="426000"/>
              </a:xfrm>
              <a:prstGeom prst="straightConnector1">
                <a:avLst/>
              </a:prstGeom>
              <a:noFill/>
              <a:ln cap="flat" cmpd="sng" w="9525">
                <a:solidFill>
                  <a:schemeClr val="dk2"/>
                </a:solidFill>
                <a:prstDash val="solid"/>
                <a:round/>
                <a:headEnd len="med" w="med" type="none"/>
                <a:tailEnd len="med" w="med" type="none"/>
              </a:ln>
            </p:spPr>
          </p:cxnSp>
          <p:cxnSp>
            <p:nvCxnSpPr>
              <p:cNvPr id="1409" name="Google Shape;1409;p23"/>
              <p:cNvCxnSpPr>
                <a:stCxn id="1384" idx="4"/>
                <a:endCxn id="1406" idx="0"/>
              </p:cNvCxnSpPr>
              <p:nvPr/>
            </p:nvCxnSpPr>
            <p:spPr>
              <a:xfrm rot="10800000">
                <a:off x="7997070" y="-1691416"/>
                <a:ext cx="46500" cy="1542000"/>
              </a:xfrm>
              <a:prstGeom prst="straightConnector1">
                <a:avLst/>
              </a:prstGeom>
              <a:noFill/>
              <a:ln cap="flat" cmpd="sng" w="9525">
                <a:solidFill>
                  <a:schemeClr val="dk2"/>
                </a:solidFill>
                <a:prstDash val="solid"/>
                <a:round/>
                <a:headEnd len="med" w="med" type="none"/>
                <a:tailEnd len="med" w="med" type="none"/>
              </a:ln>
            </p:spPr>
          </p:cxnSp>
          <p:sp>
            <p:nvSpPr>
              <p:cNvPr id="1410" name="Google Shape;1410;p23"/>
              <p:cNvSpPr/>
              <p:nvPr/>
            </p:nvSpPr>
            <p:spPr>
              <a:xfrm rot="9700738">
                <a:off x="8739027" y="840659"/>
                <a:ext cx="238594" cy="238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11" name="Google Shape;1411;p23"/>
              <p:cNvCxnSpPr>
                <a:stCxn id="1384" idx="0"/>
                <a:endCxn id="1410" idx="4"/>
              </p:cNvCxnSpPr>
              <p:nvPr/>
            </p:nvCxnSpPr>
            <p:spPr>
              <a:xfrm>
                <a:off x="8070570" y="-67216"/>
                <a:ext cx="750300" cy="913800"/>
              </a:xfrm>
              <a:prstGeom prst="straightConnector1">
                <a:avLst/>
              </a:prstGeom>
              <a:noFill/>
              <a:ln cap="flat" cmpd="sng" w="9525">
                <a:solidFill>
                  <a:schemeClr val="dk2"/>
                </a:solidFill>
                <a:prstDash val="solid"/>
                <a:round/>
                <a:headEnd len="med" w="med" type="none"/>
                <a:tailEnd len="med" w="med" type="none"/>
              </a:ln>
            </p:spPr>
          </p:cxnSp>
          <p:cxnSp>
            <p:nvCxnSpPr>
              <p:cNvPr id="1412" name="Google Shape;1412;p23"/>
              <p:cNvCxnSpPr>
                <a:stCxn id="1385" idx="7"/>
                <a:endCxn id="1410" idx="3"/>
              </p:cNvCxnSpPr>
              <p:nvPr/>
            </p:nvCxnSpPr>
            <p:spPr>
              <a:xfrm flipH="1">
                <a:off x="8911773" y="244086"/>
                <a:ext cx="10800" cy="609300"/>
              </a:xfrm>
              <a:prstGeom prst="straightConnector1">
                <a:avLst/>
              </a:prstGeom>
              <a:noFill/>
              <a:ln cap="flat" cmpd="sng" w="9525">
                <a:solidFill>
                  <a:schemeClr val="dk2"/>
                </a:solidFill>
                <a:prstDash val="solid"/>
                <a:round/>
                <a:headEnd len="med" w="med" type="none"/>
                <a:tailEnd len="med" w="med" type="none"/>
              </a:ln>
            </p:spPr>
          </p:cxnSp>
        </p:grpSp>
        <p:grpSp>
          <p:nvGrpSpPr>
            <p:cNvPr id="1413" name="Google Shape;1413;p23"/>
            <p:cNvGrpSpPr/>
            <p:nvPr/>
          </p:nvGrpSpPr>
          <p:grpSpPr>
            <a:xfrm>
              <a:off x="4731484" y="3997585"/>
              <a:ext cx="4355179" cy="3513764"/>
              <a:chOff x="720009" y="3852908"/>
              <a:chExt cx="4355179" cy="3513764"/>
            </a:xfrm>
          </p:grpSpPr>
          <p:sp>
            <p:nvSpPr>
              <p:cNvPr id="1414" name="Google Shape;1414;p23"/>
              <p:cNvSpPr/>
              <p:nvPr/>
            </p:nvSpPr>
            <p:spPr>
              <a:xfrm rot="8759498">
                <a:off x="4842687" y="3890706"/>
                <a:ext cx="194703" cy="1947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5" name="Google Shape;1415;p23"/>
              <p:cNvSpPr/>
              <p:nvPr/>
            </p:nvSpPr>
            <p:spPr>
              <a:xfrm rot="8759498">
                <a:off x="2275964" y="6863806"/>
                <a:ext cx="194703" cy="194703"/>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6" name="Google Shape;1416;p23"/>
              <p:cNvSpPr/>
              <p:nvPr/>
            </p:nvSpPr>
            <p:spPr>
              <a:xfrm rot="8760064">
                <a:off x="1605200" y="4894668"/>
                <a:ext cx="401304" cy="401304"/>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7" name="Google Shape;1417;p23"/>
              <p:cNvSpPr/>
              <p:nvPr/>
            </p:nvSpPr>
            <p:spPr>
              <a:xfrm rot="8752287">
                <a:off x="3601108" y="6091497"/>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8" name="Google Shape;1418;p23"/>
              <p:cNvSpPr/>
              <p:nvPr/>
            </p:nvSpPr>
            <p:spPr>
              <a:xfrm rot="8754177">
                <a:off x="4682827" y="4819876"/>
                <a:ext cx="210847" cy="210847"/>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19" name="Google Shape;1419;p23"/>
              <p:cNvSpPr/>
              <p:nvPr/>
            </p:nvSpPr>
            <p:spPr>
              <a:xfrm rot="8752287">
                <a:off x="3494792" y="7210837"/>
                <a:ext cx="130469" cy="130469"/>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0" name="Google Shape;1420;p23"/>
              <p:cNvSpPr/>
              <p:nvPr/>
            </p:nvSpPr>
            <p:spPr>
              <a:xfrm rot="8752287">
                <a:off x="3265787" y="4938959"/>
                <a:ext cx="130469" cy="1304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421" name="Google Shape;1421;p23"/>
              <p:cNvSpPr/>
              <p:nvPr/>
            </p:nvSpPr>
            <p:spPr>
              <a:xfrm rot="8754847">
                <a:off x="1467743" y="6207539"/>
                <a:ext cx="96354" cy="9635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22" name="Google Shape;1422;p23"/>
              <p:cNvCxnSpPr>
                <a:stCxn id="1419" idx="4"/>
                <a:endCxn id="1417" idx="0"/>
              </p:cNvCxnSpPr>
              <p:nvPr/>
            </p:nvCxnSpPr>
            <p:spPr>
              <a:xfrm flipH="1" rot="10800000">
                <a:off x="3523426" y="6210771"/>
                <a:ext cx="179400" cy="1011300"/>
              </a:xfrm>
              <a:prstGeom prst="straightConnector1">
                <a:avLst/>
              </a:prstGeom>
              <a:noFill/>
              <a:ln cap="flat" cmpd="sng" w="9525">
                <a:solidFill>
                  <a:schemeClr val="dk2"/>
                </a:solidFill>
                <a:prstDash val="solid"/>
                <a:round/>
                <a:headEnd len="med" w="med" type="none"/>
                <a:tailEnd len="med" w="med" type="none"/>
              </a:ln>
            </p:spPr>
          </p:cxnSp>
          <p:cxnSp>
            <p:nvCxnSpPr>
              <p:cNvPr id="1423" name="Google Shape;1423;p23"/>
              <p:cNvCxnSpPr>
                <a:stCxn id="1414" idx="7"/>
                <a:endCxn id="1418" idx="3"/>
              </p:cNvCxnSpPr>
              <p:nvPr/>
            </p:nvCxnSpPr>
            <p:spPr>
              <a:xfrm flipH="1">
                <a:off x="4808077" y="4083623"/>
                <a:ext cx="113400" cy="738300"/>
              </a:xfrm>
              <a:prstGeom prst="straightConnector1">
                <a:avLst/>
              </a:prstGeom>
              <a:noFill/>
              <a:ln cap="flat" cmpd="sng" w="9525">
                <a:solidFill>
                  <a:schemeClr val="dk2"/>
                </a:solidFill>
                <a:prstDash val="solid"/>
                <a:round/>
                <a:headEnd len="med" w="med" type="none"/>
                <a:tailEnd len="med" w="med" type="none"/>
              </a:ln>
            </p:spPr>
          </p:cxnSp>
          <p:cxnSp>
            <p:nvCxnSpPr>
              <p:cNvPr id="1424" name="Google Shape;1424;p23"/>
              <p:cNvCxnSpPr>
                <a:stCxn id="1418" idx="7"/>
                <a:endCxn id="1419" idx="2"/>
              </p:cNvCxnSpPr>
              <p:nvPr/>
            </p:nvCxnSpPr>
            <p:spPr>
              <a:xfrm flipH="1">
                <a:off x="3613910" y="5028820"/>
                <a:ext cx="1154400" cy="2210700"/>
              </a:xfrm>
              <a:prstGeom prst="straightConnector1">
                <a:avLst/>
              </a:prstGeom>
              <a:noFill/>
              <a:ln cap="flat" cmpd="sng" w="9525">
                <a:solidFill>
                  <a:schemeClr val="dk2"/>
                </a:solidFill>
                <a:prstDash val="solid"/>
                <a:round/>
                <a:headEnd len="med" w="med" type="none"/>
                <a:tailEnd len="med" w="med" type="none"/>
              </a:ln>
            </p:spPr>
          </p:cxnSp>
          <p:cxnSp>
            <p:nvCxnSpPr>
              <p:cNvPr id="1425" name="Google Shape;1425;p23"/>
              <p:cNvCxnSpPr>
                <a:stCxn id="1419" idx="6"/>
                <a:endCxn id="1415" idx="1"/>
              </p:cNvCxnSpPr>
              <p:nvPr/>
            </p:nvCxnSpPr>
            <p:spPr>
              <a:xfrm rot="10800000">
                <a:off x="2468926" y="6979671"/>
                <a:ext cx="1037100" cy="333000"/>
              </a:xfrm>
              <a:prstGeom prst="straightConnector1">
                <a:avLst/>
              </a:prstGeom>
              <a:noFill/>
              <a:ln cap="flat" cmpd="sng" w="9525">
                <a:solidFill>
                  <a:schemeClr val="dk2"/>
                </a:solidFill>
                <a:prstDash val="solid"/>
                <a:round/>
                <a:headEnd len="med" w="med" type="none"/>
                <a:tailEnd len="med" w="med" type="none"/>
              </a:ln>
            </p:spPr>
          </p:cxnSp>
          <p:cxnSp>
            <p:nvCxnSpPr>
              <p:cNvPr id="1426" name="Google Shape;1426;p23"/>
              <p:cNvCxnSpPr>
                <a:stCxn id="1417" idx="7"/>
                <a:endCxn id="1415" idx="3"/>
              </p:cNvCxnSpPr>
              <p:nvPr/>
            </p:nvCxnSpPr>
            <p:spPr>
              <a:xfrm flipH="1">
                <a:off x="2391939" y="6220795"/>
                <a:ext cx="1262100" cy="644700"/>
              </a:xfrm>
              <a:prstGeom prst="straightConnector1">
                <a:avLst/>
              </a:prstGeom>
              <a:noFill/>
              <a:ln cap="flat" cmpd="sng" w="9525">
                <a:solidFill>
                  <a:schemeClr val="dk2"/>
                </a:solidFill>
                <a:prstDash val="solid"/>
                <a:round/>
                <a:headEnd len="med" w="med" type="none"/>
                <a:tailEnd len="med" w="med" type="none"/>
              </a:ln>
            </p:spPr>
          </p:cxnSp>
          <p:cxnSp>
            <p:nvCxnSpPr>
              <p:cNvPr id="1427" name="Google Shape;1427;p23"/>
              <p:cNvCxnSpPr>
                <a:stCxn id="1414" idx="6"/>
                <a:endCxn id="1420" idx="2"/>
              </p:cNvCxnSpPr>
              <p:nvPr/>
            </p:nvCxnSpPr>
            <p:spPr>
              <a:xfrm flipH="1">
                <a:off x="3385138" y="4042508"/>
                <a:ext cx="1474200" cy="925200"/>
              </a:xfrm>
              <a:prstGeom prst="straightConnector1">
                <a:avLst/>
              </a:prstGeom>
              <a:noFill/>
              <a:ln cap="flat" cmpd="sng" w="9525">
                <a:solidFill>
                  <a:schemeClr val="dk2"/>
                </a:solidFill>
                <a:prstDash val="solid"/>
                <a:round/>
                <a:headEnd len="med" w="med" type="none"/>
                <a:tailEnd len="med" w="med" type="none"/>
              </a:ln>
            </p:spPr>
          </p:cxnSp>
          <p:cxnSp>
            <p:nvCxnSpPr>
              <p:cNvPr id="1428" name="Google Shape;1428;p23"/>
              <p:cNvCxnSpPr>
                <a:stCxn id="1420" idx="0"/>
                <a:endCxn id="1417" idx="2"/>
              </p:cNvCxnSpPr>
              <p:nvPr/>
            </p:nvCxnSpPr>
            <p:spPr>
              <a:xfrm>
                <a:off x="3367622" y="5058194"/>
                <a:ext cx="352800" cy="1062000"/>
              </a:xfrm>
              <a:prstGeom prst="straightConnector1">
                <a:avLst/>
              </a:prstGeom>
              <a:noFill/>
              <a:ln cap="flat" cmpd="sng" w="9525">
                <a:solidFill>
                  <a:schemeClr val="dk2"/>
                </a:solidFill>
                <a:prstDash val="solid"/>
                <a:round/>
                <a:headEnd len="med" w="med" type="none"/>
                <a:tailEnd len="med" w="med" type="none"/>
              </a:ln>
            </p:spPr>
          </p:cxnSp>
          <p:cxnSp>
            <p:nvCxnSpPr>
              <p:cNvPr id="1429" name="Google Shape;1429;p23"/>
              <p:cNvCxnSpPr>
                <a:stCxn id="1420" idx="5"/>
                <a:endCxn id="1416" idx="1"/>
              </p:cNvCxnSpPr>
              <p:nvPr/>
            </p:nvCxnSpPr>
            <p:spPr>
              <a:xfrm flipH="1">
                <a:off x="2002758" y="4991890"/>
                <a:ext cx="1264200" cy="141600"/>
              </a:xfrm>
              <a:prstGeom prst="straightConnector1">
                <a:avLst/>
              </a:prstGeom>
              <a:noFill/>
              <a:ln cap="flat" cmpd="sng" w="9525">
                <a:solidFill>
                  <a:schemeClr val="dk2"/>
                </a:solidFill>
                <a:prstDash val="solid"/>
                <a:round/>
                <a:headEnd len="med" w="med" type="none"/>
                <a:tailEnd len="med" w="med" type="none"/>
              </a:ln>
            </p:spPr>
          </p:cxnSp>
          <p:cxnSp>
            <p:nvCxnSpPr>
              <p:cNvPr id="1430" name="Google Shape;1430;p23"/>
              <p:cNvCxnSpPr>
                <a:stCxn id="1416" idx="0"/>
                <a:endCxn id="1417" idx="5"/>
              </p:cNvCxnSpPr>
              <p:nvPr/>
            </p:nvCxnSpPr>
            <p:spPr>
              <a:xfrm>
                <a:off x="1918052" y="5261670"/>
                <a:ext cx="1684200" cy="882900"/>
              </a:xfrm>
              <a:prstGeom prst="straightConnector1">
                <a:avLst/>
              </a:prstGeom>
              <a:noFill/>
              <a:ln cap="flat" cmpd="sng" w="9525">
                <a:solidFill>
                  <a:schemeClr val="dk2"/>
                </a:solidFill>
                <a:prstDash val="solid"/>
                <a:round/>
                <a:headEnd len="med" w="med" type="none"/>
                <a:tailEnd len="med" w="med" type="none"/>
              </a:ln>
            </p:spPr>
          </p:cxnSp>
          <p:cxnSp>
            <p:nvCxnSpPr>
              <p:cNvPr id="1431" name="Google Shape;1431;p23"/>
              <p:cNvCxnSpPr>
                <a:stCxn id="1416" idx="7"/>
                <a:endCxn id="1421" idx="3"/>
              </p:cNvCxnSpPr>
              <p:nvPr/>
            </p:nvCxnSpPr>
            <p:spPr>
              <a:xfrm flipH="1">
                <a:off x="1525162" y="5292284"/>
                <a:ext cx="242400" cy="916200"/>
              </a:xfrm>
              <a:prstGeom prst="straightConnector1">
                <a:avLst/>
              </a:prstGeom>
              <a:noFill/>
              <a:ln cap="flat" cmpd="sng" w="9525">
                <a:solidFill>
                  <a:schemeClr val="dk2"/>
                </a:solidFill>
                <a:prstDash val="solid"/>
                <a:round/>
                <a:headEnd len="med" w="med" type="none"/>
                <a:tailEnd len="med" w="med" type="none"/>
              </a:ln>
            </p:spPr>
          </p:cxnSp>
          <p:cxnSp>
            <p:nvCxnSpPr>
              <p:cNvPr id="1432" name="Google Shape;1432;p23"/>
              <p:cNvCxnSpPr>
                <a:stCxn id="1417" idx="6"/>
                <a:endCxn id="1421" idx="2"/>
              </p:cNvCxnSpPr>
              <p:nvPr/>
            </p:nvCxnSpPr>
            <p:spPr>
              <a:xfrm flipH="1">
                <a:off x="1555843" y="6193331"/>
                <a:ext cx="2056500" cy="35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23"/>
              <p:cNvCxnSpPr>
                <a:stCxn id="1421" idx="0"/>
                <a:endCxn id="1415" idx="4"/>
              </p:cNvCxnSpPr>
              <p:nvPr/>
            </p:nvCxnSpPr>
            <p:spPr>
              <a:xfrm>
                <a:off x="1542920" y="6295616"/>
                <a:ext cx="775800" cy="5847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23"/>
              <p:cNvCxnSpPr>
                <a:stCxn id="1419" idx="5"/>
                <a:endCxn id="1421" idx="1"/>
              </p:cNvCxnSpPr>
              <p:nvPr/>
            </p:nvCxnSpPr>
            <p:spPr>
              <a:xfrm rot="10800000">
                <a:off x="1563363" y="6264768"/>
                <a:ext cx="1932600" cy="9990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23"/>
              <p:cNvCxnSpPr>
                <a:stCxn id="1418" idx="6"/>
                <a:endCxn id="1421" idx="1"/>
              </p:cNvCxnSpPr>
              <p:nvPr/>
            </p:nvCxnSpPr>
            <p:spPr>
              <a:xfrm flipH="1">
                <a:off x="1563250" y="4984400"/>
                <a:ext cx="3137700" cy="12804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23"/>
              <p:cNvCxnSpPr>
                <a:stCxn id="1418" idx="5"/>
                <a:endCxn id="1420" idx="2"/>
              </p:cNvCxnSpPr>
              <p:nvPr/>
            </p:nvCxnSpPr>
            <p:spPr>
              <a:xfrm flipH="1">
                <a:off x="3385130" y="4905359"/>
                <a:ext cx="1299600" cy="621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23"/>
              <p:cNvCxnSpPr>
                <a:stCxn id="1415" idx="4"/>
                <a:endCxn id="1416" idx="7"/>
              </p:cNvCxnSpPr>
              <p:nvPr/>
            </p:nvCxnSpPr>
            <p:spPr>
              <a:xfrm rot="10800000">
                <a:off x="1767465" y="5292257"/>
                <a:ext cx="551400" cy="1588200"/>
              </a:xfrm>
              <a:prstGeom prst="straightConnector1">
                <a:avLst/>
              </a:prstGeom>
              <a:noFill/>
              <a:ln cap="flat" cmpd="sng" w="9525">
                <a:solidFill>
                  <a:schemeClr val="dk2"/>
                </a:solidFill>
                <a:prstDash val="solid"/>
                <a:round/>
                <a:headEnd len="med" w="med" type="none"/>
                <a:tailEnd len="med" w="med" type="none"/>
              </a:ln>
            </p:spPr>
          </p:cxnSp>
          <p:sp>
            <p:nvSpPr>
              <p:cNvPr id="1438" name="Google Shape;1438;p23"/>
              <p:cNvSpPr/>
              <p:nvPr/>
            </p:nvSpPr>
            <p:spPr>
              <a:xfrm rot="8752287">
                <a:off x="745374" y="4876732"/>
                <a:ext cx="130469" cy="1304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39" name="Google Shape;1439;p23"/>
              <p:cNvCxnSpPr>
                <a:stCxn id="1421" idx="4"/>
                <a:endCxn id="1438" idx="7"/>
              </p:cNvCxnSpPr>
              <p:nvPr/>
            </p:nvCxnSpPr>
            <p:spPr>
              <a:xfrm rot="10800000">
                <a:off x="798320" y="5005916"/>
                <a:ext cx="690600" cy="1209900"/>
              </a:xfrm>
              <a:prstGeom prst="straightConnector1">
                <a:avLst/>
              </a:prstGeom>
              <a:noFill/>
              <a:ln cap="flat" cmpd="sng" w="9525">
                <a:solidFill>
                  <a:schemeClr val="dk2"/>
                </a:solidFill>
                <a:prstDash val="solid"/>
                <a:round/>
                <a:headEnd len="med" w="med" type="none"/>
                <a:tailEnd len="med" w="med" type="none"/>
              </a:ln>
            </p:spPr>
          </p:cxnSp>
          <p:cxnSp>
            <p:nvCxnSpPr>
              <p:cNvPr id="1440" name="Google Shape;1440;p23"/>
              <p:cNvCxnSpPr>
                <a:stCxn id="1438" idx="1"/>
                <a:endCxn id="1416" idx="5"/>
              </p:cNvCxnSpPr>
              <p:nvPr/>
            </p:nvCxnSpPr>
            <p:spPr>
              <a:xfrm>
                <a:off x="874673" y="4954270"/>
                <a:ext cx="734100" cy="102900"/>
              </a:xfrm>
              <a:prstGeom prst="straightConnector1">
                <a:avLst/>
              </a:prstGeom>
              <a:noFill/>
              <a:ln cap="flat" cmpd="sng" w="9525">
                <a:solidFill>
                  <a:schemeClr val="dk2"/>
                </a:solidFill>
                <a:prstDash val="solid"/>
                <a:round/>
                <a:headEnd len="med" w="med" type="none"/>
                <a:tailEnd len="med" w="med" type="none"/>
              </a:ln>
            </p:spPr>
          </p:cxnSp>
          <p:sp>
            <p:nvSpPr>
              <p:cNvPr id="1441" name="Google Shape;1441;p23"/>
              <p:cNvSpPr/>
              <p:nvPr/>
            </p:nvSpPr>
            <p:spPr>
              <a:xfrm rot="8759498">
                <a:off x="1785083" y="4514433"/>
                <a:ext cx="194703" cy="194703"/>
              </a:xfrm>
              <a:prstGeom prst="ellipse">
                <a:avLst/>
              </a:prstGeom>
              <a:solidFill>
                <a:srgbClr val="FFD9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442" name="Google Shape;1442;p23"/>
              <p:cNvCxnSpPr>
                <a:stCxn id="1438" idx="2"/>
                <a:endCxn id="1441" idx="5"/>
              </p:cNvCxnSpPr>
              <p:nvPr/>
            </p:nvCxnSpPr>
            <p:spPr>
              <a:xfrm flipH="1" rot="10800000">
                <a:off x="864609" y="4593367"/>
                <a:ext cx="922200" cy="312000"/>
              </a:xfrm>
              <a:prstGeom prst="straightConnector1">
                <a:avLst/>
              </a:prstGeom>
              <a:noFill/>
              <a:ln cap="flat" cmpd="sng" w="9525">
                <a:solidFill>
                  <a:schemeClr val="dk2"/>
                </a:solidFill>
                <a:prstDash val="solid"/>
                <a:round/>
                <a:headEnd len="med" w="med" type="none"/>
                <a:tailEnd len="med" w="med" type="none"/>
              </a:ln>
            </p:spPr>
          </p:cxnSp>
          <p:cxnSp>
            <p:nvCxnSpPr>
              <p:cNvPr id="1443" name="Google Shape;1443;p23"/>
              <p:cNvCxnSpPr>
                <a:stCxn id="1441" idx="1"/>
                <a:endCxn id="1420" idx="5"/>
              </p:cNvCxnSpPr>
              <p:nvPr/>
            </p:nvCxnSpPr>
            <p:spPr>
              <a:xfrm>
                <a:off x="1977999" y="4630346"/>
                <a:ext cx="1289100" cy="361500"/>
              </a:xfrm>
              <a:prstGeom prst="straightConnector1">
                <a:avLst/>
              </a:prstGeom>
              <a:noFill/>
              <a:ln cap="flat" cmpd="sng" w="9525">
                <a:solidFill>
                  <a:schemeClr val="dk2"/>
                </a:solidFill>
                <a:prstDash val="solid"/>
                <a:round/>
                <a:headEnd len="med" w="med" type="none"/>
                <a:tailEnd len="med" w="med" type="none"/>
              </a:ln>
            </p:spPr>
          </p:cxnSp>
          <p:cxnSp>
            <p:nvCxnSpPr>
              <p:cNvPr id="1444" name="Google Shape;1444;p23"/>
              <p:cNvCxnSpPr>
                <a:stCxn id="1441" idx="7"/>
                <a:endCxn id="1416" idx="3"/>
              </p:cNvCxnSpPr>
              <p:nvPr/>
            </p:nvCxnSpPr>
            <p:spPr>
              <a:xfrm flipH="1">
                <a:off x="1844072" y="4707350"/>
                <a:ext cx="19800" cy="19110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48" name="Shape 1448"/>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49" name="Shape 1449"/>
        <p:cNvGrpSpPr/>
        <p:nvPr/>
      </p:nvGrpSpPr>
      <p:grpSpPr>
        <a:xfrm>
          <a:off x="0" y="0"/>
          <a:ext cx="0" cy="0"/>
          <a:chOff x="0" y="0"/>
          <a:chExt cx="0" cy="0"/>
        </a:xfrm>
      </p:grpSpPr>
      <p:sp>
        <p:nvSpPr>
          <p:cNvPr id="1450" name="Google Shape;1450;p2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Arial"/>
              <a:buNone/>
              <a:defRPr>
                <a:solidFill>
                  <a:schemeClr val="lt1"/>
                </a:solidFill>
                <a:latin typeface="Arial"/>
                <a:ea typeface="Arial"/>
                <a:cs typeface="Arial"/>
                <a:sym typeface="Arial"/>
              </a:defRPr>
            </a:lvl1pPr>
            <a:lvl2pPr lvl="1">
              <a:spcBef>
                <a:spcPts val="0"/>
              </a:spcBef>
              <a:spcAft>
                <a:spcPts val="0"/>
              </a:spcAft>
              <a:buSzPts val="2400"/>
              <a:buFont typeface="Arial"/>
              <a:buNone/>
              <a:defRPr>
                <a:latin typeface="Arial"/>
                <a:ea typeface="Arial"/>
                <a:cs typeface="Arial"/>
                <a:sym typeface="Arial"/>
              </a:defRPr>
            </a:lvl2pPr>
            <a:lvl3pPr lvl="2">
              <a:spcBef>
                <a:spcPts val="0"/>
              </a:spcBef>
              <a:spcAft>
                <a:spcPts val="0"/>
              </a:spcAft>
              <a:buSzPts val="2400"/>
              <a:buFont typeface="Arial"/>
              <a:buNone/>
              <a:defRPr>
                <a:latin typeface="Arial"/>
                <a:ea typeface="Arial"/>
                <a:cs typeface="Arial"/>
                <a:sym typeface="Arial"/>
              </a:defRPr>
            </a:lvl3pPr>
            <a:lvl4pPr lvl="3">
              <a:spcBef>
                <a:spcPts val="0"/>
              </a:spcBef>
              <a:spcAft>
                <a:spcPts val="0"/>
              </a:spcAft>
              <a:buSzPts val="2400"/>
              <a:buFont typeface="Arial"/>
              <a:buNone/>
              <a:defRPr>
                <a:latin typeface="Arial"/>
                <a:ea typeface="Arial"/>
                <a:cs typeface="Arial"/>
                <a:sym typeface="Arial"/>
              </a:defRPr>
            </a:lvl4pPr>
            <a:lvl5pPr lvl="4">
              <a:spcBef>
                <a:spcPts val="0"/>
              </a:spcBef>
              <a:spcAft>
                <a:spcPts val="0"/>
              </a:spcAft>
              <a:buSzPts val="2400"/>
              <a:buFont typeface="Arial"/>
              <a:buNone/>
              <a:defRPr>
                <a:latin typeface="Arial"/>
                <a:ea typeface="Arial"/>
                <a:cs typeface="Arial"/>
                <a:sym typeface="Arial"/>
              </a:defRPr>
            </a:lvl5pPr>
            <a:lvl6pPr lvl="5">
              <a:spcBef>
                <a:spcPts val="0"/>
              </a:spcBef>
              <a:spcAft>
                <a:spcPts val="0"/>
              </a:spcAft>
              <a:buSzPts val="2400"/>
              <a:buFont typeface="Arial"/>
              <a:buNone/>
              <a:defRPr>
                <a:latin typeface="Arial"/>
                <a:ea typeface="Arial"/>
                <a:cs typeface="Arial"/>
                <a:sym typeface="Arial"/>
              </a:defRPr>
            </a:lvl6pPr>
            <a:lvl7pPr lvl="6">
              <a:spcBef>
                <a:spcPts val="0"/>
              </a:spcBef>
              <a:spcAft>
                <a:spcPts val="0"/>
              </a:spcAft>
              <a:buSzPts val="2400"/>
              <a:buFont typeface="Arial"/>
              <a:buNone/>
              <a:defRPr>
                <a:latin typeface="Arial"/>
                <a:ea typeface="Arial"/>
                <a:cs typeface="Arial"/>
                <a:sym typeface="Arial"/>
              </a:defRPr>
            </a:lvl7pPr>
            <a:lvl8pPr lvl="7">
              <a:spcBef>
                <a:spcPts val="0"/>
              </a:spcBef>
              <a:spcAft>
                <a:spcPts val="0"/>
              </a:spcAft>
              <a:buSzPts val="2400"/>
              <a:buFont typeface="Arial"/>
              <a:buNone/>
              <a:defRPr>
                <a:latin typeface="Arial"/>
                <a:ea typeface="Arial"/>
                <a:cs typeface="Arial"/>
                <a:sym typeface="Arial"/>
              </a:defRPr>
            </a:lvl8pPr>
            <a:lvl9pPr lvl="8">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1pPr>
            <a:lvl2pPr lvl="1"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2pPr>
            <a:lvl3pPr lvl="2"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3pPr>
            <a:lvl4pPr lvl="3"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4pPr>
            <a:lvl5pPr lvl="4"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5pPr>
            <a:lvl6pPr lvl="5"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6pPr>
            <a:lvl7pPr lvl="6"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7pPr>
            <a:lvl8pPr lvl="7"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8pPr>
            <a:lvl9pPr lvl="8" rtl="0">
              <a:spcBef>
                <a:spcPts val="0"/>
              </a:spcBef>
              <a:spcAft>
                <a:spcPts val="0"/>
              </a:spcAft>
              <a:buClr>
                <a:schemeClr val="dk1"/>
              </a:buClr>
              <a:buSzPts val="3000"/>
              <a:buFont typeface="Albert Sans"/>
              <a:buNone/>
              <a:defRPr b="1" sz="3000">
                <a:solidFill>
                  <a:schemeClr val="dk1"/>
                </a:solidFill>
                <a:latin typeface="Albert Sans"/>
                <a:ea typeface="Albert Sans"/>
                <a:cs typeface="Albert Sans"/>
                <a:sym typeface="Albert Sans"/>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45" name="Shape 1445"/>
        <p:cNvGrpSpPr/>
        <p:nvPr/>
      </p:nvGrpSpPr>
      <p:grpSpPr>
        <a:xfrm>
          <a:off x="0" y="0"/>
          <a:ext cx="0" cy="0"/>
          <a:chOff x="0" y="0"/>
          <a:chExt cx="0" cy="0"/>
        </a:xfrm>
      </p:grpSpPr>
      <p:sp>
        <p:nvSpPr>
          <p:cNvPr id="1446" name="Google Shape;1446;p24"/>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447" name="Google Shape;1447;p24"/>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Tính đơn điệu và cực trị của hàm số</a:t>
            </a:r>
          </a:p>
        </p:txBody>
      </p:sp>
      <p:sp>
        <p:nvSpPr>
          <p:cNvPr id="3" name="Subtitle 2"/>
          <p:cNvSpPr>
            <a:spLocks noGrp="1"/>
          </p:cNvSpPr>
          <p:nvPr>
            <p:ph type="subTitle" idx="1"/>
          </p:nvPr>
        </p:nvSpPr>
        <p:spPr>
          <a:xfrm>
            <a:off x="731520" y="1280160"/>
            <a:ext cx="3931920" cy="3474720"/>
          </a:xfrm>
        </p:spPr>
        <p:txBody>
          <a:bodyPr wrap="square"/>
          <a:lstStyle/>
          <a:p/>
        </p:txBody>
      </p:sp>
      <p:pic>
        <p:nvPicPr>
          <p:cNvPr id="4" name="Picture 3"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Khởi động: Nhận diện biến thiên</a:t>
            </a:r>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a:xfrm>
            <a:off x="731520" y="1280160"/>
            <a:ext cx="3931920" cy="3474720"/>
          </a:xfrm>
        </p:spPr>
        <p:txBody>
          <a:bodyPr wrap="square"/>
          <a:lstStyle/>
          <a:p>
            <a:r>
              <a:rPr sz="1600">
                <a:solidFill>
                  <a:srgbClr val="2C3E50"/>
                </a:solidFill>
                <a:latin typeface="Times New Roman"/>
              </a:rPr>
              <a:t>• Xét đồ thị hàm số y = x³ - 3x trên hệ trục tọa độ.</a:t>
            </a:r>
          </a:p>
          <a:p>
            <a:r>
              <a:rPr sz="1600">
                <a:solidFill>
                  <a:srgbClr val="2C3E50"/>
                </a:solidFill>
                <a:latin typeface="Times New Roman"/>
              </a:rPr>
              <a:t>• Xác định các khoảng mà đồ thị đi lên từ trái sang phải.</a:t>
            </a:r>
          </a:p>
          <a:p>
            <a:r>
              <a:rPr sz="1600">
                <a:solidFill>
                  <a:srgbClr val="2C3E50"/>
                </a:solidFill>
                <a:latin typeface="Times New Roman"/>
              </a:rPr>
              <a:t>• Xác định các khoảng mà đồ thị đi xuống từ trái sang phải.</a:t>
            </a:r>
          </a:p>
          <a:p>
            <a:r>
              <a:rPr sz="1600">
                <a:solidFill>
                  <a:srgbClr val="2C3E50"/>
                </a:solidFill>
                <a:latin typeface="Times New Roman"/>
              </a:rPr>
              <a:t>• Tìm tọa độ các điểm 'đỉnh' và 'đáy' cục bộ trên đồ thị.</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Tính đơn điệu của hàm số</a:t>
            </a:r>
          </a:p>
        </p:txBody>
      </p:sp>
      <p:sp>
        <p:nvSpPr>
          <p:cNvPr id="3" name="Subtitle 2"/>
          <p:cNvSpPr>
            <a:spLocks noGrp="1"/>
          </p:cNvSpPr>
          <p:nvPr>
            <p:ph type="subTitle" idx="1"/>
          </p:nvPr>
        </p:nvSpPr>
        <p:spPr/>
        <p:txBody>
          <a:bodyPr/>
          <a:lstStyle/>
          <a:p>
            <a:r>
              <a:t>Mối liên hệ giữa dấu đạo hàm và tính đơn điệu</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Cho hàm số f(x) có đạo hàm trên khoảng K.</a:t>
            </a:r>
          </a:p>
          <a:p>
            <a:r>
              <a:rPr sz="1600">
                <a:solidFill>
                  <a:srgbClr val="2C3E50"/>
                </a:solidFill>
                <a:latin typeface="Times New Roman"/>
              </a:rPr>
              <a:t>• Nếu f'(x) &gt; 0 với mọi x ∈ K thì hàm số đồng biến trên K.</a:t>
            </a:r>
          </a:p>
          <a:p>
            <a:r>
              <a:rPr sz="1600">
                <a:solidFill>
                  <a:srgbClr val="2C3E50"/>
                </a:solidFill>
                <a:latin typeface="Times New Roman"/>
              </a:rPr>
              <a:t>• Nếu f'(x) &lt; 0 với mọi x ∈ K thì hàm số nghịch biến trên K.</a:t>
            </a:r>
          </a:p>
          <a:p>
            <a:r>
              <a:rPr sz="1600">
                <a:solidFill>
                  <a:srgbClr val="2C3E50"/>
                </a:solidFill>
                <a:latin typeface="Times New Roman"/>
              </a:rPr>
              <a:t>• Nếu f'(x) = 0 với mọi x ∈ K thì hàm số không đổi (hằng số) trên K.</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5767876"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Cực trị của hàm số</a:t>
            </a:r>
          </a:p>
        </p:txBody>
      </p:sp>
      <p:sp>
        <p:nvSpPr>
          <p:cNvPr id="3" name="Subtitle 2"/>
          <p:cNvSpPr>
            <a:spLocks noGrp="1"/>
          </p:cNvSpPr>
          <p:nvPr>
            <p:ph type="subTitle" idx="1"/>
          </p:nvPr>
        </p:nvSpPr>
        <p:spPr/>
        <p:txBody>
          <a:bodyPr/>
          <a:lstStyle/>
          <a:p>
            <a:r>
              <a:t>Định nghĩa và điều kiện đủ để có cực trị</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Điểm x₀ được gọi là điểm cực đại nếu f(x) &lt; f(x₀) với mọi x lân cận x₀.</a:t>
            </a:r>
          </a:p>
          <a:p>
            <a:r>
              <a:rPr sz="1600">
                <a:solidFill>
                  <a:srgbClr val="2C3E50"/>
                </a:solidFill>
                <a:latin typeface="Times New Roman"/>
              </a:rPr>
              <a:t>• Điểm x₀ được gọi là điểm cực tiểu nếu f(x) &gt; f(x₀) với mọi x lân cận x₀.</a:t>
            </a:r>
          </a:p>
          <a:p>
            <a:r>
              <a:rPr sz="1600">
                <a:solidFill>
                  <a:srgbClr val="2C3E50"/>
                </a:solidFill>
                <a:latin typeface="Times New Roman"/>
              </a:rPr>
              <a:t>• Đạo hàm f'(x) đổi dấu từ dương sang âm khi qua x₀ thì x₀ là điểm cực đại.</a:t>
            </a:r>
          </a:p>
          <a:p>
            <a:r>
              <a:rPr sz="1600">
                <a:solidFill>
                  <a:srgbClr val="2C3E50"/>
                </a:solidFill>
                <a:latin typeface="Times New Roman"/>
              </a:rPr>
              <a:t>• Đạo hàm f'(x) đổi dấu từ âm sang dương khi qua x₀ thì x₀ là điểm cực tiểu.</a:t>
            </a:r>
          </a:p>
        </p:txBody>
      </p:sp>
      <p:sp>
        <p:nvSpPr>
          <p:cNvPr id="5" name="Subtitle 4"/>
          <p:cNvSpPr>
            <a:spLocks noGrp="1"/>
          </p:cNvSpPr>
          <p:nvPr>
            <p:ph type="subTitle" idx="3"/>
          </p:nvPr>
        </p:nvSpPr>
        <p:spPr/>
        <p:txBody>
          <a:bodyPr/>
          <a:lstStyle/>
          <a:p/>
        </p:txBody>
      </p:sp>
      <p:sp>
        <p:nvSpPr>
          <p:cNvPr id="6" name="Subtitle 5"/>
          <p:cNvSpPr>
            <a:spLocks noGrp="1"/>
          </p:cNvSpPr>
          <p:nvPr>
            <p:ph type="subTitle" idx="4"/>
          </p:nvPr>
        </p:nvSpPr>
        <p:spPr/>
        <p:txBody>
          <a:bodyPr/>
          <a:lstStyle/>
          <a:p/>
        </p:txBody>
      </p:sp>
      <p:pic>
        <p:nvPicPr>
          <p:cNvPr id="7" name="Picture 6" descr="image.png"/>
          <p:cNvPicPr>
            <a:picLocks noChangeAspect="1"/>
          </p:cNvPicPr>
          <p:nvPr/>
        </p:nvPicPr>
        <p:blipFill>
          <a:blip r:embed="rId2"/>
          <a:stretch>
            <a:fillRect/>
          </a:stretch>
        </p:blipFill>
        <p:spPr>
          <a:xfrm>
            <a:off x="731520" y="3291839"/>
            <a:ext cx="4810059" cy="548640"/>
          </a:xfrm>
          <a:prstGeom prst="rect">
            <a:avLst/>
          </a:prstGeom>
        </p:spPr>
      </p:pic>
      <p:pic>
        <p:nvPicPr>
          <p:cNvPr id="8" name="Picture 7"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Ví dụ minh họa</a:t>
            </a:r>
          </a:p>
        </p:txBody>
      </p:sp>
      <p:sp>
        <p:nvSpPr>
          <p:cNvPr id="3" name="Subtitle 2"/>
          <p:cNvSpPr>
            <a:spLocks noGrp="1"/>
          </p:cNvSpPr>
          <p:nvPr>
            <p:ph type="subTitle" idx="1"/>
          </p:nvPr>
        </p:nvSpPr>
        <p:spPr/>
        <p:txBody>
          <a:bodyPr/>
          <a:lstStyle/>
          <a:p>
            <a:r>
              <a:t>Tìm khoảng đơn điệu và cực trị của hàm số</a:t>
            </a:r>
          </a:p>
        </p:txBody>
      </p:sp>
      <p:sp>
        <p:nvSpPr>
          <p:cNvPr id="4" name="Picture Placeholder 3"/>
          <p:cNvSpPr>
            <a:spLocks noGrp="1"/>
          </p:cNvSpPr>
          <p:nvPr>
            <p:ph type="pic" idx="2"/>
          </p:nvPr>
        </p:nvSpPr>
        <p:spPr>
          <a:xfrm>
            <a:off x="731520" y="1280160"/>
            <a:ext cx="3931920" cy="3474720"/>
          </a:xfrm>
        </p:spPr>
        <p:txBody>
          <a:bodyPr wrap="square"/>
          <a:p>
            <a:r>
              <a:rPr sz="1600">
                <a:solidFill>
                  <a:srgbClr val="2C3E50"/>
                </a:solidFill>
                <a:latin typeface="Times New Roman"/>
              </a:rPr>
              <a:t>• Xét hàm số y = -x³ + 3x² - 4.</a:t>
            </a:r>
          </a:p>
          <a:p>
            <a:r>
              <a:rPr sz="1600">
                <a:solidFill>
                  <a:srgbClr val="2C3E50"/>
                </a:solidFill>
                <a:latin typeface="Times New Roman"/>
              </a:rPr>
              <a:t>• Tập xác định: D = ℝ.</a:t>
            </a:r>
          </a:p>
          <a:p>
            <a:r>
              <a:rPr sz="1600">
                <a:solidFill>
                  <a:srgbClr val="2C3E50"/>
                </a:solidFill>
                <a:latin typeface="Times New Roman"/>
              </a:rPr>
              <a:t>• Đạo hàm: y' = -3x² + 6x.</a:t>
            </a:r>
          </a:p>
          <a:p>
            <a:r>
              <a:rPr sz="1600">
                <a:solidFill>
                  <a:srgbClr val="2C3E50"/>
                </a:solidFill>
                <a:latin typeface="Times New Roman"/>
              </a:rPr>
              <a:t>• Giải phương trình: y' = 0 ⇔ x = 0 hoặc x = 2.</a:t>
            </a:r>
          </a:p>
          <a:p>
            <a:r>
              <a:rPr sz="1600">
                <a:solidFill>
                  <a:srgbClr val="2C3E50"/>
                </a:solidFill>
                <a:latin typeface="Times New Roman"/>
              </a:rPr>
              <a:t>• Hàm số đồng biến trên khoảng (0; 2).</a:t>
            </a:r>
          </a:p>
          <a:p>
            <a:r>
              <a:rPr sz="1600">
                <a:solidFill>
                  <a:srgbClr val="2C3E50"/>
                </a:solidFill>
                <a:latin typeface="Times New Roman"/>
              </a:rPr>
              <a:t>• Hàm số nghịch biến trên các khoảng (-∞; 0) và (2; +∞).</a:t>
            </a:r>
          </a:p>
          <a:p>
            <a:r>
              <a:rPr sz="1600">
                <a:solidFill>
                  <a:srgbClr val="2C3E50"/>
                </a:solidFill>
                <a:latin typeface="Times New Roman"/>
              </a:rPr>
              <a:t>• Điểm cực tiểu xCT = 0, điểm cực đại xCĐ = 2.</a:t>
            </a:r>
          </a:p>
        </p:txBody>
      </p:sp>
      <p:pic>
        <p:nvPicPr>
          <p:cNvPr id="5" name="Picture 4" descr="image.png"/>
          <p:cNvPicPr>
            <a:picLocks noChangeAspect="1"/>
          </p:cNvPicPr>
          <p:nvPr/>
        </p:nvPicPr>
        <p:blipFill>
          <a:blip r:embed="rId2"/>
          <a:stretch>
            <a:fillRect/>
          </a:stretch>
        </p:blipFill>
        <p:spPr>
          <a:xfrm>
            <a:off x="731520" y="4114800"/>
            <a:ext cx="3135086" cy="548640"/>
          </a:xfrm>
          <a:prstGeom prst="rect">
            <a:avLst/>
          </a:prstGeom>
        </p:spPr>
      </p:pic>
      <p:pic>
        <p:nvPicPr>
          <p:cNvPr id="6" name="Picture 5" descr="image.png"/>
          <p:cNvPicPr>
            <a:picLocks noChangeAspect="1"/>
          </p:cNvPicPr>
          <p:nvPr/>
        </p:nvPicPr>
        <p:blipFill>
          <a:blip r:embed="rId3"/>
          <a:stretch>
            <a:fillRect/>
          </a:stretch>
        </p:blipFill>
        <p:spPr>
          <a:xfrm>
            <a:off x="4846320" y="1280160"/>
            <a:ext cx="384048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Tóm tắt quy trình 4 bước</a:t>
            </a:r>
          </a:p>
        </p:txBody>
      </p:sp>
      <p:sp>
        <p:nvSpPr>
          <p:cNvPr id="3" name="Subtitle 2"/>
          <p:cNvSpPr>
            <a:spLocks noGrp="1"/>
          </p:cNvSpPr>
          <p:nvPr>
            <p:ph type="subTitle" idx="1"/>
          </p:nvPr>
        </p:nvSpPr>
        <p:spPr/>
        <p:txBody>
          <a:bodyPr/>
          <a:lstStyle/>
          <a:p>
            <a:r>
              <a:t>Các bước khảo sát tính đơn điệu và cực trị</a:t>
            </a:r>
          </a:p>
        </p:txBody>
      </p:sp>
      <p:sp>
        <p:nvSpPr>
          <p:cNvPr id="4" name="Subtitle 3"/>
          <p:cNvSpPr>
            <a:spLocks noGrp="1"/>
          </p:cNvSpPr>
          <p:nvPr>
            <p:ph type="subTitle" idx="2"/>
          </p:nvPr>
        </p:nvSpPr>
        <p:spPr>
          <a:xfrm>
            <a:off x="731520" y="1280160"/>
            <a:ext cx="3931920" cy="3474720"/>
          </a:xfrm>
        </p:spPr>
        <p:txBody>
          <a:bodyPr wrap="square"/>
          <a:lstStyle/>
          <a:p>
            <a:r>
              <a:rPr sz="1600">
                <a:solidFill>
                  <a:srgbClr val="2C3E50"/>
                </a:solidFill>
                <a:latin typeface="Times New Roman"/>
              </a:rPr>
              <a:t>• Bước 1: Tìm tập xác định D của hàm số.</a:t>
            </a:r>
          </a:p>
          <a:p>
            <a:r>
              <a:rPr sz="1600">
                <a:solidFill>
                  <a:srgbClr val="2C3E50"/>
                </a:solidFill>
                <a:latin typeface="Times New Roman"/>
              </a:rPr>
              <a:t>• Bước 2: Tính đạo hàm f'(x). Tìm các điểm tại đó đạo hàm bằng 0 hoặc không xác định.</a:t>
            </a:r>
          </a:p>
          <a:p>
            <a:r>
              <a:rPr sz="1600">
                <a:solidFill>
                  <a:srgbClr val="2C3E50"/>
                </a:solidFill>
                <a:latin typeface="Times New Roman"/>
              </a:rPr>
              <a:t>• Bước 3: Lập bảng biến thiên (sắp xếp các nghiệm theo thứ tự tăng dần, xét dấu f'(x)).</a:t>
            </a:r>
          </a:p>
          <a:p>
            <a:r>
              <a:rPr sz="1600">
                <a:solidFill>
                  <a:srgbClr val="2C3E50"/>
                </a:solidFill>
                <a:latin typeface="Times New Roman"/>
              </a:rPr>
              <a:t>• Bước 4: Dựa vào bảng biến thiên để kết luận các khoảng đơn điệu và các điểm cực trị.</a:t>
            </a:r>
          </a:p>
        </p:txBody>
      </p:sp>
      <p:pic>
        <p:nvPicPr>
          <p:cNvPr id="5" name="Picture 4" descr="image.png"/>
          <p:cNvPicPr>
            <a:picLocks noChangeAspect="1"/>
          </p:cNvPicPr>
          <p:nvPr/>
        </p:nvPicPr>
        <p:blipFill>
          <a:blip r:embed="rId2"/>
          <a:stretch>
            <a:fillRect/>
          </a:stretch>
        </p:blipFill>
        <p:spPr>
          <a:xfrm>
            <a:off x="4846320" y="1280160"/>
            <a:ext cx="3840480" cy="329184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iscrete Mathematics: Graph Theory and Networks - 12th Grade by Slidesgo">
  <a:themeElements>
    <a:clrScheme name="Simple Light">
      <a:dk1>
        <a:srgbClr val="1A1A1A"/>
      </a:dk1>
      <a:lt1>
        <a:srgbClr val="FEFDFA"/>
      </a:lt1>
      <a:dk2>
        <a:srgbClr val="434343"/>
      </a:dk2>
      <a:lt2>
        <a:srgbClr val="FF2E20"/>
      </a:lt2>
      <a:accent1>
        <a:srgbClr val="FFD966"/>
      </a:accent1>
      <a:accent2>
        <a:srgbClr val="86CF64"/>
      </a:accent2>
      <a:accent3>
        <a:srgbClr val="04B4D8"/>
      </a:accent3>
      <a:accent4>
        <a:srgbClr val="FFFFFF"/>
      </a:accent4>
      <a:accent5>
        <a:srgbClr val="FFFFFF"/>
      </a:accent5>
      <a:accent6>
        <a:srgbClr val="FFFFFF"/>
      </a:accent6>
      <a:hlink>
        <a:srgbClr val="1A1A1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