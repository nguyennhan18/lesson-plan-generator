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38"/>
    <p:sldId id="257" r:id="rId39"/>
  </p:sldIdLst>
  <p:sldSz cy="5143500" cx="9144000"/>
  <p:notesSz cx="6858000" cy="9144000"/>
  <p:embeddedFontLst>
    <p:embeddedFont>
      <p:font typeface="Mulish"/>
      <p:regular r:id="rId47"/>
      <p:bold r:id="rId48"/>
      <p:italic r:id="rId49"/>
      <p:boldItalic r:id="rId50"/>
    </p:embeddedFont>
    <p:embeddedFont>
      <p:font typeface="Proxima Nova"/>
      <p:regular r:id="rId51"/>
      <p:bold r:id="rId52"/>
      <p:italic r:id="rId53"/>
      <p:boldItalic r:id="rId54"/>
    </p:embeddedFont>
    <p:embeddedFont>
      <p:font typeface="Roboto Medium"/>
      <p:regular r:id="rId55"/>
      <p:bold r:id="rId56"/>
      <p:italic r:id="rId57"/>
      <p:boldItalic r:id="rId58"/>
    </p:embeddedFont>
    <p:embeddedFont>
      <p:font typeface="Amatic SC"/>
      <p:regular r:id="rId59"/>
      <p:bold r:id="rId60"/>
    </p:embeddedFont>
    <p:embeddedFont>
      <p:font typeface="Lato"/>
      <p:regular r:id="rId61"/>
      <p:bold r:id="rId62"/>
      <p:italic r:id="rId63"/>
      <p:boldItalic r:id="rId64"/>
    </p:embeddedFont>
    <p:embeddedFont>
      <p:font typeface="Anaheim"/>
      <p:regular r:id="rId65"/>
      <p:bold r:id="rId66"/>
    </p:embeddedFont>
    <p:embeddedFont>
      <p:font typeface="Proxima Nova Semibold"/>
      <p:regular r:id="rId67"/>
      <p:bold r:id="rId68"/>
      <p:boldItalic r:id="rId69"/>
    </p:embeddedFont>
    <p:embeddedFont>
      <p:font typeface="Albert Sans"/>
      <p:regular r:id="rId70"/>
      <p:bold r:id="rId71"/>
      <p:italic r:id="rId72"/>
      <p:boldItalic r:id="rId73"/>
    </p:embeddedFont>
    <p:embeddedFont>
      <p:font typeface="DM Sans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B23887-AB03-4546-9AEC-DF8FEB11CAE1}">
  <a:tblStyle styleId="{8BB23887-AB03-4546-9AEC-DF8FEB11CA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2413E5F-0A40-43D7-A909-D912CE89E9F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7" Type="http://schemas.openxmlformats.org/officeDocument/2006/relationships/font" Target="fonts/Mulish-regular.fntdata"/><Relationship Id="rId48" Type="http://schemas.openxmlformats.org/officeDocument/2006/relationships/font" Target="fonts/Mulish-bold.fntdata"/><Relationship Id="rId49" Type="http://schemas.openxmlformats.org/officeDocument/2006/relationships/font" Target="fonts/Mulish-italic.fntdata"/><Relationship Id="rId50" Type="http://schemas.openxmlformats.org/officeDocument/2006/relationships/font" Target="fonts/Mulish-boldItalic.fntdata"/><Relationship Id="rId51" Type="http://schemas.openxmlformats.org/officeDocument/2006/relationships/font" Target="fonts/ProximaNova-regular.fntdata"/><Relationship Id="rId52" Type="http://schemas.openxmlformats.org/officeDocument/2006/relationships/font" Target="fonts/ProximaNova-bold.fntdata"/><Relationship Id="rId53" Type="http://schemas.openxmlformats.org/officeDocument/2006/relationships/font" Target="fonts/ProximaNova-italic.fntdata"/><Relationship Id="rId54" Type="http://schemas.openxmlformats.org/officeDocument/2006/relationships/font" Target="fonts/ProximaNova-boldItalic.fntdata"/><Relationship Id="rId55" Type="http://schemas.openxmlformats.org/officeDocument/2006/relationships/font" Target="fonts/RobotoMedium-regular.fntdata"/><Relationship Id="rId56" Type="http://schemas.openxmlformats.org/officeDocument/2006/relationships/font" Target="fonts/RobotoMedium-bold.fntdata"/><Relationship Id="rId57" Type="http://schemas.openxmlformats.org/officeDocument/2006/relationships/font" Target="fonts/RobotoMedium-italic.fntdata"/><Relationship Id="rId58" Type="http://schemas.openxmlformats.org/officeDocument/2006/relationships/font" Target="fonts/RobotoMedium-boldItalic.fntdata"/><Relationship Id="rId59" Type="http://schemas.openxmlformats.org/officeDocument/2006/relationships/font" Target="fonts/AmaticSC-regular.fntdata"/><Relationship Id="rId60" Type="http://schemas.openxmlformats.org/officeDocument/2006/relationships/font" Target="fonts/AmaticSC-bold.fntdata"/><Relationship Id="rId61" Type="http://schemas.openxmlformats.org/officeDocument/2006/relationships/font" Target="fonts/Lato-regular.fntdata"/><Relationship Id="rId62" Type="http://schemas.openxmlformats.org/officeDocument/2006/relationships/font" Target="fonts/Lato-bold.fntdata"/><Relationship Id="rId63" Type="http://schemas.openxmlformats.org/officeDocument/2006/relationships/font" Target="fonts/Lato-italic.fntdata"/><Relationship Id="rId64" Type="http://schemas.openxmlformats.org/officeDocument/2006/relationships/font" Target="fonts/Lato-boldItalic.fntdata"/><Relationship Id="rId65" Type="http://schemas.openxmlformats.org/officeDocument/2006/relationships/font" Target="fonts/Anaheim-regular.fntdata"/><Relationship Id="rId66" Type="http://schemas.openxmlformats.org/officeDocument/2006/relationships/font" Target="fonts/Anaheim-bold.fntdata"/><Relationship Id="rId67" Type="http://schemas.openxmlformats.org/officeDocument/2006/relationships/font" Target="fonts/ProximaNovaSemibold-regular.fntdata"/><Relationship Id="rId68" Type="http://schemas.openxmlformats.org/officeDocument/2006/relationships/font" Target="fonts/ProximaNovaSemibold-bold.fntdata"/><Relationship Id="rId69" Type="http://schemas.openxmlformats.org/officeDocument/2006/relationships/font" Target="fonts/ProximaNovaSemibold-boldItalic.fntdata"/><Relationship Id="rId70" Type="http://schemas.openxmlformats.org/officeDocument/2006/relationships/font" Target="fonts/AlbertSans-regular.fntdata"/><Relationship Id="rId71" Type="http://schemas.openxmlformats.org/officeDocument/2006/relationships/font" Target="fonts/AlbertSans-bold.fntdata"/><Relationship Id="rId72" Type="http://schemas.openxmlformats.org/officeDocument/2006/relationships/font" Target="fonts/AlbertSans-italic.fntdata"/><Relationship Id="rId73" Type="http://schemas.openxmlformats.org/officeDocument/2006/relationships/font" Target="fonts/AlbertSans-boldItalic.fntdata"/><Relationship Id="rId74" Type="http://schemas.openxmlformats.org/officeDocument/2006/relationships/font" Target="fonts/DMSans-regular.fntdata"/><Relationship Id="rId75" Type="http://schemas.openxmlformats.org/officeDocument/2006/relationships/font" Target="fonts/DMSans-bold.fntdata"/><Relationship Id="rId76" Type="http://schemas.openxmlformats.org/officeDocument/2006/relationships/font" Target="fonts/DMSans-italic.fntdata"/><Relationship Id="rId77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" name="Google Shape;21;p2"/>
              <p:cNvCxnSpPr>
                <a:stCxn id="17" idx="5"/>
                <a:endCxn id="16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" name="Google Shape;22;p2"/>
              <p:cNvCxnSpPr>
                <a:stCxn id="18" idx="4"/>
                <a:endCxn id="16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" name="Google Shape;23;p2"/>
              <p:cNvCxnSpPr>
                <a:stCxn id="13" idx="6"/>
                <a:endCxn id="16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" name="Google Shape;24;p2"/>
              <p:cNvCxnSpPr>
                <a:stCxn id="13" idx="0"/>
                <a:endCxn id="17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" name="Google Shape;25;p2"/>
              <p:cNvCxnSpPr>
                <a:stCxn id="17" idx="7"/>
                <a:endCxn id="18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" name="Google Shape;26;p2"/>
              <p:cNvCxnSpPr>
                <a:stCxn id="18" idx="6"/>
                <a:endCxn id="14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" name="Google Shape;27;p2"/>
              <p:cNvCxnSpPr>
                <a:stCxn id="16" idx="7"/>
                <a:endCxn id="14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" name="Google Shape;28;p2"/>
              <p:cNvCxnSpPr>
                <a:stCxn id="13" idx="5"/>
                <a:endCxn id="19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" name="Google Shape;29;p2"/>
              <p:cNvCxnSpPr>
                <a:stCxn id="19" idx="7"/>
                <a:endCxn id="16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2"/>
              <p:cNvCxnSpPr>
                <a:stCxn id="19" idx="7"/>
                <a:endCxn id="15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" name="Google Shape;31;p2"/>
              <p:cNvCxnSpPr>
                <a:stCxn id="15" idx="0"/>
                <a:endCxn id="16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" name="Google Shape;32;p2"/>
              <p:cNvCxnSpPr>
                <a:stCxn id="15" idx="7"/>
                <a:endCxn id="20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" name="Google Shape;33;p2"/>
              <p:cNvCxnSpPr>
                <a:stCxn id="20" idx="1"/>
                <a:endCxn id="14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" name="Google Shape;34;p2"/>
              <p:cNvCxnSpPr>
                <a:stCxn id="17" idx="6"/>
                <a:endCxn id="20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" name="Google Shape;35;p2"/>
              <p:cNvCxnSpPr>
                <a:stCxn id="14" idx="4"/>
                <a:endCxn id="15" idx="0"/>
              </p:cNvCxnSpPr>
              <p:nvPr/>
            </p:nvCxnSpPr>
            <p:spPr>
              <a:xfrm flipH="1" rot="10800000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" name="Google Shape;36;p2"/>
              <p:cNvCxnSpPr>
                <a:stCxn id="13" idx="5"/>
                <a:endCxn id="15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" name="Google Shape;37;p2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" name="Google Shape;38;p2"/>
              <p:cNvCxnSpPr>
                <a:stCxn id="20" idx="2"/>
                <a:endCxn id="37" idx="7"/>
              </p:cNvCxnSpPr>
              <p:nvPr/>
            </p:nvCxnSpPr>
            <p:spPr>
              <a:xfrm flipH="1" rot="10800000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" name="Google Shape;39;p2"/>
              <p:cNvCxnSpPr>
                <a:stCxn id="37" idx="2"/>
                <a:endCxn id="15" idx="6"/>
              </p:cNvCxnSpPr>
              <p:nvPr/>
            </p:nvCxnSpPr>
            <p:spPr>
              <a:xfrm flipH="1" rot="10800000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" name="Google Shape;40;p2"/>
              <p:cNvCxnSpPr>
                <a:stCxn id="37" idx="0"/>
                <a:endCxn id="14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" name="Google Shape;41;p2"/>
              <p:cNvCxnSpPr>
                <a:stCxn id="37" idx="1"/>
                <a:endCxn id="16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" name="Google Shape;42;p2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" name="Google Shape;43;p2"/>
              <p:cNvCxnSpPr>
                <a:stCxn id="15" idx="2"/>
                <a:endCxn id="42" idx="6"/>
              </p:cNvCxnSpPr>
              <p:nvPr/>
            </p:nvCxnSpPr>
            <p:spPr>
              <a:xfrm flipH="1" rot="10800000">
                <a:off x="7964519" y="3286840"/>
                <a:ext cx="818400" cy="66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" name="Google Shape;44;p2"/>
              <p:cNvCxnSpPr>
                <a:stCxn id="42" idx="1"/>
                <a:endCxn id="19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5" name="Google Shape;45;p2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46" name="Google Shape;46;p2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" name="Google Shape;54;p2"/>
              <p:cNvCxnSpPr>
                <a:stCxn id="50" idx="5"/>
                <a:endCxn id="49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" name="Google Shape;55;p2"/>
              <p:cNvCxnSpPr>
                <a:stCxn id="51" idx="4"/>
                <a:endCxn id="49" idx="0"/>
              </p:cNvCxnSpPr>
              <p:nvPr/>
            </p:nvCxnSpPr>
            <p:spPr>
              <a:xfrm flipH="1" rot="10800000">
                <a:off x="354078" y="792908"/>
                <a:ext cx="86100" cy="171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" name="Google Shape;56;p2"/>
              <p:cNvCxnSpPr>
                <a:stCxn id="46" idx="6"/>
                <a:endCxn id="50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" name="Google Shape;57;p2"/>
              <p:cNvCxnSpPr>
                <a:stCxn id="50" idx="7"/>
                <a:endCxn id="51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" name="Google Shape;58;p2"/>
              <p:cNvCxnSpPr>
                <a:stCxn id="51" idx="6"/>
                <a:endCxn id="47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" name="Google Shape;59;p2"/>
              <p:cNvCxnSpPr>
                <a:stCxn id="49" idx="7"/>
                <a:endCxn id="47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" name="Google Shape;60;p2"/>
              <p:cNvCxnSpPr>
                <a:stCxn id="46" idx="6"/>
                <a:endCxn id="52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" name="Google Shape;61;p2"/>
              <p:cNvCxnSpPr>
                <a:stCxn id="52" idx="7"/>
                <a:endCxn id="49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" name="Google Shape;62;p2"/>
              <p:cNvCxnSpPr>
                <a:stCxn id="52" idx="5"/>
                <a:endCxn id="48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" name="Google Shape;63;p2"/>
              <p:cNvCxnSpPr>
                <a:stCxn id="48" idx="0"/>
                <a:endCxn id="49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" name="Google Shape;64;p2"/>
              <p:cNvCxnSpPr>
                <a:stCxn id="48" idx="7"/>
                <a:endCxn id="53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" name="Google Shape;65;p2"/>
              <p:cNvCxnSpPr>
                <a:stCxn id="49" idx="6"/>
                <a:endCxn id="53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" name="Google Shape;66;p2"/>
              <p:cNvCxnSpPr>
                <a:stCxn id="53" idx="0"/>
                <a:endCxn id="47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" name="Google Shape;67;p2"/>
              <p:cNvCxnSpPr>
                <a:stCxn id="51" idx="5"/>
                <a:endCxn id="53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" name="Google Shape;68;p2"/>
              <p:cNvCxnSpPr>
                <a:stCxn id="50" idx="6"/>
                <a:endCxn id="53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" name="Google Shape;69;p2"/>
              <p:cNvCxnSpPr>
                <a:stCxn id="50" idx="4"/>
                <a:endCxn id="48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" name="Google Shape;70;p2"/>
              <p:cNvCxnSpPr>
                <a:stCxn id="47" idx="4"/>
                <a:endCxn id="48" idx="7"/>
              </p:cNvCxnSpPr>
              <p:nvPr/>
            </p:nvCxnSpPr>
            <p:spPr>
              <a:xfrm flipH="1" rot="10800000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" name="Google Shape;71;p2"/>
              <p:cNvCxnSpPr>
                <a:stCxn id="46" idx="6"/>
                <a:endCxn id="48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" name="Google Shape;72;p2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" name="Google Shape;73;p2"/>
              <p:cNvCxnSpPr>
                <a:stCxn id="53" idx="4"/>
                <a:endCxn id="72" idx="7"/>
              </p:cNvCxnSpPr>
              <p:nvPr/>
            </p:nvCxnSpPr>
            <p:spPr>
              <a:xfrm flipH="1" rot="10800000">
                <a:off x="-769191" y="-728710"/>
                <a:ext cx="19200" cy="126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" name="Google Shape;74;p2"/>
              <p:cNvCxnSpPr>
                <a:stCxn id="72" idx="2"/>
                <a:endCxn id="48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" name="Google Shape;75;p2"/>
              <p:cNvCxnSpPr>
                <a:stCxn id="72" idx="0"/>
                <a:endCxn id="47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" name="Google Shape;76;p2"/>
              <p:cNvCxnSpPr>
                <a:stCxn id="72" idx="1"/>
                <a:endCxn id="49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" name="Google Shape;77;p2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" name="Google Shape;78;p2"/>
              <p:cNvCxnSpPr>
                <a:stCxn id="72" idx="2"/>
                <a:endCxn id="77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" name="Google Shape;79;p2"/>
              <p:cNvCxnSpPr>
                <a:stCxn id="77" idx="1"/>
                <a:endCxn id="52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3"/>
          <p:cNvSpPr txBox="1"/>
          <p:nvPr>
            <p:ph hasCustomPrompt="1" idx="2" type="title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/>
          <p:nvPr>
            <p:ph idx="1" type="subTitle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6" name="Google Shape;86;p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3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" name="Google Shape;95;p3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" name="Google Shape;96;p3"/>
              <p:cNvCxnSpPr>
                <a:stCxn id="86" idx="6"/>
                <a:endCxn id="9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" name="Google Shape;97;p3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" name="Google Shape;98;p3"/>
              <p:cNvCxnSpPr>
                <a:stCxn id="91" idx="6"/>
                <a:endCxn id="8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" name="Google Shape;99;p3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3"/>
              <p:cNvCxnSpPr>
                <a:stCxn id="86" idx="6"/>
                <a:endCxn id="9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" name="Google Shape;101;p3"/>
              <p:cNvCxnSpPr>
                <a:stCxn id="92" idx="6"/>
                <a:endCxn id="8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3"/>
              <p:cNvCxnSpPr>
                <a:stCxn id="92" idx="6"/>
                <a:endCxn id="8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" name="Google Shape;103;p3"/>
              <p:cNvCxnSpPr>
                <a:stCxn id="88" idx="7"/>
                <a:endCxn id="9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3"/>
              <p:cNvCxnSpPr>
                <a:stCxn id="89" idx="6"/>
                <a:endCxn id="9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3"/>
              <p:cNvCxnSpPr>
                <a:stCxn id="93" idx="0"/>
                <a:endCxn id="8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3"/>
              <p:cNvCxnSpPr>
                <a:stCxn id="91" idx="5"/>
                <a:endCxn id="9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3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3"/>
              <p:cNvCxnSpPr>
                <a:stCxn id="90" idx="4"/>
                <a:endCxn id="8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" name="Google Shape;109;p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" name="Google Shape;110;p3"/>
              <p:cNvCxnSpPr>
                <a:stCxn id="93" idx="4"/>
                <a:endCxn id="10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3"/>
              <p:cNvCxnSpPr>
                <a:stCxn id="109" idx="1"/>
                <a:endCxn id="8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3"/>
              <p:cNvCxnSpPr>
                <a:stCxn id="109" idx="1"/>
                <a:endCxn id="8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" name="Google Shape;113;p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" name="Google Shape;114;p3"/>
              <p:cNvCxnSpPr>
                <a:stCxn id="91" idx="0"/>
                <a:endCxn id="11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3"/>
              <p:cNvCxnSpPr>
                <a:stCxn id="87" idx="0"/>
                <a:endCxn id="11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6" name="Google Shape;116;p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" name="Google Shape;117;p3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" name="Google Shape;125;p3"/>
              <p:cNvCxnSpPr>
                <a:stCxn id="121" idx="5"/>
                <a:endCxn id="120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3"/>
              <p:cNvCxnSpPr>
                <a:stCxn id="122" idx="4"/>
                <a:endCxn id="12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3"/>
              <p:cNvCxnSpPr>
                <a:stCxn id="117" idx="6"/>
                <a:endCxn id="12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3"/>
              <p:cNvCxnSpPr>
                <a:stCxn id="117" idx="0"/>
                <a:endCxn id="12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3"/>
              <p:cNvCxnSpPr>
                <a:stCxn id="121" idx="7"/>
                <a:endCxn id="12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3"/>
              <p:cNvCxnSpPr>
                <a:stCxn id="122" idx="6"/>
                <a:endCxn id="118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3"/>
              <p:cNvCxnSpPr>
                <a:stCxn id="120" idx="7"/>
                <a:endCxn id="11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3"/>
              <p:cNvCxnSpPr>
                <a:stCxn id="117" idx="5"/>
                <a:endCxn id="123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3"/>
              <p:cNvCxnSpPr>
                <a:stCxn id="123" idx="7"/>
                <a:endCxn id="12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3"/>
              <p:cNvCxnSpPr>
                <a:stCxn id="123" idx="7"/>
                <a:endCxn id="119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3"/>
              <p:cNvCxnSpPr>
                <a:stCxn id="119" idx="0"/>
                <a:endCxn id="12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3"/>
              <p:cNvCxnSpPr>
                <a:stCxn id="124" idx="1"/>
                <a:endCxn id="11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3"/>
              <p:cNvCxnSpPr>
                <a:stCxn id="121" idx="6"/>
                <a:endCxn id="124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3"/>
              <p:cNvCxnSpPr>
                <a:stCxn id="118" idx="4"/>
                <a:endCxn id="11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" name="Google Shape;139;p3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" name="Google Shape;140;p3"/>
              <p:cNvCxnSpPr>
                <a:stCxn id="124" idx="2"/>
                <a:endCxn id="13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3"/>
              <p:cNvCxnSpPr>
                <a:stCxn id="139" idx="2"/>
                <a:endCxn id="11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3"/>
              <p:cNvCxnSpPr>
                <a:stCxn id="139" idx="0"/>
                <a:endCxn id="11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3"/>
              <p:cNvCxnSpPr>
                <a:stCxn id="139" idx="1"/>
                <a:endCxn id="12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" name="Google Shape;144;p3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5" name="Google Shape;145;p3"/>
              <p:cNvCxnSpPr>
                <a:stCxn id="119" idx="3"/>
                <a:endCxn id="14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3"/>
              <p:cNvCxnSpPr>
                <a:stCxn id="144" idx="0"/>
                <a:endCxn id="12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7" name="Google Shape;147;p3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" name="Google Shape;148;p3"/>
              <p:cNvCxnSpPr>
                <a:stCxn id="117" idx="6"/>
                <a:endCxn id="147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3"/>
              <p:cNvCxnSpPr>
                <a:stCxn id="123" idx="0"/>
                <a:endCxn id="14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3"/>
              <p:cNvCxnSpPr>
                <a:stCxn id="147" idx="6"/>
                <a:endCxn id="12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1" name="Google Shape;151;p3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2" name="Google Shape;152;p3"/>
              <p:cNvCxnSpPr>
                <a:stCxn id="144" idx="5"/>
                <a:endCxn id="151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" name="Google Shape;153;p3"/>
              <p:cNvCxnSpPr>
                <a:stCxn id="151" idx="7"/>
                <a:endCxn id="11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4" name="Google Shape;154;p3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" name="Google Shape;155;p3"/>
              <p:cNvCxnSpPr>
                <a:stCxn id="144" idx="0"/>
                <a:endCxn id="15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" name="Google Shape;156;p3"/>
              <p:cNvCxnSpPr>
                <a:stCxn id="154" idx="1"/>
                <a:endCxn id="12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" name="Google Shape;157;p3"/>
              <p:cNvCxnSpPr>
                <a:stCxn id="154" idx="6"/>
                <a:endCxn id="11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4"/>
          <p:cNvSpPr txBox="1"/>
          <p:nvPr>
            <p:ph idx="1" type="body"/>
          </p:nvPr>
        </p:nvSpPr>
        <p:spPr>
          <a:xfrm>
            <a:off x="720000" y="1215751"/>
            <a:ext cx="77040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61" name="Google Shape;161;p4"/>
          <p:cNvGrpSpPr/>
          <p:nvPr/>
        </p:nvGrpSpPr>
        <p:grpSpPr>
          <a:xfrm>
            <a:off x="-497962" y="-2402532"/>
            <a:ext cx="9442425" cy="8210276"/>
            <a:chOff x="-497962" y="-2402532"/>
            <a:chExt cx="9442425" cy="8210276"/>
          </a:xfrm>
        </p:grpSpPr>
        <p:grpSp>
          <p:nvGrpSpPr>
            <p:cNvPr id="162" name="Google Shape;162;p4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163" name="Google Shape;163;p4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71" name="Google Shape;171;p4"/>
              <p:cNvCxnSpPr>
                <a:stCxn id="167" idx="5"/>
                <a:endCxn id="166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4"/>
              <p:cNvCxnSpPr>
                <a:stCxn id="168" idx="4"/>
                <a:endCxn id="166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4"/>
              <p:cNvCxnSpPr>
                <a:stCxn id="163" idx="6"/>
                <a:endCxn id="167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4"/>
              <p:cNvCxnSpPr>
                <a:stCxn id="167" idx="7"/>
                <a:endCxn id="168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4"/>
              <p:cNvCxnSpPr>
                <a:stCxn id="168" idx="6"/>
                <a:endCxn id="164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4"/>
              <p:cNvCxnSpPr>
                <a:stCxn id="166" idx="7"/>
                <a:endCxn id="164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4"/>
              <p:cNvCxnSpPr>
                <a:stCxn id="163" idx="6"/>
                <a:endCxn id="169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4"/>
              <p:cNvCxnSpPr>
                <a:stCxn id="169" idx="6"/>
                <a:endCxn id="166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4"/>
              <p:cNvCxnSpPr>
                <a:stCxn id="169" idx="5"/>
                <a:endCxn id="165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" name="Google Shape;180;p4"/>
              <p:cNvCxnSpPr>
                <a:stCxn id="165" idx="0"/>
                <a:endCxn id="166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4"/>
              <p:cNvCxnSpPr>
                <a:stCxn id="165" idx="7"/>
                <a:endCxn id="170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" name="Google Shape;182;p4"/>
              <p:cNvCxnSpPr>
                <a:stCxn id="166" idx="6"/>
                <a:endCxn id="170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4"/>
              <p:cNvCxnSpPr>
                <a:stCxn id="170" idx="0"/>
                <a:endCxn id="164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4"/>
              <p:cNvCxnSpPr>
                <a:stCxn id="168" idx="5"/>
                <a:endCxn id="170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4"/>
              <p:cNvCxnSpPr>
                <a:stCxn id="167" idx="6"/>
                <a:endCxn id="170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4"/>
              <p:cNvCxnSpPr>
                <a:stCxn id="167" idx="4"/>
                <a:endCxn id="165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4"/>
              <p:cNvCxnSpPr>
                <a:stCxn id="164" idx="4"/>
                <a:endCxn id="165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8" name="Google Shape;188;p4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9" name="Google Shape;189;p4"/>
              <p:cNvCxnSpPr>
                <a:stCxn id="170" idx="4"/>
                <a:endCxn id="188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4"/>
              <p:cNvCxnSpPr>
                <a:stCxn id="188" idx="1"/>
                <a:endCxn id="165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p4"/>
              <p:cNvCxnSpPr>
                <a:stCxn id="188" idx="0"/>
                <a:endCxn id="164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4"/>
              <p:cNvCxnSpPr>
                <a:stCxn id="188" idx="1"/>
                <a:endCxn id="166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4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94" name="Google Shape;194;p4"/>
              <p:cNvCxnSpPr>
                <a:stCxn id="188" idx="2"/>
                <a:endCxn id="193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4"/>
              <p:cNvCxnSpPr>
                <a:stCxn id="193" idx="1"/>
                <a:endCxn id="169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4"/>
              <p:cNvCxnSpPr>
                <a:stCxn id="193" idx="7"/>
                <a:endCxn id="165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7" name="Google Shape;197;p4"/>
            <p:cNvGrpSpPr/>
            <p:nvPr/>
          </p:nvGrpSpPr>
          <p:grpSpPr>
            <a:xfrm flipH="1" rot="10800000">
              <a:off x="-497962" y="2486033"/>
              <a:ext cx="3063625" cy="3321711"/>
              <a:chOff x="-460575" y="-671217"/>
              <a:chExt cx="3063625" cy="3321711"/>
            </a:xfrm>
          </p:grpSpPr>
          <p:cxnSp>
            <p:nvCxnSpPr>
              <p:cNvPr id="198" name="Google Shape;198;p4"/>
              <p:cNvCxnSpPr>
                <a:stCxn id="199" idx="6"/>
                <a:endCxn id="200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0" name="Google Shape;200;p4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05" name="Google Shape;205;p4"/>
              <p:cNvCxnSpPr>
                <a:stCxn id="204" idx="4"/>
                <a:endCxn id="202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4"/>
              <p:cNvCxnSpPr>
                <a:stCxn id="203" idx="4"/>
                <a:endCxn id="202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" name="Google Shape;207;p4"/>
              <p:cNvCxnSpPr>
                <a:stCxn id="203" idx="5"/>
                <a:endCxn id="204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" name="Google Shape;208;p4"/>
              <p:cNvCxnSpPr>
                <a:stCxn id="203" idx="0"/>
                <a:endCxn id="201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4"/>
              <p:cNvCxnSpPr>
                <a:stCxn id="203" idx="7"/>
                <a:endCxn id="199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4"/>
              <p:cNvCxnSpPr>
                <a:stCxn id="201" idx="5"/>
                <a:endCxn id="199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" name="Google Shape;211;p4"/>
              <p:cNvCxnSpPr>
                <a:stCxn id="201" idx="6"/>
                <a:endCxn id="200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" name="Google Shape;212;p4"/>
              <p:cNvCxnSpPr>
                <a:stCxn id="213" idx="1"/>
                <a:endCxn id="201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" name="Google Shape;214;p4"/>
              <p:cNvCxnSpPr>
                <a:stCxn id="204" idx="0"/>
                <a:endCxn id="199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4"/>
              <p:cNvCxnSpPr>
                <a:stCxn id="204" idx="0"/>
                <a:endCxn id="213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6" name="Google Shape;216;p4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7" name="Google Shape;217;p4"/>
              <p:cNvCxnSpPr>
                <a:stCxn id="201" idx="5"/>
                <a:endCxn id="216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" name="Google Shape;218;p4"/>
              <p:cNvCxnSpPr>
                <a:stCxn id="213" idx="7"/>
                <a:endCxn id="216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" name="Google Shape;219;p4"/>
              <p:cNvCxnSpPr>
                <a:stCxn id="216" idx="6"/>
                <a:endCxn id="200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0" name="Google Shape;220;p4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21" name="Google Shape;221;p4"/>
              <p:cNvCxnSpPr>
                <a:stCxn id="220" idx="0"/>
                <a:endCxn id="201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" name="Google Shape;222;p4"/>
              <p:cNvCxnSpPr>
                <a:stCxn id="220" idx="6"/>
                <a:endCxn id="199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4"/>
              <p:cNvCxnSpPr>
                <a:stCxn id="220" idx="5"/>
                <a:endCxn id="203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" name="Google Shape;224;p4"/>
              <p:cNvCxnSpPr>
                <a:stCxn id="220" idx="5"/>
                <a:endCxn id="202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" name="Google Shape;213;p4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225" name="Google Shape;225;p4"/>
          <p:cNvGrpSpPr/>
          <p:nvPr/>
        </p:nvGrpSpPr>
        <p:grpSpPr>
          <a:xfrm flipH="1" rot="10800000">
            <a:off x="144013" y="213488"/>
            <a:ext cx="406275" cy="563575"/>
            <a:chOff x="140150" y="4340075"/>
            <a:chExt cx="406275" cy="563575"/>
          </a:xfrm>
        </p:grpSpPr>
        <p:sp>
          <p:nvSpPr>
            <p:cNvPr id="226" name="Google Shape;226;p4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8" name="Google Shape;228;p4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2" name="Google Shape;232;p5"/>
          <p:cNvSpPr txBox="1"/>
          <p:nvPr>
            <p:ph idx="1" type="subTitle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5"/>
          <p:cNvSpPr txBox="1"/>
          <p:nvPr>
            <p:ph idx="2" type="subTitle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"/>
          <p:cNvSpPr txBox="1"/>
          <p:nvPr>
            <p:ph idx="3" type="subTitle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5"/>
          <p:cNvSpPr txBox="1"/>
          <p:nvPr>
            <p:ph idx="4" type="subTitle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36" name="Google Shape;236;p5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237" name="Google Shape;237;p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238" name="Google Shape;238;p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6" name="Google Shape;246;p5"/>
              <p:cNvCxnSpPr>
                <a:stCxn id="242" idx="5"/>
                <a:endCxn id="24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" name="Google Shape;247;p5"/>
              <p:cNvCxnSpPr>
                <a:stCxn id="243" idx="4"/>
                <a:endCxn id="24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" name="Google Shape;248;p5"/>
              <p:cNvCxnSpPr>
                <a:stCxn id="238" idx="6"/>
                <a:endCxn id="242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" name="Google Shape;249;p5"/>
              <p:cNvCxnSpPr>
                <a:stCxn id="242" idx="7"/>
                <a:endCxn id="24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5"/>
              <p:cNvCxnSpPr>
                <a:stCxn id="243" idx="6"/>
                <a:endCxn id="23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5"/>
              <p:cNvCxnSpPr>
                <a:stCxn id="241" idx="7"/>
                <a:endCxn id="239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" name="Google Shape;252;p5"/>
              <p:cNvCxnSpPr>
                <a:stCxn id="238" idx="6"/>
                <a:endCxn id="244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5"/>
              <p:cNvCxnSpPr>
                <a:stCxn id="244" idx="6"/>
                <a:endCxn id="241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5"/>
              <p:cNvCxnSpPr>
                <a:stCxn id="244" idx="5"/>
                <a:endCxn id="240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" name="Google Shape;255;p5"/>
              <p:cNvCxnSpPr>
                <a:stCxn id="240" idx="0"/>
                <a:endCxn id="24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5"/>
              <p:cNvCxnSpPr>
                <a:stCxn id="240" idx="7"/>
                <a:endCxn id="245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5"/>
              <p:cNvCxnSpPr>
                <a:stCxn id="241" idx="6"/>
                <a:endCxn id="245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5"/>
              <p:cNvCxnSpPr>
                <a:stCxn id="245" idx="0"/>
                <a:endCxn id="23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5"/>
              <p:cNvCxnSpPr>
                <a:stCxn id="243" idx="5"/>
                <a:endCxn id="24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5"/>
              <p:cNvCxnSpPr>
                <a:stCxn id="242" idx="6"/>
                <a:endCxn id="245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5"/>
              <p:cNvCxnSpPr>
                <a:stCxn id="242" idx="4"/>
                <a:endCxn id="24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5"/>
              <p:cNvCxnSpPr>
                <a:stCxn id="239" idx="4"/>
                <a:endCxn id="24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3" name="Google Shape;263;p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4" name="Google Shape;264;p5"/>
              <p:cNvCxnSpPr>
                <a:stCxn id="245" idx="4"/>
                <a:endCxn id="26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5"/>
              <p:cNvCxnSpPr>
                <a:stCxn id="263" idx="1"/>
                <a:endCxn id="24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5"/>
              <p:cNvCxnSpPr>
                <a:stCxn id="263" idx="0"/>
                <a:endCxn id="23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5"/>
              <p:cNvCxnSpPr>
                <a:stCxn id="263" idx="1"/>
                <a:endCxn id="24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8" name="Google Shape;268;p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9" name="Google Shape;269;p5"/>
              <p:cNvCxnSpPr>
                <a:stCxn id="263" idx="2"/>
                <a:endCxn id="26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5"/>
              <p:cNvCxnSpPr>
                <a:stCxn id="268" idx="1"/>
                <a:endCxn id="24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5"/>
              <p:cNvCxnSpPr>
                <a:stCxn id="268" idx="7"/>
                <a:endCxn id="240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2" name="Google Shape;272;p5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273" name="Google Shape;273;p5"/>
              <p:cNvCxnSpPr>
                <a:stCxn id="274" idx="6"/>
                <a:endCxn id="275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5" name="Google Shape;275;p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0" name="Google Shape;280;p5"/>
              <p:cNvCxnSpPr>
                <a:stCxn id="279" idx="4"/>
                <a:endCxn id="27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5"/>
              <p:cNvCxnSpPr>
                <a:stCxn id="278" idx="4"/>
                <a:endCxn id="27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5"/>
              <p:cNvCxnSpPr>
                <a:stCxn id="278" idx="5"/>
                <a:endCxn id="27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5"/>
              <p:cNvCxnSpPr>
                <a:stCxn id="278" idx="0"/>
                <a:endCxn id="27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5"/>
              <p:cNvCxnSpPr>
                <a:stCxn id="278" idx="7"/>
                <a:endCxn id="274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5"/>
              <p:cNvCxnSpPr>
                <a:stCxn id="276" idx="5"/>
                <a:endCxn id="27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5"/>
              <p:cNvCxnSpPr>
                <a:stCxn id="276" idx="6"/>
                <a:endCxn id="27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5"/>
              <p:cNvCxnSpPr>
                <a:stCxn id="288" idx="1"/>
                <a:endCxn id="27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5"/>
              <p:cNvCxnSpPr>
                <a:stCxn id="279" idx="0"/>
                <a:endCxn id="27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" name="Google Shape;290;p5"/>
              <p:cNvCxnSpPr>
                <a:stCxn id="279" idx="0"/>
                <a:endCxn id="288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1" name="Google Shape;291;p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2" name="Google Shape;292;p5"/>
              <p:cNvCxnSpPr>
                <a:stCxn id="276" idx="5"/>
                <a:endCxn id="29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5"/>
              <p:cNvCxnSpPr>
                <a:stCxn id="288" idx="7"/>
                <a:endCxn id="291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" name="Google Shape;294;p5"/>
              <p:cNvCxnSpPr>
                <a:stCxn id="291" idx="6"/>
                <a:endCxn id="275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5" name="Google Shape;295;p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6" name="Google Shape;296;p5"/>
              <p:cNvCxnSpPr>
                <a:stCxn id="295" idx="0"/>
                <a:endCxn id="276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5"/>
              <p:cNvCxnSpPr>
                <a:stCxn id="295" idx="6"/>
                <a:endCxn id="274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5"/>
              <p:cNvCxnSpPr>
                <a:stCxn id="295" idx="5"/>
                <a:endCxn id="27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5"/>
              <p:cNvCxnSpPr>
                <a:stCxn id="295" idx="5"/>
                <a:endCxn id="27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8" name="Google Shape;288;p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00" name="Google Shape;300;p5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01" name="Google Shape;301;p5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02" name="Google Shape;302;p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6" name="Google Shape;306;p5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07" name="Google Shape;307;p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12" name="Google Shape;312;p6"/>
          <p:cNvCxnSpPr>
            <a:stCxn id="313" idx="6"/>
            <a:endCxn id="314" idx="2"/>
          </p:cNvCxnSpPr>
          <p:nvPr/>
        </p:nvCxnSpPr>
        <p:spPr>
          <a:xfrm flipH="1" rot="10800000">
            <a:off x="193201" y="280868"/>
            <a:ext cx="388800" cy="1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5" name="Google Shape;315;p6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316" name="Google Shape;316;p6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317" name="Google Shape;317;p6"/>
              <p:cNvCxnSpPr>
                <a:stCxn id="314" idx="7"/>
                <a:endCxn id="318" idx="2"/>
              </p:cNvCxnSpPr>
              <p:nvPr/>
            </p:nvCxnSpPr>
            <p:spPr>
              <a:xfrm flipH="1" rot="10800000">
                <a:off x="936740" y="3228"/>
                <a:ext cx="518100" cy="24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8" name="Google Shape;318;p6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" name="Google Shape;322;p6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3" name="Google Shape;323;p6"/>
              <p:cNvCxnSpPr>
                <a:stCxn id="322" idx="4"/>
                <a:endCxn id="320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6"/>
              <p:cNvCxnSpPr>
                <a:stCxn id="321" idx="4"/>
                <a:endCxn id="320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" name="Google Shape;325;p6"/>
              <p:cNvCxnSpPr>
                <a:stCxn id="321" idx="5"/>
                <a:endCxn id="322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6"/>
              <p:cNvCxnSpPr>
                <a:stCxn id="321" idx="0"/>
                <a:endCxn id="319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6"/>
              <p:cNvCxnSpPr>
                <a:stCxn id="321" idx="0"/>
                <a:endCxn id="313" idx="3"/>
              </p:cNvCxnSpPr>
              <p:nvPr/>
            </p:nvCxnSpPr>
            <p:spPr>
              <a:xfrm flipH="1" rot="10800000">
                <a:off x="138575" y="443626"/>
                <a:ext cx="209100" cy="44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" name="Google Shape;328;p6"/>
              <p:cNvCxnSpPr>
                <a:stCxn id="319" idx="5"/>
                <a:endCxn id="313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" name="Google Shape;329;p6"/>
              <p:cNvCxnSpPr>
                <a:stCxn id="319" idx="6"/>
                <a:endCxn id="318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" name="Google Shape;330;p6"/>
              <p:cNvCxnSpPr>
                <a:stCxn id="314" idx="1"/>
                <a:endCxn id="319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" name="Google Shape;331;p6"/>
              <p:cNvCxnSpPr>
                <a:stCxn id="322" idx="0"/>
                <a:endCxn id="313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p6"/>
              <p:cNvCxnSpPr>
                <a:stCxn id="322" idx="0"/>
                <a:endCxn id="314" idx="3"/>
              </p:cNvCxnSpPr>
              <p:nvPr/>
            </p:nvCxnSpPr>
            <p:spPr>
              <a:xfrm flipH="1" rot="10800000">
                <a:off x="411626" y="348287"/>
                <a:ext cx="420600" cy="709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3" name="Google Shape;313;p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3" name="Google Shape;333;p6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334" name="Google Shape;334;p6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1" name="Google Shape;341;p6"/>
              <p:cNvCxnSpPr>
                <a:stCxn id="340" idx="7"/>
                <a:endCxn id="335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" name="Google Shape;342;p6"/>
              <p:cNvCxnSpPr>
                <a:stCxn id="335" idx="0"/>
                <a:endCxn id="339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" name="Google Shape;343;p6"/>
              <p:cNvCxnSpPr>
                <a:stCxn id="340" idx="0"/>
                <a:endCxn id="339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" name="Google Shape;344;p6"/>
              <p:cNvCxnSpPr>
                <a:stCxn id="336" idx="4"/>
                <a:endCxn id="339" idx="0"/>
              </p:cNvCxnSpPr>
              <p:nvPr/>
            </p:nvCxnSpPr>
            <p:spPr>
              <a:xfrm flipH="1" rot="10800000">
                <a:off x="8830026" y="4351769"/>
                <a:ext cx="49500" cy="49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" name="Google Shape;345;p6"/>
              <p:cNvCxnSpPr>
                <a:stCxn id="338" idx="2"/>
                <a:endCxn id="336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" name="Google Shape;346;p6"/>
              <p:cNvCxnSpPr>
                <a:stCxn id="337" idx="2"/>
                <a:endCxn id="336" idx="6"/>
              </p:cNvCxnSpPr>
              <p:nvPr/>
            </p:nvCxnSpPr>
            <p:spPr>
              <a:xfrm flipH="1" rot="10800000">
                <a:off x="7833175" y="4929600"/>
                <a:ext cx="918000" cy="33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" name="Google Shape;347;p6"/>
              <p:cNvCxnSpPr>
                <a:stCxn id="334" idx="1"/>
                <a:endCxn id="337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" name="Google Shape;348;p6"/>
              <p:cNvCxnSpPr>
                <a:stCxn id="334" idx="2"/>
                <a:endCxn id="338" idx="6"/>
              </p:cNvCxnSpPr>
              <p:nvPr/>
            </p:nvCxnSpPr>
            <p:spPr>
              <a:xfrm flipH="1" rot="10800000">
                <a:off x="7418926" y="4722269"/>
                <a:ext cx="817500" cy="13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" name="Google Shape;349;p6"/>
              <p:cNvCxnSpPr>
                <a:stCxn id="337" idx="3"/>
                <a:endCxn id="338" idx="7"/>
              </p:cNvCxnSpPr>
              <p:nvPr/>
            </p:nvCxnSpPr>
            <p:spPr>
              <a:xfrm flipH="1" rot="10800000">
                <a:off x="7820478" y="4770847"/>
                <a:ext cx="435900" cy="46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6"/>
              <p:cNvCxnSpPr>
                <a:stCxn id="338" idx="3"/>
                <a:endCxn id="335" idx="7"/>
              </p:cNvCxnSpPr>
              <p:nvPr/>
            </p:nvCxnSpPr>
            <p:spPr>
              <a:xfrm flipH="1" rot="10800000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1" name="Google Shape;351;p6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2" name="Google Shape;352;p6"/>
              <p:cNvCxnSpPr>
                <a:endCxn id="351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" name="Google Shape;353;p6"/>
              <p:cNvCxnSpPr>
                <a:stCxn id="339" idx="3"/>
                <a:endCxn id="351" idx="7"/>
              </p:cNvCxnSpPr>
              <p:nvPr/>
            </p:nvCxnSpPr>
            <p:spPr>
              <a:xfrm flipH="1" rot="10800000">
                <a:off x="8925402" y="3603217"/>
                <a:ext cx="309300" cy="63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4" name="Google Shape;354;p6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5" name="Google Shape;355;p6"/>
              <p:cNvCxnSpPr>
                <a:stCxn id="339" idx="1"/>
                <a:endCxn id="354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6"/>
              <p:cNvCxnSpPr>
                <a:stCxn id="351" idx="0"/>
                <a:endCxn id="354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" name="Google Shape;357;p6"/>
              <p:cNvCxnSpPr>
                <a:stCxn id="336" idx="2"/>
                <a:endCxn id="354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" name="Google Shape;358;p6"/>
              <p:cNvCxnSpPr>
                <a:stCxn id="337" idx="2"/>
                <a:endCxn id="354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6"/>
              <p:cNvCxnSpPr>
                <a:stCxn id="334" idx="2"/>
                <a:endCxn id="336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60" name="Google Shape;360;p6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361" name="Google Shape;361;p6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362" name="Google Shape;362;p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3" name="Google Shape;363;p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367" name="Google Shape;367;p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"/>
          <p:cNvSpPr txBox="1"/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7"/>
          <p:cNvSpPr txBox="1"/>
          <p:nvPr>
            <p:ph idx="1" type="subTitle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73" name="Google Shape;373;p7"/>
          <p:cNvSpPr/>
          <p:nvPr>
            <p:ph idx="2" type="pic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374" name="Google Shape;374;p7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375" name="Google Shape;375;p7"/>
            <p:cNvCxnSpPr>
              <a:stCxn id="376" idx="7"/>
              <a:endCxn id="377" idx="2"/>
            </p:cNvCxnSpPr>
            <p:nvPr/>
          </p:nvCxnSpPr>
          <p:spPr>
            <a:xfrm flipH="1" rot="10800000">
              <a:off x="332904" y="155655"/>
              <a:ext cx="893400" cy="22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7" name="Google Shape;377;p7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83" name="Google Shape;383;p7"/>
            <p:cNvCxnSpPr>
              <a:stCxn id="382" idx="4"/>
              <a:endCxn id="379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7"/>
            <p:cNvCxnSpPr>
              <a:stCxn id="381" idx="4"/>
              <a:endCxn id="379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7"/>
            <p:cNvCxnSpPr>
              <a:stCxn id="381" idx="5"/>
              <a:endCxn id="382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7"/>
            <p:cNvCxnSpPr>
              <a:stCxn id="381" idx="0"/>
              <a:endCxn id="378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7"/>
            <p:cNvCxnSpPr>
              <a:stCxn id="381" idx="7"/>
              <a:endCxn id="376" idx="3"/>
            </p:cNvCxnSpPr>
            <p:nvPr/>
          </p:nvCxnSpPr>
          <p:spPr>
            <a:xfrm flipH="1" rot="10800000">
              <a:off x="123629" y="443734"/>
              <a:ext cx="147900" cy="45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7"/>
            <p:cNvCxnSpPr>
              <a:stCxn id="378" idx="5"/>
              <a:endCxn id="376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7"/>
            <p:cNvCxnSpPr>
              <a:stCxn id="378" idx="6"/>
              <a:endCxn id="377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7"/>
            <p:cNvCxnSpPr>
              <a:stCxn id="380" idx="2"/>
              <a:endCxn id="378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p7"/>
            <p:cNvCxnSpPr>
              <a:stCxn id="382" idx="0"/>
              <a:endCxn id="376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7"/>
            <p:cNvCxnSpPr>
              <a:stCxn id="382" idx="0"/>
              <a:endCxn id="380" idx="3"/>
            </p:cNvCxnSpPr>
            <p:nvPr/>
          </p:nvCxnSpPr>
          <p:spPr>
            <a:xfrm flipH="1" rot="10800000">
              <a:off x="366025" y="296069"/>
              <a:ext cx="3810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6" name="Google Shape;376;p7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3" name="Google Shape;393;p7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394" name="Google Shape;394;p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5" name="Google Shape;395;p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6" name="Google Shape;396;p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7" name="Google Shape;397;p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/>
          <p:cNvSpPr txBox="1"/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00" name="Google Shape;400;p8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402" name="Google Shape;402;p8"/>
              <p:cNvSpPr/>
              <p:nvPr/>
            </p:nvSpPr>
            <p:spPr>
              <a:xfrm flipH="1" rot="10800000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 flipH="1" rot="10800000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 flipH="1" rot="10800000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 flipH="1" rot="10800000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 flipH="1" rot="10800000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 flipH="1" rot="10800000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 flipH="1" rot="10800000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 flipH="1" rot="10800000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0" name="Google Shape;410;p8"/>
              <p:cNvCxnSpPr>
                <a:stCxn id="406" idx="5"/>
                <a:endCxn id="405" idx="1"/>
              </p:cNvCxnSpPr>
              <p:nvPr/>
            </p:nvCxnSpPr>
            <p:spPr>
              <a:xfrm flipH="1" rot="10800000">
                <a:off x="68289" y="5684974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" name="Google Shape;411;p8"/>
              <p:cNvCxnSpPr>
                <a:stCxn id="407" idx="4"/>
                <a:endCxn id="405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" name="Google Shape;412;p8"/>
              <p:cNvCxnSpPr>
                <a:stCxn id="402" idx="6"/>
                <a:endCxn id="405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" name="Google Shape;413;p8"/>
              <p:cNvCxnSpPr>
                <a:stCxn id="402" idx="0"/>
                <a:endCxn id="406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" name="Google Shape;414;p8"/>
              <p:cNvCxnSpPr>
                <a:stCxn id="406" idx="7"/>
                <a:endCxn id="407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" name="Google Shape;415;p8"/>
              <p:cNvCxnSpPr>
                <a:stCxn id="407" idx="6"/>
                <a:endCxn id="403" idx="2"/>
              </p:cNvCxnSpPr>
              <p:nvPr/>
            </p:nvCxnSpPr>
            <p:spPr>
              <a:xfrm flipH="1" rot="10800000">
                <a:off x="1267079" y="6558020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" name="Google Shape;416;p8"/>
              <p:cNvCxnSpPr>
                <a:stCxn id="405" idx="7"/>
                <a:endCxn id="403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" name="Google Shape;417;p8"/>
              <p:cNvCxnSpPr>
                <a:stCxn id="402" idx="5"/>
                <a:endCxn id="408" idx="1"/>
              </p:cNvCxnSpPr>
              <p:nvPr/>
            </p:nvCxnSpPr>
            <p:spPr>
              <a:xfrm flipH="1" rot="10800000">
                <a:off x="-270410" y="4743265"/>
                <a:ext cx="537600" cy="8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" name="Google Shape;418;p8"/>
              <p:cNvCxnSpPr>
                <a:stCxn id="408" idx="7"/>
                <a:endCxn id="405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" name="Google Shape;419;p8"/>
              <p:cNvCxnSpPr>
                <a:stCxn id="408" idx="6"/>
                <a:endCxn id="404" idx="2"/>
              </p:cNvCxnSpPr>
              <p:nvPr/>
            </p:nvCxnSpPr>
            <p:spPr>
              <a:xfrm flipH="1" rot="10800000">
                <a:off x="378648" y="4180552"/>
                <a:ext cx="9525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" name="Google Shape;420;p8"/>
              <p:cNvCxnSpPr>
                <a:stCxn id="404" idx="1"/>
                <a:endCxn id="405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" name="Google Shape;421;p8"/>
              <p:cNvCxnSpPr>
                <a:stCxn id="409" idx="1"/>
                <a:endCxn id="403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" name="Google Shape;422;p8"/>
              <p:cNvCxnSpPr>
                <a:stCxn id="406" idx="6"/>
                <a:endCxn id="409" idx="1"/>
              </p:cNvCxnSpPr>
              <p:nvPr/>
            </p:nvCxnSpPr>
            <p:spPr>
              <a:xfrm flipH="1" rot="10800000">
                <a:off x="82392" y="4994221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" name="Google Shape;423;p8"/>
              <p:cNvCxnSpPr>
                <a:stCxn id="403" idx="4"/>
                <a:endCxn id="404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" name="Google Shape;424;p8"/>
              <p:cNvCxnSpPr>
                <a:stCxn id="402" idx="5"/>
                <a:endCxn id="404" idx="1"/>
              </p:cNvCxnSpPr>
              <p:nvPr/>
            </p:nvCxnSpPr>
            <p:spPr>
              <a:xfrm flipH="1" rot="10800000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5" name="Google Shape;425;p8"/>
              <p:cNvSpPr/>
              <p:nvPr/>
            </p:nvSpPr>
            <p:spPr>
              <a:xfrm flipH="1" rot="10800000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6" name="Google Shape;426;p8"/>
              <p:cNvCxnSpPr>
                <a:stCxn id="409" idx="2"/>
                <a:endCxn id="425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" name="Google Shape;427;p8"/>
              <p:cNvCxnSpPr>
                <a:stCxn id="425" idx="2"/>
                <a:endCxn id="404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" name="Google Shape;428;p8"/>
              <p:cNvCxnSpPr>
                <a:stCxn id="425" idx="0"/>
                <a:endCxn id="403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" name="Google Shape;429;p8"/>
              <p:cNvCxnSpPr>
                <a:stCxn id="425" idx="1"/>
                <a:endCxn id="405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0" name="Google Shape;430;p8"/>
              <p:cNvSpPr/>
              <p:nvPr/>
            </p:nvSpPr>
            <p:spPr>
              <a:xfrm flipH="1" rot="10800000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1" name="Google Shape;431;p8"/>
              <p:cNvCxnSpPr>
                <a:stCxn id="404" idx="3"/>
                <a:endCxn id="430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8"/>
              <p:cNvCxnSpPr>
                <a:stCxn id="430" idx="1"/>
                <a:endCxn id="408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33" name="Google Shape;433;p8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434" name="Google Shape;434;p8"/>
              <p:cNvSpPr/>
              <p:nvPr/>
            </p:nvSpPr>
            <p:spPr>
              <a:xfrm flipH="1" rot="9591490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 flipH="1" rot="9591490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 flipH="1" rot="9590696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 flipH="1" rot="9588852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 flipH="1" rot="9585450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 flipH="1" rot="9588852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 flipH="1" rot="9588852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 flipH="1" rot="9585450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2" name="Google Shape;442;p8"/>
              <p:cNvCxnSpPr>
                <a:stCxn id="438" idx="5"/>
                <a:endCxn id="437" idx="1"/>
              </p:cNvCxnSpPr>
              <p:nvPr/>
            </p:nvCxnSpPr>
            <p:spPr>
              <a:xfrm flipH="1" rot="10800000">
                <a:off x="7373121" y="54962"/>
                <a:ext cx="433800" cy="64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8"/>
              <p:cNvCxnSpPr>
                <a:stCxn id="439" idx="4"/>
                <a:endCxn id="437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" name="Google Shape;444;p8"/>
              <p:cNvCxnSpPr>
                <a:stCxn id="434" idx="6"/>
                <a:endCxn id="438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" name="Google Shape;445;p8"/>
              <p:cNvCxnSpPr>
                <a:stCxn id="438" idx="7"/>
                <a:endCxn id="439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" name="Google Shape;446;p8"/>
              <p:cNvCxnSpPr>
                <a:stCxn id="439" idx="6"/>
                <a:endCxn id="435" idx="1"/>
              </p:cNvCxnSpPr>
              <p:nvPr/>
            </p:nvCxnSpPr>
            <p:spPr>
              <a:xfrm flipH="1" rot="10800000">
                <a:off x="8611941" y="639171"/>
                <a:ext cx="337200" cy="103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" name="Google Shape;447;p8"/>
              <p:cNvCxnSpPr>
                <a:stCxn id="437" idx="7"/>
                <a:endCxn id="435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8"/>
              <p:cNvCxnSpPr>
                <a:stCxn id="434" idx="6"/>
                <a:endCxn id="440" idx="1"/>
              </p:cNvCxnSpPr>
              <p:nvPr/>
            </p:nvCxnSpPr>
            <p:spPr>
              <a:xfrm flipH="1" rot="10800000">
                <a:off x="5286857" y="152283"/>
                <a:ext cx="1404600" cy="45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" name="Google Shape;449;p8"/>
              <p:cNvCxnSpPr>
                <a:stCxn id="440" idx="7"/>
                <a:endCxn id="437" idx="2"/>
              </p:cNvCxnSpPr>
              <p:nvPr/>
            </p:nvCxnSpPr>
            <p:spPr>
              <a:xfrm flipH="1" rot="10800000">
                <a:off x="6778004" y="18383"/>
                <a:ext cx="9951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" name="Google Shape;450;p8"/>
              <p:cNvCxnSpPr>
                <a:stCxn id="440" idx="5"/>
                <a:endCxn id="436" idx="2"/>
              </p:cNvCxnSpPr>
              <p:nvPr/>
            </p:nvCxnSpPr>
            <p:spPr>
              <a:xfrm flipH="1" rot="10800000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" name="Google Shape;451;p8"/>
              <p:cNvCxnSpPr>
                <a:stCxn id="436" idx="0"/>
                <a:endCxn id="437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" name="Google Shape;452;p8"/>
              <p:cNvCxnSpPr>
                <a:stCxn id="436" idx="7"/>
                <a:endCxn id="441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" name="Google Shape;453;p8"/>
              <p:cNvCxnSpPr>
                <a:stCxn id="437" idx="6"/>
                <a:endCxn id="441" idx="2"/>
              </p:cNvCxnSpPr>
              <p:nvPr/>
            </p:nvCxnSpPr>
            <p:spPr>
              <a:xfrm flipH="1" rot="10800000">
                <a:off x="7895495" y="-540814"/>
                <a:ext cx="978900" cy="51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" name="Google Shape;454;p8"/>
              <p:cNvCxnSpPr>
                <a:stCxn id="441" idx="0"/>
                <a:endCxn id="435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" name="Google Shape;455;p8"/>
              <p:cNvCxnSpPr>
                <a:stCxn id="439" idx="5"/>
                <a:endCxn id="441" idx="1"/>
              </p:cNvCxnSpPr>
              <p:nvPr/>
            </p:nvCxnSpPr>
            <p:spPr>
              <a:xfrm flipH="1" rot="10800000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" name="Google Shape;456;p8"/>
              <p:cNvCxnSpPr>
                <a:stCxn id="438" idx="6"/>
                <a:endCxn id="441" idx="1"/>
              </p:cNvCxnSpPr>
              <p:nvPr/>
            </p:nvCxnSpPr>
            <p:spPr>
              <a:xfrm flipH="1" rot="10800000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" name="Google Shape;457;p8"/>
              <p:cNvCxnSpPr>
                <a:stCxn id="438" idx="4"/>
                <a:endCxn id="436" idx="1"/>
              </p:cNvCxnSpPr>
              <p:nvPr/>
            </p:nvCxnSpPr>
            <p:spPr>
              <a:xfrm flipH="1" rot="10800000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" name="Google Shape;458;p8"/>
              <p:cNvCxnSpPr>
                <a:stCxn id="435" idx="4"/>
                <a:endCxn id="436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" name="Google Shape;459;p8"/>
              <p:cNvCxnSpPr>
                <a:stCxn id="434" idx="6"/>
                <a:endCxn id="436" idx="1"/>
              </p:cNvCxnSpPr>
              <p:nvPr/>
            </p:nvCxnSpPr>
            <p:spPr>
              <a:xfrm flipH="1" rot="10800000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0" name="Google Shape;460;p8"/>
              <p:cNvSpPr/>
              <p:nvPr/>
            </p:nvSpPr>
            <p:spPr>
              <a:xfrm flipH="1" rot="9588852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1" name="Google Shape;461;p8"/>
              <p:cNvCxnSpPr>
                <a:stCxn id="441" idx="4"/>
                <a:endCxn id="460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" name="Google Shape;462;p8"/>
              <p:cNvCxnSpPr>
                <a:stCxn id="460" idx="2"/>
                <a:endCxn id="436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" name="Google Shape;463;p8"/>
              <p:cNvCxnSpPr>
                <a:stCxn id="460" idx="0"/>
                <a:endCxn id="435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" name="Google Shape;464;p8"/>
              <p:cNvCxnSpPr>
                <a:stCxn id="460" idx="1"/>
                <a:endCxn id="437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5" name="Google Shape;465;p8"/>
              <p:cNvSpPr/>
              <p:nvPr/>
            </p:nvSpPr>
            <p:spPr>
              <a:xfrm flipH="1" rot="9591490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6" name="Google Shape;466;p8"/>
              <p:cNvCxnSpPr>
                <a:stCxn id="460" idx="2"/>
                <a:endCxn id="465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" name="Google Shape;467;p8"/>
              <p:cNvCxnSpPr>
                <a:stCxn id="465" idx="1"/>
                <a:endCxn id="440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0" name="Google Shape;470;p9"/>
          <p:cNvSpPr txBox="1"/>
          <p:nvPr>
            <p:ph idx="1" type="subTitle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9"/>
          <p:cNvSpPr txBox="1"/>
          <p:nvPr>
            <p:ph idx="2" type="subTitle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2" name="Google Shape;472;p9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473" name="Google Shape;473;p9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474" name="Google Shape;474;p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77" name="Google Shape;477;p9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478" name="Google Shape;478;p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82" name="Google Shape;482;p9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483" name="Google Shape;483;p9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484" name="Google Shape;484;p9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2" name="Google Shape;492;p9"/>
              <p:cNvCxnSpPr>
                <a:stCxn id="488" idx="5"/>
                <a:endCxn id="48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9"/>
              <p:cNvCxnSpPr>
                <a:stCxn id="489" idx="4"/>
                <a:endCxn id="48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4" name="Google Shape;494;p9"/>
              <p:cNvCxnSpPr>
                <a:stCxn id="484" idx="0"/>
                <a:endCxn id="48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" name="Google Shape;495;p9"/>
              <p:cNvCxnSpPr>
                <a:stCxn id="488" idx="6"/>
                <a:endCxn id="48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" name="Google Shape;496;p9"/>
              <p:cNvCxnSpPr>
                <a:stCxn id="489" idx="6"/>
                <a:endCxn id="48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" name="Google Shape;497;p9"/>
              <p:cNvCxnSpPr>
                <a:stCxn id="487" idx="6"/>
                <a:endCxn id="48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8" name="Google Shape;498;p9"/>
              <p:cNvCxnSpPr>
                <a:stCxn id="484" idx="6"/>
                <a:endCxn id="49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" name="Google Shape;499;p9"/>
              <p:cNvCxnSpPr>
                <a:stCxn id="484" idx="7"/>
                <a:endCxn id="48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" name="Google Shape;500;p9"/>
              <p:cNvCxnSpPr>
                <a:stCxn id="490" idx="7"/>
                <a:endCxn id="48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" name="Google Shape;501;p9"/>
              <p:cNvCxnSpPr>
                <a:stCxn id="486" idx="0"/>
                <a:endCxn id="48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" name="Google Shape;502;p9"/>
              <p:cNvCxnSpPr>
                <a:stCxn id="491" idx="2"/>
                <a:endCxn id="48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3" name="Google Shape;503;p9"/>
              <p:cNvCxnSpPr>
                <a:stCxn id="489" idx="7"/>
                <a:endCxn id="49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4" name="Google Shape;504;p9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5" name="Google Shape;505;p9"/>
              <p:cNvCxnSpPr>
                <a:stCxn id="491" idx="3"/>
                <a:endCxn id="50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" name="Google Shape;506;p9"/>
              <p:cNvCxnSpPr>
                <a:stCxn id="504" idx="2"/>
                <a:endCxn id="48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" name="Google Shape;507;p9"/>
              <p:cNvCxnSpPr>
                <a:stCxn id="504" idx="0"/>
                <a:endCxn id="48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" name="Google Shape;508;p9"/>
              <p:cNvCxnSpPr>
                <a:stCxn id="504" idx="1"/>
                <a:endCxn id="48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9" name="Google Shape;509;p9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0" name="Google Shape;510;p9"/>
              <p:cNvCxnSpPr>
                <a:stCxn id="486" idx="2"/>
                <a:endCxn id="50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" name="Google Shape;511;p9"/>
              <p:cNvCxnSpPr>
                <a:stCxn id="509" idx="3"/>
                <a:endCxn id="48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" name="Google Shape;512;p9"/>
              <p:cNvCxnSpPr>
                <a:stCxn id="487" idx="4"/>
                <a:endCxn id="50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9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4" name="Google Shape;514;p9"/>
              <p:cNvCxnSpPr>
                <a:stCxn id="487" idx="0"/>
                <a:endCxn id="51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" name="Google Shape;515;p9"/>
              <p:cNvCxnSpPr>
                <a:stCxn id="488" idx="7"/>
                <a:endCxn id="51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16" name="Google Shape;516;p9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517" name="Google Shape;517;p9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5" name="Google Shape;525;p9"/>
              <p:cNvCxnSpPr>
                <a:stCxn id="522" idx="4"/>
                <a:endCxn id="52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" name="Google Shape;526;p9"/>
              <p:cNvCxnSpPr>
                <a:stCxn id="517" idx="7"/>
                <a:endCxn id="52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" name="Google Shape;527;p9"/>
              <p:cNvCxnSpPr>
                <a:stCxn id="521" idx="7"/>
                <a:endCxn id="52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9"/>
              <p:cNvCxnSpPr>
                <a:stCxn id="522" idx="6"/>
                <a:endCxn id="51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" name="Google Shape;529;p9"/>
              <p:cNvCxnSpPr>
                <a:stCxn id="520" idx="7"/>
                <a:endCxn id="51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9"/>
              <p:cNvCxnSpPr>
                <a:stCxn id="517" idx="6"/>
                <a:endCxn id="52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" name="Google Shape;531;p9"/>
              <p:cNvCxnSpPr>
                <a:stCxn id="523" idx="0"/>
                <a:endCxn id="52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9"/>
              <p:cNvCxnSpPr>
                <a:stCxn id="523" idx="5"/>
                <a:endCxn id="51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9"/>
              <p:cNvCxnSpPr>
                <a:stCxn id="519" idx="0"/>
                <a:endCxn id="52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" name="Google Shape;534;p9"/>
              <p:cNvCxnSpPr>
                <a:stCxn id="519" idx="7"/>
                <a:endCxn id="52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" name="Google Shape;535;p9"/>
              <p:cNvCxnSpPr>
                <a:stCxn id="520" idx="6"/>
                <a:endCxn id="52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" name="Google Shape;536;p9"/>
              <p:cNvCxnSpPr>
                <a:stCxn id="524" idx="0"/>
                <a:endCxn id="51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" name="Google Shape;537;p9"/>
              <p:cNvCxnSpPr>
                <a:stCxn id="522" idx="5"/>
                <a:endCxn id="52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8" name="Google Shape;538;p9"/>
              <p:cNvCxnSpPr>
                <a:stCxn id="521" idx="6"/>
                <a:endCxn id="52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9" name="Google Shape;539;p9"/>
              <p:cNvCxnSpPr>
                <a:stCxn id="521" idx="5"/>
                <a:endCxn id="52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0" name="Google Shape;540;p9"/>
              <p:cNvCxnSpPr>
                <a:stCxn id="518" idx="4"/>
                <a:endCxn id="51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1" name="Google Shape;541;p9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2" name="Google Shape;542;p9"/>
              <p:cNvCxnSpPr>
                <a:stCxn id="524" idx="4"/>
                <a:endCxn id="54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3" name="Google Shape;543;p9"/>
              <p:cNvCxnSpPr>
                <a:stCxn id="541" idx="1"/>
                <a:endCxn id="51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4" name="Google Shape;544;p9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5" name="Google Shape;545;p9"/>
              <p:cNvCxnSpPr>
                <a:stCxn id="541" idx="2"/>
                <a:endCxn id="54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" name="Google Shape;546;p9"/>
              <p:cNvCxnSpPr>
                <a:stCxn id="544" idx="1"/>
                <a:endCxn id="52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" name="Google Shape;547;p9"/>
              <p:cNvCxnSpPr>
                <a:stCxn id="544" idx="7"/>
                <a:endCxn id="51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"/>
          <p:cNvSpPr txBox="1"/>
          <p:nvPr>
            <p:ph hasCustomPrompt="1" type="title"/>
          </p:nvPr>
        </p:nvSpPr>
        <p:spPr>
          <a:xfrm>
            <a:off x="1284000" y="1714512"/>
            <a:ext cx="6576000" cy="12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3" name="Google Shape;553;p11"/>
          <p:cNvSpPr txBox="1"/>
          <p:nvPr>
            <p:ph idx="1" type="subTitle"/>
          </p:nvPr>
        </p:nvSpPr>
        <p:spPr>
          <a:xfrm>
            <a:off x="1284000" y="2922288"/>
            <a:ext cx="65760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54" name="Google Shape;554;p11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555" name="Google Shape;555;p11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556" name="Google Shape;556;p11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7" name="Google Shape;557;p11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8" name="Google Shape;558;p11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" name="Google Shape;559;p11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0" name="Google Shape;560;p11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" name="Google Shape;561;p11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" name="Google Shape;562;p11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3" name="Google Shape;563;p11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4" name="Google Shape;564;p11"/>
              <p:cNvCxnSpPr>
                <a:stCxn id="560" idx="5"/>
                <a:endCxn id="55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11"/>
              <p:cNvCxnSpPr>
                <a:stCxn id="561" idx="4"/>
                <a:endCxn id="55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" name="Google Shape;566;p11"/>
              <p:cNvCxnSpPr>
                <a:stCxn id="556" idx="6"/>
                <a:endCxn id="56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" name="Google Shape;567;p11"/>
              <p:cNvCxnSpPr>
                <a:stCxn id="560" idx="7"/>
                <a:endCxn id="56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" name="Google Shape;568;p11"/>
              <p:cNvCxnSpPr>
                <a:stCxn id="561" idx="6"/>
                <a:endCxn id="55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" name="Google Shape;569;p11"/>
              <p:cNvCxnSpPr>
                <a:stCxn id="559" idx="7"/>
                <a:endCxn id="55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0" name="Google Shape;570;p11"/>
              <p:cNvCxnSpPr>
                <a:stCxn id="556" idx="6"/>
                <a:endCxn id="56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1" name="Google Shape;571;p11"/>
              <p:cNvCxnSpPr>
                <a:stCxn id="562" idx="6"/>
                <a:endCxn id="55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" name="Google Shape;572;p11"/>
              <p:cNvCxnSpPr>
                <a:stCxn id="562" idx="6"/>
                <a:endCxn id="55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" name="Google Shape;573;p11"/>
              <p:cNvCxnSpPr>
                <a:stCxn id="558" idx="7"/>
                <a:endCxn id="56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" name="Google Shape;574;p11"/>
              <p:cNvCxnSpPr>
                <a:stCxn id="559" idx="6"/>
                <a:endCxn id="56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" name="Google Shape;575;p11"/>
              <p:cNvCxnSpPr>
                <a:stCxn id="563" idx="0"/>
                <a:endCxn id="55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" name="Google Shape;576;p11"/>
              <p:cNvCxnSpPr>
                <a:stCxn id="561" idx="5"/>
                <a:endCxn id="56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" name="Google Shape;577;p11"/>
              <p:cNvCxnSpPr>
                <a:stCxn id="560" idx="6"/>
                <a:endCxn id="56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" name="Google Shape;578;p11"/>
              <p:cNvCxnSpPr>
                <a:stCxn id="560" idx="4"/>
                <a:endCxn id="55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9" name="Google Shape;579;p11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0" name="Google Shape;580;p11"/>
              <p:cNvCxnSpPr>
                <a:stCxn id="563" idx="4"/>
                <a:endCxn id="57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" name="Google Shape;581;p11"/>
              <p:cNvCxnSpPr>
                <a:stCxn id="579" idx="1"/>
                <a:endCxn id="55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" name="Google Shape;582;p11"/>
              <p:cNvCxnSpPr>
                <a:stCxn id="579" idx="1"/>
                <a:endCxn id="55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3" name="Google Shape;583;p11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84" name="Google Shape;584;p11"/>
              <p:cNvCxnSpPr>
                <a:stCxn id="561" idx="0"/>
                <a:endCxn id="58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" name="Google Shape;585;p11"/>
              <p:cNvCxnSpPr>
                <a:stCxn id="557" idx="0"/>
                <a:endCxn id="58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86" name="Google Shape;586;p11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587" name="Google Shape;587;p11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8" name="Google Shape;588;p11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9" name="Google Shape;589;p11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0" name="Google Shape;590;p11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1" name="Google Shape;591;p11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2" name="Google Shape;592;p11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3" name="Google Shape;593;p11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4" name="Google Shape;594;p11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95" name="Google Shape;595;p11"/>
              <p:cNvCxnSpPr>
                <a:stCxn id="591" idx="5"/>
                <a:endCxn id="590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" name="Google Shape;596;p11"/>
              <p:cNvCxnSpPr>
                <a:stCxn id="592" idx="4"/>
                <a:endCxn id="59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" name="Google Shape;597;p11"/>
              <p:cNvCxnSpPr>
                <a:stCxn id="587" idx="6"/>
                <a:endCxn id="59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" name="Google Shape;598;p11"/>
              <p:cNvCxnSpPr>
                <a:stCxn id="587" idx="0"/>
                <a:endCxn id="59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" name="Google Shape;599;p11"/>
              <p:cNvCxnSpPr>
                <a:stCxn id="591" idx="7"/>
                <a:endCxn id="59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" name="Google Shape;600;p11"/>
              <p:cNvCxnSpPr>
                <a:stCxn id="592" idx="6"/>
                <a:endCxn id="588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" name="Google Shape;601;p11"/>
              <p:cNvCxnSpPr>
                <a:stCxn id="590" idx="7"/>
                <a:endCxn id="58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" name="Google Shape;602;p11"/>
              <p:cNvCxnSpPr>
                <a:stCxn id="587" idx="5"/>
                <a:endCxn id="593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3" name="Google Shape;603;p11"/>
              <p:cNvCxnSpPr>
                <a:stCxn id="593" idx="7"/>
                <a:endCxn id="59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" name="Google Shape;604;p11"/>
              <p:cNvCxnSpPr>
                <a:stCxn id="593" idx="7"/>
                <a:endCxn id="589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" name="Google Shape;605;p11"/>
              <p:cNvCxnSpPr>
                <a:stCxn id="589" idx="0"/>
                <a:endCxn id="59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6" name="Google Shape;606;p11"/>
              <p:cNvCxnSpPr>
                <a:stCxn id="594" idx="1"/>
                <a:endCxn id="58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7" name="Google Shape;607;p11"/>
              <p:cNvCxnSpPr>
                <a:stCxn id="591" idx="6"/>
                <a:endCxn id="594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" name="Google Shape;608;p11"/>
              <p:cNvCxnSpPr>
                <a:stCxn id="588" idx="4"/>
                <a:endCxn id="58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9" name="Google Shape;609;p11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0" name="Google Shape;610;p11"/>
              <p:cNvCxnSpPr>
                <a:stCxn id="594" idx="2"/>
                <a:endCxn id="60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" name="Google Shape;611;p11"/>
              <p:cNvCxnSpPr>
                <a:stCxn id="609" idx="2"/>
                <a:endCxn id="58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" name="Google Shape;612;p11"/>
              <p:cNvCxnSpPr>
                <a:stCxn id="609" idx="0"/>
                <a:endCxn id="58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3" name="Google Shape;613;p11"/>
              <p:cNvCxnSpPr>
                <a:stCxn id="609" idx="1"/>
                <a:endCxn id="59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4" name="Google Shape;614;p11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5" name="Google Shape;615;p11"/>
              <p:cNvCxnSpPr>
                <a:stCxn id="589" idx="3"/>
                <a:endCxn id="61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" name="Google Shape;616;p11"/>
              <p:cNvCxnSpPr>
                <a:stCxn id="614" idx="0"/>
                <a:endCxn id="59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7" name="Google Shape;617;p11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18" name="Google Shape;618;p11"/>
              <p:cNvCxnSpPr>
                <a:stCxn id="587" idx="6"/>
                <a:endCxn id="617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" name="Google Shape;619;p11"/>
              <p:cNvCxnSpPr>
                <a:stCxn id="593" idx="0"/>
                <a:endCxn id="61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0" name="Google Shape;620;p11"/>
              <p:cNvCxnSpPr>
                <a:stCxn id="617" idx="6"/>
                <a:endCxn id="59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1" name="Google Shape;621;p11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2" name="Google Shape;622;p11"/>
              <p:cNvCxnSpPr>
                <a:stCxn id="614" idx="5"/>
                <a:endCxn id="621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3" name="Google Shape;623;p11"/>
              <p:cNvCxnSpPr>
                <a:stCxn id="621" idx="7"/>
                <a:endCxn id="58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4" name="Google Shape;624;p11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5" name="Google Shape;625;p11"/>
              <p:cNvCxnSpPr>
                <a:stCxn id="614" idx="0"/>
                <a:endCxn id="62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" name="Google Shape;626;p11"/>
              <p:cNvCxnSpPr>
                <a:stCxn id="624" idx="1"/>
                <a:endCxn id="59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" name="Google Shape;627;p11"/>
              <p:cNvCxnSpPr>
                <a:stCxn id="624" idx="6"/>
                <a:endCxn id="58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31" name="Google Shape;631;p13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632" name="Google Shape;632;p13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633" name="Google Shape;633;p1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36" name="Google Shape;636;p13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637" name="Google Shape;637;p1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41" name="Google Shape;641;p13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642" name="Google Shape;642;p13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643" name="Google Shape;643;p13"/>
              <p:cNvCxnSpPr>
                <a:stCxn id="644" idx="6"/>
                <a:endCxn id="645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5" name="Google Shape;645;p1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0" name="Google Shape;650;p13"/>
              <p:cNvCxnSpPr>
                <a:stCxn id="649" idx="4"/>
                <a:endCxn id="647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" name="Google Shape;651;p13"/>
              <p:cNvCxnSpPr>
                <a:stCxn id="648" idx="4"/>
                <a:endCxn id="64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" name="Google Shape;652;p13"/>
              <p:cNvCxnSpPr>
                <a:stCxn id="648" idx="5"/>
                <a:endCxn id="649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3" name="Google Shape;653;p13"/>
              <p:cNvCxnSpPr>
                <a:stCxn id="648" idx="0"/>
                <a:endCxn id="64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13"/>
              <p:cNvCxnSpPr>
                <a:stCxn id="648" idx="7"/>
                <a:endCxn id="644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" name="Google Shape;655;p13"/>
              <p:cNvCxnSpPr>
                <a:stCxn id="646" idx="5"/>
                <a:endCxn id="64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" name="Google Shape;656;p13"/>
              <p:cNvCxnSpPr>
                <a:stCxn id="646" idx="6"/>
                <a:endCxn id="64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" name="Google Shape;657;p13"/>
              <p:cNvCxnSpPr>
                <a:stCxn id="658" idx="1"/>
                <a:endCxn id="64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" name="Google Shape;659;p13"/>
              <p:cNvCxnSpPr>
                <a:stCxn id="649" idx="0"/>
                <a:endCxn id="644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" name="Google Shape;660;p13"/>
              <p:cNvCxnSpPr>
                <a:stCxn id="649" idx="0"/>
                <a:endCxn id="658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1" name="Google Shape;661;p1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2" name="Google Shape;662;p13"/>
              <p:cNvCxnSpPr>
                <a:stCxn id="646" idx="5"/>
                <a:endCxn id="66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" name="Google Shape;663;p13"/>
              <p:cNvCxnSpPr>
                <a:stCxn id="658" idx="7"/>
                <a:endCxn id="661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4" name="Google Shape;664;p13"/>
              <p:cNvCxnSpPr>
                <a:stCxn id="661" idx="6"/>
                <a:endCxn id="645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5" name="Google Shape;665;p1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6" name="Google Shape;666;p13"/>
              <p:cNvCxnSpPr>
                <a:stCxn id="665" idx="0"/>
                <a:endCxn id="646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" name="Google Shape;667;p13"/>
              <p:cNvCxnSpPr>
                <a:stCxn id="665" idx="6"/>
                <a:endCxn id="644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" name="Google Shape;668;p13"/>
              <p:cNvCxnSpPr>
                <a:stCxn id="665" idx="5"/>
                <a:endCxn id="64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" name="Google Shape;669;p13"/>
              <p:cNvCxnSpPr>
                <a:stCxn id="665" idx="5"/>
                <a:endCxn id="64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8" name="Google Shape;658;p1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0" name="Google Shape;670;p13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671" name="Google Shape;671;p13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9" name="Google Shape;679;p13"/>
              <p:cNvCxnSpPr>
                <a:stCxn id="675" idx="5"/>
                <a:endCxn id="674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" name="Google Shape;680;p13"/>
              <p:cNvCxnSpPr>
                <a:stCxn id="676" idx="4"/>
                <a:endCxn id="674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" name="Google Shape;681;p13"/>
              <p:cNvCxnSpPr>
                <a:stCxn id="671" idx="0"/>
                <a:endCxn id="675" idx="3"/>
              </p:cNvCxnSpPr>
              <p:nvPr/>
            </p:nvCxnSpPr>
            <p:spPr>
              <a:xfrm flipH="1" rot="-459979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2" name="Google Shape;682;p13"/>
              <p:cNvCxnSpPr>
                <a:stCxn id="675" idx="7"/>
                <a:endCxn id="676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3" name="Google Shape;683;p13"/>
              <p:cNvCxnSpPr>
                <a:stCxn id="676" idx="6"/>
                <a:endCxn id="672" idx="1"/>
              </p:cNvCxnSpPr>
              <p:nvPr/>
            </p:nvCxnSpPr>
            <p:spPr>
              <a:xfrm flipH="1" rot="10342167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" name="Google Shape;684;p13"/>
              <p:cNvCxnSpPr>
                <a:stCxn id="674" idx="5"/>
                <a:endCxn id="672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" name="Google Shape;685;p13"/>
              <p:cNvCxnSpPr>
                <a:stCxn id="671" idx="6"/>
                <a:endCxn id="677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" name="Google Shape;686;p13"/>
              <p:cNvCxnSpPr>
                <a:stCxn id="671" idx="7"/>
                <a:endCxn id="674" idx="3"/>
              </p:cNvCxnSpPr>
              <p:nvPr/>
            </p:nvCxnSpPr>
            <p:spPr>
              <a:xfrm flipH="1" rot="-45962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7" name="Google Shape;687;p13"/>
              <p:cNvCxnSpPr>
                <a:stCxn id="677" idx="7"/>
                <a:endCxn id="673" idx="3"/>
              </p:cNvCxnSpPr>
              <p:nvPr/>
            </p:nvCxnSpPr>
            <p:spPr>
              <a:xfrm flipH="1" rot="-458883">
                <a:off x="3256947" y="4756715"/>
                <a:ext cx="489151" cy="1462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" name="Google Shape;688;p13"/>
              <p:cNvCxnSpPr>
                <a:stCxn id="673" idx="0"/>
                <a:endCxn id="674" idx="5"/>
              </p:cNvCxnSpPr>
              <p:nvPr/>
            </p:nvCxnSpPr>
            <p:spPr>
              <a:xfrm flipH="1" rot="-457956">
                <a:off x="2913686" y="5119069"/>
                <a:ext cx="239421" cy="8721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" name="Google Shape;689;p13"/>
              <p:cNvCxnSpPr>
                <a:stCxn id="678" idx="2"/>
                <a:endCxn id="672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" name="Google Shape;690;p13"/>
              <p:cNvCxnSpPr>
                <a:stCxn id="675" idx="6"/>
                <a:endCxn id="678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1" name="Google Shape;691;p13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2" name="Google Shape;692;p13"/>
              <p:cNvCxnSpPr>
                <a:stCxn id="678" idx="3"/>
                <a:endCxn id="691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3" name="Google Shape;693;p13"/>
              <p:cNvCxnSpPr>
                <a:stCxn id="691" idx="2"/>
                <a:endCxn id="673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" name="Google Shape;694;p13"/>
              <p:cNvCxnSpPr>
                <a:stCxn id="691" idx="0"/>
                <a:endCxn id="672" idx="4"/>
              </p:cNvCxnSpPr>
              <p:nvPr/>
            </p:nvCxnSpPr>
            <p:spPr>
              <a:xfrm flipH="1" rot="-463310">
                <a:off x="1838574" y="4757163"/>
                <a:ext cx="160758" cy="1746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" name="Google Shape;695;p13"/>
              <p:cNvCxnSpPr>
                <a:stCxn id="691" idx="1"/>
                <a:endCxn id="674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6" name="Google Shape;696;p13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7" name="Google Shape;697;p13"/>
              <p:cNvCxnSpPr>
                <a:stCxn id="673" idx="2"/>
                <a:endCxn id="696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" name="Google Shape;698;p13"/>
              <p:cNvCxnSpPr>
                <a:stCxn id="696" idx="3"/>
                <a:endCxn id="671" idx="7"/>
              </p:cNvCxnSpPr>
              <p:nvPr/>
            </p:nvCxnSpPr>
            <p:spPr>
              <a:xfrm flipH="1" rot="10340841">
                <a:off x="4051630" y="4823477"/>
                <a:ext cx="509135" cy="632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9" name="Google Shape;699;p13"/>
              <p:cNvCxnSpPr>
                <a:stCxn id="674" idx="4"/>
                <a:endCxn id="696" idx="0"/>
              </p:cNvCxnSpPr>
              <p:nvPr/>
            </p:nvCxnSpPr>
            <p:spPr>
              <a:xfrm flipH="1" rot="10339578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02" name="Google Shape;702;p14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703" name="Google Shape;703;p14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704" name="Google Shape;704;p1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5" name="Google Shape;705;p1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6" name="Google Shape;706;p1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07" name="Google Shape;707;p14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708" name="Google Shape;708;p1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0" name="Google Shape;710;p1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1" name="Google Shape;711;p1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12" name="Google Shape;712;p14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713" name="Google Shape;713;p14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714" name="Google Shape;714;p14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" name="Google Shape;715;p14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6" name="Google Shape;716;p14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" name="Google Shape;717;p14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8" name="Google Shape;718;p14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9" name="Google Shape;719;p14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0" name="Google Shape;720;p14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" name="Google Shape;721;p14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2" name="Google Shape;722;p14"/>
              <p:cNvCxnSpPr>
                <a:stCxn id="718" idx="5"/>
                <a:endCxn id="71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" name="Google Shape;723;p14"/>
              <p:cNvCxnSpPr>
                <a:stCxn id="719" idx="4"/>
                <a:endCxn id="717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" name="Google Shape;724;p14"/>
              <p:cNvCxnSpPr>
                <a:stCxn id="714" idx="0"/>
                <a:endCxn id="71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14"/>
              <p:cNvCxnSpPr>
                <a:stCxn id="718" idx="6"/>
                <a:endCxn id="71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14"/>
              <p:cNvCxnSpPr>
                <a:stCxn id="719" idx="6"/>
                <a:endCxn id="71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" name="Google Shape;727;p14"/>
              <p:cNvCxnSpPr>
                <a:stCxn id="717" idx="6"/>
                <a:endCxn id="71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14"/>
              <p:cNvCxnSpPr>
                <a:stCxn id="714" idx="6"/>
                <a:endCxn id="72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14"/>
              <p:cNvCxnSpPr>
                <a:stCxn id="714" idx="7"/>
                <a:endCxn id="71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14"/>
              <p:cNvCxnSpPr>
                <a:stCxn id="720" idx="7"/>
                <a:endCxn id="71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14"/>
              <p:cNvCxnSpPr>
                <a:stCxn id="716" idx="0"/>
                <a:endCxn id="71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14"/>
              <p:cNvCxnSpPr>
                <a:stCxn id="721" idx="2"/>
                <a:endCxn id="715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14"/>
              <p:cNvCxnSpPr>
                <a:stCxn id="719" idx="7"/>
                <a:endCxn id="72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4" name="Google Shape;734;p14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5" name="Google Shape;735;p14"/>
              <p:cNvCxnSpPr>
                <a:stCxn id="721" idx="3"/>
                <a:endCxn id="734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" name="Google Shape;736;p14"/>
              <p:cNvCxnSpPr>
                <a:stCxn id="734" idx="2"/>
                <a:endCxn id="716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" name="Google Shape;737;p14"/>
              <p:cNvCxnSpPr>
                <a:stCxn id="734" idx="0"/>
                <a:endCxn id="71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" name="Google Shape;738;p14"/>
              <p:cNvCxnSpPr>
                <a:stCxn id="734" idx="1"/>
                <a:endCxn id="71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9" name="Google Shape;739;p14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0" name="Google Shape;740;p14"/>
              <p:cNvCxnSpPr>
                <a:stCxn id="716" idx="2"/>
                <a:endCxn id="739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" name="Google Shape;741;p14"/>
              <p:cNvCxnSpPr>
                <a:stCxn id="739" idx="3"/>
                <a:endCxn id="714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" name="Google Shape;742;p14"/>
              <p:cNvCxnSpPr>
                <a:stCxn id="717" idx="4"/>
                <a:endCxn id="73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3" name="Google Shape;743;p14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4" name="Google Shape;744;p14"/>
              <p:cNvCxnSpPr>
                <a:stCxn id="717" idx="0"/>
                <a:endCxn id="74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" name="Google Shape;745;p14"/>
              <p:cNvCxnSpPr>
                <a:stCxn id="718" idx="7"/>
                <a:endCxn id="74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46" name="Google Shape;746;p14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747" name="Google Shape;747;p14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8" name="Google Shape;748;p14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9" name="Google Shape;749;p14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0" name="Google Shape;750;p14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" name="Google Shape;751;p14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2" name="Google Shape;752;p14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3" name="Google Shape;753;p14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4" name="Google Shape;754;p14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5" name="Google Shape;755;p14"/>
              <p:cNvCxnSpPr>
                <a:stCxn id="752" idx="4"/>
                <a:endCxn id="750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14"/>
              <p:cNvCxnSpPr>
                <a:stCxn id="747" idx="7"/>
                <a:endCxn id="75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14"/>
              <p:cNvCxnSpPr>
                <a:stCxn id="751" idx="7"/>
                <a:endCxn id="75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14"/>
              <p:cNvCxnSpPr>
                <a:stCxn id="752" idx="6"/>
                <a:endCxn id="74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14"/>
              <p:cNvCxnSpPr>
                <a:stCxn id="750" idx="7"/>
                <a:endCxn id="74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4"/>
              <p:cNvCxnSpPr>
                <a:stCxn id="747" idx="6"/>
                <a:endCxn id="75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14"/>
              <p:cNvCxnSpPr>
                <a:stCxn id="753" idx="0"/>
                <a:endCxn id="75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14"/>
              <p:cNvCxnSpPr>
                <a:stCxn id="753" idx="5"/>
                <a:endCxn id="74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14"/>
              <p:cNvCxnSpPr>
                <a:stCxn id="749" idx="0"/>
                <a:endCxn id="75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14"/>
              <p:cNvCxnSpPr>
                <a:stCxn id="749" idx="7"/>
                <a:endCxn id="75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" name="Google Shape;765;p14"/>
              <p:cNvCxnSpPr>
                <a:stCxn id="750" idx="6"/>
                <a:endCxn id="75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" name="Google Shape;766;p14"/>
              <p:cNvCxnSpPr>
                <a:stCxn id="754" idx="0"/>
                <a:endCxn id="74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" name="Google Shape;767;p14"/>
              <p:cNvCxnSpPr>
                <a:stCxn id="752" idx="5"/>
                <a:endCxn id="75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" name="Google Shape;768;p14"/>
              <p:cNvCxnSpPr>
                <a:stCxn id="751" idx="6"/>
                <a:endCxn id="75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" name="Google Shape;769;p14"/>
              <p:cNvCxnSpPr>
                <a:stCxn id="751" idx="5"/>
                <a:endCxn id="75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" name="Google Shape;770;p14"/>
              <p:cNvCxnSpPr>
                <a:stCxn id="748" idx="4"/>
                <a:endCxn id="74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1" name="Google Shape;771;p14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2" name="Google Shape;772;p14"/>
              <p:cNvCxnSpPr>
                <a:stCxn id="754" idx="4"/>
                <a:endCxn id="77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" name="Google Shape;773;p14"/>
              <p:cNvCxnSpPr>
                <a:stCxn id="771" idx="1"/>
                <a:endCxn id="74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4" name="Google Shape;774;p14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5" name="Google Shape;775;p14"/>
              <p:cNvCxnSpPr>
                <a:stCxn id="771" idx="2"/>
                <a:endCxn id="774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" name="Google Shape;776;p14"/>
              <p:cNvCxnSpPr>
                <a:stCxn id="774" idx="1"/>
                <a:endCxn id="75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" name="Google Shape;777;p14"/>
              <p:cNvCxnSpPr>
                <a:stCxn id="774" idx="7"/>
                <a:endCxn id="74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80" name="Google Shape;780;p15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781" name="Google Shape;781;p15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782" name="Google Shape;782;p1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" name="Google Shape;783;p1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4" name="Google Shape;784;p1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85" name="Google Shape;785;p15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786" name="Google Shape;786;p1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7" name="Google Shape;787;p15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8" name="Google Shape;788;p15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9" name="Google Shape;789;p15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90" name="Google Shape;790;p15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791" name="Google Shape;791;p15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792" name="Google Shape;792;p15"/>
              <p:cNvCxnSpPr>
                <a:stCxn id="793" idx="7"/>
                <a:endCxn id="794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4" name="Google Shape;794;p15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5" name="Google Shape;795;p15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6" name="Google Shape;796;p15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7" name="Google Shape;797;p15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" name="Google Shape;798;p15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" name="Google Shape;799;p15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0" name="Google Shape;800;p15"/>
              <p:cNvCxnSpPr>
                <a:stCxn id="799" idx="4"/>
                <a:endCxn id="796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" name="Google Shape;801;p15"/>
              <p:cNvCxnSpPr>
                <a:stCxn id="798" idx="4"/>
                <a:endCxn id="796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2" name="Google Shape;802;p15"/>
              <p:cNvCxnSpPr>
                <a:stCxn id="798" idx="5"/>
                <a:endCxn id="799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" name="Google Shape;803;p15"/>
              <p:cNvCxnSpPr>
                <a:stCxn id="798" idx="0"/>
                <a:endCxn id="795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" name="Google Shape;804;p15"/>
              <p:cNvCxnSpPr>
                <a:stCxn id="798" idx="7"/>
                <a:endCxn id="793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" name="Google Shape;805;p15"/>
              <p:cNvCxnSpPr>
                <a:stCxn id="795" idx="5"/>
                <a:endCxn id="793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15"/>
              <p:cNvCxnSpPr>
                <a:stCxn id="795" idx="6"/>
                <a:endCxn id="794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" name="Google Shape;807;p15"/>
              <p:cNvCxnSpPr>
                <a:stCxn id="797" idx="2"/>
                <a:endCxn id="795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" name="Google Shape;808;p15"/>
              <p:cNvCxnSpPr>
                <a:stCxn id="799" idx="0"/>
                <a:endCxn id="793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" name="Google Shape;809;p15"/>
              <p:cNvCxnSpPr>
                <a:stCxn id="799" idx="0"/>
                <a:endCxn id="797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3" name="Google Shape;793;p15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10" name="Google Shape;810;p15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11" name="Google Shape;811;p15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" name="Google Shape;813;p15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4" name="Google Shape;814;p15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7" name="Google Shape;817;p15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8" name="Google Shape;818;p15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9" name="Google Shape;819;p15"/>
              <p:cNvCxnSpPr>
                <a:stCxn id="815" idx="5"/>
                <a:endCxn id="814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0" name="Google Shape;820;p15"/>
              <p:cNvCxnSpPr>
                <a:stCxn id="816" idx="4"/>
                <a:endCxn id="814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1" name="Google Shape;821;p15"/>
              <p:cNvCxnSpPr>
                <a:stCxn id="811" idx="6"/>
                <a:endCxn id="814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" name="Google Shape;822;p15"/>
              <p:cNvCxnSpPr>
                <a:stCxn id="811" idx="0"/>
                <a:endCxn id="815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" name="Google Shape;823;p15"/>
              <p:cNvCxnSpPr>
                <a:stCxn id="815" idx="7"/>
                <a:endCxn id="816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" name="Google Shape;824;p15"/>
              <p:cNvCxnSpPr>
                <a:stCxn id="816" idx="6"/>
                <a:endCxn id="812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" name="Google Shape;825;p15"/>
              <p:cNvCxnSpPr>
                <a:stCxn id="814" idx="7"/>
                <a:endCxn id="812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6" name="Google Shape;826;p15"/>
              <p:cNvCxnSpPr>
                <a:stCxn id="811" idx="5"/>
                <a:endCxn id="817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7" name="Google Shape;827;p15"/>
              <p:cNvCxnSpPr>
                <a:stCxn id="817" idx="7"/>
                <a:endCxn id="814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" name="Google Shape;828;p15"/>
              <p:cNvCxnSpPr>
                <a:stCxn id="817" idx="5"/>
                <a:endCxn id="813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" name="Google Shape;829;p15"/>
              <p:cNvCxnSpPr>
                <a:stCxn id="813" idx="0"/>
                <a:endCxn id="814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" name="Google Shape;830;p15"/>
              <p:cNvCxnSpPr>
                <a:stCxn id="813" idx="7"/>
                <a:endCxn id="818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" name="Google Shape;831;p15"/>
              <p:cNvCxnSpPr>
                <a:stCxn id="814" idx="6"/>
                <a:endCxn id="818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" name="Google Shape;832;p15"/>
              <p:cNvCxnSpPr>
                <a:stCxn id="818" idx="0"/>
                <a:endCxn id="812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" name="Google Shape;833;p15"/>
              <p:cNvCxnSpPr>
                <a:stCxn id="815" idx="4"/>
                <a:endCxn id="813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" name="Google Shape;834;p15"/>
              <p:cNvCxnSpPr>
                <a:stCxn id="812" idx="4"/>
                <a:endCxn id="813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5" name="Google Shape;835;p15"/>
              <p:cNvCxnSpPr>
                <a:stCxn id="811" idx="5"/>
                <a:endCxn id="813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36" name="Google Shape;836;p15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7" name="Google Shape;837;p15"/>
              <p:cNvCxnSpPr>
                <a:stCxn id="818" idx="4"/>
                <a:endCxn id="836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" name="Google Shape;838;p15"/>
              <p:cNvCxnSpPr>
                <a:stCxn id="836" idx="2"/>
                <a:endCxn id="813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" name="Google Shape;839;p15"/>
              <p:cNvCxnSpPr>
                <a:stCxn id="836" idx="0"/>
                <a:endCxn id="812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" name="Google Shape;840;p15"/>
              <p:cNvCxnSpPr>
                <a:stCxn id="836" idx="1"/>
                <a:endCxn id="814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1" name="Google Shape;841;p15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2" name="Google Shape;842;p15"/>
              <p:cNvCxnSpPr>
                <a:stCxn id="836" idx="2"/>
                <a:endCxn id="841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3" name="Google Shape;843;p15"/>
              <p:cNvCxnSpPr>
                <a:stCxn id="841" idx="1"/>
                <a:endCxn id="817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6" name="Google Shape;846;p16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847" name="Google Shape;847;p16"/>
            <p:cNvGrpSpPr/>
            <p:nvPr/>
          </p:nvGrpSpPr>
          <p:grpSpPr>
            <a:xfrm flipH="1" rot="10800000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848" name="Google Shape;848;p1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9" name="Google Shape;849;p1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0" name="Google Shape;850;p16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1" name="Google Shape;851;p1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52" name="Google Shape;852;p16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853" name="Google Shape;853;p1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4" name="Google Shape;854;p1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5" name="Google Shape;855;p1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856" name="Google Shape;856;p16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857" name="Google Shape;857;p16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858" name="Google Shape;858;p16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" name="Google Shape;859;p16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0" name="Google Shape;860;p16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1" name="Google Shape;861;p16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2" name="Google Shape;862;p16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3" name="Google Shape;863;p16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4" name="Google Shape;864;p16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5" name="Google Shape;865;p16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6" name="Google Shape;866;p16"/>
              <p:cNvCxnSpPr>
                <a:stCxn id="862" idx="5"/>
                <a:endCxn id="86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" name="Google Shape;867;p16"/>
              <p:cNvCxnSpPr>
                <a:stCxn id="863" idx="4"/>
                <a:endCxn id="86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" name="Google Shape;868;p16"/>
              <p:cNvCxnSpPr>
                <a:stCxn id="858" idx="6"/>
                <a:endCxn id="862" idx="3"/>
              </p:cNvCxnSpPr>
              <p:nvPr/>
            </p:nvCxnSpPr>
            <p:spPr>
              <a:xfrm flipH="1" rot="10800000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9" name="Google Shape;869;p16"/>
              <p:cNvCxnSpPr>
                <a:stCxn id="862" idx="7"/>
                <a:endCxn id="86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" name="Google Shape;870;p16"/>
              <p:cNvCxnSpPr>
                <a:stCxn id="863" idx="6"/>
                <a:endCxn id="85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1" name="Google Shape;871;p16"/>
              <p:cNvCxnSpPr>
                <a:stCxn id="861" idx="7"/>
                <a:endCxn id="859" idx="3"/>
              </p:cNvCxnSpPr>
              <p:nvPr/>
            </p:nvCxnSpPr>
            <p:spPr>
              <a:xfrm flipH="1" rot="10800000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2" name="Google Shape;872;p16"/>
              <p:cNvCxnSpPr>
                <a:stCxn id="858" idx="6"/>
                <a:endCxn id="864" idx="1"/>
              </p:cNvCxnSpPr>
              <p:nvPr/>
            </p:nvCxnSpPr>
            <p:spPr>
              <a:xfrm flipH="1" rot="10800000">
                <a:off x="4805134" y="-52469"/>
                <a:ext cx="1464300" cy="28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" name="Google Shape;873;p16"/>
              <p:cNvCxnSpPr>
                <a:stCxn id="864" idx="6"/>
                <a:endCxn id="861" idx="2"/>
              </p:cNvCxnSpPr>
              <p:nvPr/>
            </p:nvCxnSpPr>
            <p:spPr>
              <a:xfrm flipH="1" rot="10800000">
                <a:off x="6387451" y="-698855"/>
                <a:ext cx="623400" cy="62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" name="Google Shape;874;p16"/>
              <p:cNvCxnSpPr>
                <a:stCxn id="864" idx="5"/>
                <a:endCxn id="860" idx="1"/>
              </p:cNvCxnSpPr>
              <p:nvPr/>
            </p:nvCxnSpPr>
            <p:spPr>
              <a:xfrm flipH="1" rot="10800000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" name="Google Shape;875;p16"/>
              <p:cNvCxnSpPr>
                <a:stCxn id="860" idx="0"/>
                <a:endCxn id="86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6" name="Google Shape;876;p16"/>
              <p:cNvCxnSpPr>
                <a:stCxn id="860" idx="7"/>
                <a:endCxn id="865" idx="3"/>
              </p:cNvCxnSpPr>
              <p:nvPr/>
            </p:nvCxnSpPr>
            <p:spPr>
              <a:xfrm flipH="1" rot="10800000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" name="Google Shape;877;p16"/>
              <p:cNvCxnSpPr>
                <a:stCxn id="861" idx="6"/>
                <a:endCxn id="865" idx="2"/>
              </p:cNvCxnSpPr>
              <p:nvPr/>
            </p:nvCxnSpPr>
            <p:spPr>
              <a:xfrm flipH="1" rot="10800000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" name="Google Shape;878;p16"/>
              <p:cNvCxnSpPr>
                <a:stCxn id="865" idx="0"/>
                <a:endCxn id="85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" name="Google Shape;879;p16"/>
              <p:cNvCxnSpPr>
                <a:stCxn id="863" idx="5"/>
                <a:endCxn id="86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0" name="Google Shape;880;p16"/>
              <p:cNvCxnSpPr>
                <a:stCxn id="862" idx="6"/>
                <a:endCxn id="865" idx="1"/>
              </p:cNvCxnSpPr>
              <p:nvPr/>
            </p:nvCxnSpPr>
            <p:spPr>
              <a:xfrm flipH="1" rot="10800000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" name="Google Shape;881;p16"/>
              <p:cNvCxnSpPr>
                <a:stCxn id="862" idx="4"/>
                <a:endCxn id="86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" name="Google Shape;882;p16"/>
              <p:cNvCxnSpPr>
                <a:stCxn id="859" idx="4"/>
                <a:endCxn id="86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3" name="Google Shape;883;p16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4" name="Google Shape;884;p16"/>
              <p:cNvCxnSpPr>
                <a:stCxn id="865" idx="4"/>
                <a:endCxn id="88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" name="Google Shape;885;p16"/>
              <p:cNvCxnSpPr>
                <a:stCxn id="883" idx="1"/>
                <a:endCxn id="86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" name="Google Shape;886;p16"/>
              <p:cNvCxnSpPr>
                <a:stCxn id="883" idx="0"/>
                <a:endCxn id="85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7" name="Google Shape;887;p16"/>
              <p:cNvCxnSpPr>
                <a:stCxn id="883" idx="1"/>
                <a:endCxn id="86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8" name="Google Shape;888;p16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9" name="Google Shape;889;p16"/>
              <p:cNvCxnSpPr>
                <a:stCxn id="883" idx="2"/>
                <a:endCxn id="88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" name="Google Shape;890;p16"/>
              <p:cNvCxnSpPr>
                <a:stCxn id="888" idx="1"/>
                <a:endCxn id="86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1" name="Google Shape;891;p16"/>
              <p:cNvCxnSpPr>
                <a:stCxn id="888" idx="7"/>
                <a:endCxn id="860" idx="3"/>
              </p:cNvCxnSpPr>
              <p:nvPr/>
            </p:nvCxnSpPr>
            <p:spPr>
              <a:xfrm flipH="1" rot="10800000">
                <a:off x="7800600" y="65689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92" name="Google Shape;892;p16"/>
            <p:cNvGrpSpPr/>
            <p:nvPr/>
          </p:nvGrpSpPr>
          <p:grpSpPr>
            <a:xfrm flipH="1" rot="10800000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893" name="Google Shape;893;p16"/>
              <p:cNvCxnSpPr>
                <a:stCxn id="894" idx="6"/>
                <a:endCxn id="895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5" name="Google Shape;895;p16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6" name="Google Shape;896;p16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7" name="Google Shape;897;p16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8" name="Google Shape;898;p16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9" name="Google Shape;899;p16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00" name="Google Shape;900;p16"/>
              <p:cNvCxnSpPr>
                <a:stCxn id="899" idx="4"/>
                <a:endCxn id="89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1" name="Google Shape;901;p16"/>
              <p:cNvCxnSpPr>
                <a:stCxn id="898" idx="4"/>
                <a:endCxn id="89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2" name="Google Shape;902;p16"/>
              <p:cNvCxnSpPr>
                <a:stCxn id="898" idx="5"/>
                <a:endCxn id="89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" name="Google Shape;903;p16"/>
              <p:cNvCxnSpPr>
                <a:stCxn id="898" idx="0"/>
                <a:endCxn id="89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" name="Google Shape;904;p16"/>
              <p:cNvCxnSpPr>
                <a:stCxn id="898" idx="7"/>
                <a:endCxn id="894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" name="Google Shape;905;p16"/>
              <p:cNvCxnSpPr>
                <a:stCxn id="896" idx="5"/>
                <a:endCxn id="89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" name="Google Shape;906;p16"/>
              <p:cNvCxnSpPr>
                <a:stCxn id="896" idx="6"/>
                <a:endCxn id="89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" name="Google Shape;907;p16"/>
              <p:cNvCxnSpPr>
                <a:stCxn id="908" idx="1"/>
                <a:endCxn id="89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9" name="Google Shape;909;p16"/>
              <p:cNvCxnSpPr>
                <a:stCxn id="899" idx="0"/>
                <a:endCxn id="89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0" name="Google Shape;910;p16"/>
              <p:cNvCxnSpPr>
                <a:stCxn id="899" idx="0"/>
                <a:endCxn id="908" idx="3"/>
              </p:cNvCxnSpPr>
              <p:nvPr/>
            </p:nvCxnSpPr>
            <p:spPr>
              <a:xfrm flipH="1" rot="10800000">
                <a:off x="461387" y="268177"/>
                <a:ext cx="3351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1" name="Google Shape;911;p16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2" name="Google Shape;912;p16"/>
              <p:cNvCxnSpPr>
                <a:stCxn id="896" idx="5"/>
                <a:endCxn id="91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" name="Google Shape;913;p16"/>
              <p:cNvCxnSpPr>
                <a:stCxn id="908" idx="7"/>
                <a:endCxn id="911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4" name="Google Shape;914;p16"/>
              <p:cNvCxnSpPr>
                <a:stCxn id="911" idx="6"/>
                <a:endCxn id="895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5" name="Google Shape;915;p16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16" name="Google Shape;916;p16"/>
              <p:cNvCxnSpPr>
                <a:stCxn id="915" idx="0"/>
                <a:endCxn id="896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" name="Google Shape;917;p16"/>
              <p:cNvCxnSpPr>
                <a:stCxn id="915" idx="6"/>
                <a:endCxn id="894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8" name="Google Shape;918;p16"/>
              <p:cNvCxnSpPr>
                <a:stCxn id="915" idx="5"/>
                <a:endCxn id="89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9" name="Google Shape;919;p16"/>
              <p:cNvCxnSpPr>
                <a:stCxn id="915" idx="5"/>
                <a:endCxn id="89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8" name="Google Shape;908;p16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4" name="Google Shape;894;p1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2" name="Google Shape;922;p17"/>
          <p:cNvSpPr txBox="1"/>
          <p:nvPr>
            <p:ph idx="1" type="body"/>
          </p:nvPr>
        </p:nvSpPr>
        <p:spPr>
          <a:xfrm>
            <a:off x="720000" y="1215751"/>
            <a:ext cx="77040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23" name="Google Shape;923;p17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924" name="Google Shape;924;p17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925" name="Google Shape;925;p17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6" name="Google Shape;926;p17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7" name="Google Shape;927;p17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28" name="Google Shape;928;p17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929" name="Google Shape;929;p17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" name="Google Shape;930;p17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1" name="Google Shape;931;p17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2" name="Google Shape;932;p17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933" name="Google Shape;933;p17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934" name="Google Shape;934;p17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935" name="Google Shape;935;p17"/>
              <p:cNvCxnSpPr>
                <a:stCxn id="936" idx="7"/>
                <a:endCxn id="937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7" name="Google Shape;937;p17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8" name="Google Shape;938;p17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9" name="Google Shape;939;p17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0" name="Google Shape;940;p17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1" name="Google Shape;941;p17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2" name="Google Shape;942;p17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3" name="Google Shape;943;p17"/>
              <p:cNvCxnSpPr>
                <a:stCxn id="942" idx="4"/>
                <a:endCxn id="939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" name="Google Shape;944;p17"/>
              <p:cNvCxnSpPr>
                <a:stCxn id="941" idx="4"/>
                <a:endCxn id="939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" name="Google Shape;945;p17"/>
              <p:cNvCxnSpPr>
                <a:stCxn id="941" idx="5"/>
                <a:endCxn id="942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6" name="Google Shape;946;p17"/>
              <p:cNvCxnSpPr>
                <a:stCxn id="941" idx="0"/>
                <a:endCxn id="938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" name="Google Shape;947;p17"/>
              <p:cNvCxnSpPr>
                <a:stCxn id="941" idx="7"/>
                <a:endCxn id="936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" name="Google Shape;948;p17"/>
              <p:cNvCxnSpPr>
                <a:stCxn id="938" idx="5"/>
                <a:endCxn id="936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9" name="Google Shape;949;p17"/>
              <p:cNvCxnSpPr>
                <a:stCxn id="938" idx="6"/>
                <a:endCxn id="937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0" name="Google Shape;950;p17"/>
              <p:cNvCxnSpPr>
                <a:stCxn id="940" idx="2"/>
                <a:endCxn id="938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" name="Google Shape;951;p17"/>
              <p:cNvCxnSpPr>
                <a:stCxn id="942" idx="0"/>
                <a:endCxn id="936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" name="Google Shape;952;p17"/>
              <p:cNvCxnSpPr>
                <a:stCxn id="942" idx="0"/>
                <a:endCxn id="940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6" name="Google Shape;936;p17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53" name="Google Shape;953;p17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954" name="Google Shape;954;p17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5" name="Google Shape;955;p17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6" name="Google Shape;956;p17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7" name="Google Shape;957;p17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0" name="Google Shape;960;p17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1" name="Google Shape;961;p17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62" name="Google Shape;962;p17"/>
              <p:cNvCxnSpPr>
                <a:stCxn id="958" idx="5"/>
                <a:endCxn id="957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3" name="Google Shape;963;p17"/>
              <p:cNvCxnSpPr>
                <a:stCxn id="959" idx="4"/>
                <a:endCxn id="957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4" name="Google Shape;964;p17"/>
              <p:cNvCxnSpPr>
                <a:stCxn id="954" idx="6"/>
                <a:endCxn id="957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5" name="Google Shape;965;p17"/>
              <p:cNvCxnSpPr>
                <a:stCxn id="954" idx="0"/>
                <a:endCxn id="958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" name="Google Shape;966;p17"/>
              <p:cNvCxnSpPr>
                <a:stCxn id="958" idx="7"/>
                <a:endCxn id="959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" name="Google Shape;967;p17"/>
              <p:cNvCxnSpPr>
                <a:stCxn id="959" idx="6"/>
                <a:endCxn id="955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" name="Google Shape;968;p17"/>
              <p:cNvCxnSpPr>
                <a:stCxn id="957" idx="7"/>
                <a:endCxn id="955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" name="Google Shape;969;p17"/>
              <p:cNvCxnSpPr>
                <a:stCxn id="954" idx="5"/>
                <a:endCxn id="960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0" name="Google Shape;970;p17"/>
              <p:cNvCxnSpPr>
                <a:stCxn id="960" idx="7"/>
                <a:endCxn id="957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1" name="Google Shape;971;p17"/>
              <p:cNvCxnSpPr>
                <a:stCxn id="960" idx="5"/>
                <a:endCxn id="956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2" name="Google Shape;972;p17"/>
              <p:cNvCxnSpPr>
                <a:stCxn id="956" idx="0"/>
                <a:endCxn id="957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" name="Google Shape;973;p17"/>
              <p:cNvCxnSpPr>
                <a:stCxn id="956" idx="7"/>
                <a:endCxn id="961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" name="Google Shape;974;p17"/>
              <p:cNvCxnSpPr>
                <a:stCxn id="957" idx="6"/>
                <a:endCxn id="961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5" name="Google Shape;975;p17"/>
              <p:cNvCxnSpPr>
                <a:stCxn id="961" idx="0"/>
                <a:endCxn id="955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" name="Google Shape;976;p17"/>
              <p:cNvCxnSpPr>
                <a:stCxn id="958" idx="4"/>
                <a:endCxn id="956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" name="Google Shape;977;p17"/>
              <p:cNvCxnSpPr>
                <a:stCxn id="955" idx="4"/>
                <a:endCxn id="956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8" name="Google Shape;978;p17"/>
              <p:cNvCxnSpPr>
                <a:stCxn id="954" idx="5"/>
                <a:endCxn id="956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9" name="Google Shape;979;p17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0" name="Google Shape;980;p17"/>
              <p:cNvCxnSpPr>
                <a:stCxn id="961" idx="4"/>
                <a:endCxn id="979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1" name="Google Shape;981;p17"/>
              <p:cNvCxnSpPr>
                <a:stCxn id="979" idx="2"/>
                <a:endCxn id="956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" name="Google Shape;982;p17"/>
              <p:cNvCxnSpPr>
                <a:stCxn id="979" idx="0"/>
                <a:endCxn id="955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" name="Google Shape;983;p17"/>
              <p:cNvCxnSpPr>
                <a:stCxn id="979" idx="1"/>
                <a:endCxn id="957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84" name="Google Shape;984;p17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85" name="Google Shape;985;p17"/>
              <p:cNvCxnSpPr>
                <a:stCxn id="979" idx="2"/>
                <a:endCxn id="984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17"/>
              <p:cNvCxnSpPr>
                <a:stCxn id="984" idx="1"/>
                <a:endCxn id="960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9" name="Google Shape;989;p18"/>
          <p:cNvSpPr txBox="1"/>
          <p:nvPr>
            <p:ph idx="1" type="subTitle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0" name="Google Shape;990;p18"/>
          <p:cNvSpPr txBox="1"/>
          <p:nvPr>
            <p:ph idx="2" type="subTitle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1" name="Google Shape;991;p18"/>
          <p:cNvSpPr txBox="1"/>
          <p:nvPr>
            <p:ph idx="3" type="subTitle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2" name="Google Shape;992;p18"/>
          <p:cNvSpPr txBox="1"/>
          <p:nvPr>
            <p:ph idx="4" type="subTitle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3" name="Google Shape;993;p18"/>
          <p:cNvSpPr txBox="1"/>
          <p:nvPr>
            <p:ph idx="5" type="subTitle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4" name="Google Shape;994;p18"/>
          <p:cNvSpPr txBox="1"/>
          <p:nvPr>
            <p:ph idx="6" type="subTitle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995" name="Google Shape;995;p18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996" name="Google Shape;996;p18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997" name="Google Shape;997;p1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8" name="Google Shape;998;p1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9" name="Google Shape;999;p1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0" name="Google Shape;1000;p18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001" name="Google Shape;1001;p1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" name="Google Shape;1002;p1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" name="Google Shape;1003;p1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4" name="Google Shape;1004;p1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05" name="Google Shape;1005;p18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006" name="Google Shape;1006;p18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007" name="Google Shape;1007;p18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8" name="Google Shape;1008;p18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" name="Google Shape;1009;p18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0" name="Google Shape;1010;p18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1" name="Google Shape;1011;p18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2" name="Google Shape;1012;p18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" name="Google Shape;1013;p18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4" name="Google Shape;1014;p18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5" name="Google Shape;1015;p18"/>
              <p:cNvCxnSpPr>
                <a:stCxn id="1011" idx="5"/>
                <a:endCxn id="101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6" name="Google Shape;1016;p18"/>
              <p:cNvCxnSpPr>
                <a:stCxn id="1012" idx="4"/>
                <a:endCxn id="1010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" name="Google Shape;1017;p18"/>
              <p:cNvCxnSpPr>
                <a:stCxn id="1007" idx="0"/>
                <a:endCxn id="101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" name="Google Shape;1018;p18"/>
              <p:cNvCxnSpPr>
                <a:stCxn id="1011" idx="6"/>
                <a:endCxn id="101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" name="Google Shape;1019;p18"/>
              <p:cNvCxnSpPr>
                <a:stCxn id="1012" idx="6"/>
                <a:endCxn id="100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0" name="Google Shape;1020;p18"/>
              <p:cNvCxnSpPr>
                <a:stCxn id="1010" idx="6"/>
                <a:endCxn id="100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" name="Google Shape;1021;p18"/>
              <p:cNvCxnSpPr>
                <a:stCxn id="1007" idx="6"/>
                <a:endCxn id="101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" name="Google Shape;1022;p18"/>
              <p:cNvCxnSpPr>
                <a:stCxn id="1007" idx="7"/>
                <a:endCxn id="101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3" name="Google Shape;1023;p18"/>
              <p:cNvCxnSpPr>
                <a:stCxn id="1013" idx="7"/>
                <a:endCxn id="100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4" name="Google Shape;1024;p18"/>
              <p:cNvCxnSpPr>
                <a:stCxn id="1009" idx="0"/>
                <a:endCxn id="101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" name="Google Shape;1025;p18"/>
              <p:cNvCxnSpPr>
                <a:stCxn id="1014" idx="2"/>
                <a:endCxn id="1008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" name="Google Shape;1026;p18"/>
              <p:cNvCxnSpPr>
                <a:stCxn id="1012" idx="7"/>
                <a:endCxn id="101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27" name="Google Shape;1027;p18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8" name="Google Shape;1028;p18"/>
              <p:cNvCxnSpPr>
                <a:stCxn id="1014" idx="3"/>
                <a:endCxn id="1027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" name="Google Shape;1029;p18"/>
              <p:cNvCxnSpPr>
                <a:stCxn id="1027" idx="2"/>
                <a:endCxn id="1009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0" name="Google Shape;1030;p18"/>
              <p:cNvCxnSpPr>
                <a:stCxn id="1027" idx="0"/>
                <a:endCxn id="100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1" name="Google Shape;1031;p18"/>
              <p:cNvCxnSpPr>
                <a:stCxn id="1027" idx="1"/>
                <a:endCxn id="101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2" name="Google Shape;1032;p18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3" name="Google Shape;1033;p18"/>
              <p:cNvCxnSpPr>
                <a:stCxn id="1009" idx="2"/>
                <a:endCxn id="1032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" name="Google Shape;1034;p18"/>
              <p:cNvCxnSpPr>
                <a:stCxn id="1032" idx="3"/>
                <a:endCxn id="1007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5" name="Google Shape;1035;p18"/>
              <p:cNvCxnSpPr>
                <a:stCxn id="1010" idx="4"/>
                <a:endCxn id="103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36" name="Google Shape;1036;p18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7" name="Google Shape;1037;p18"/>
              <p:cNvCxnSpPr>
                <a:stCxn id="1010" idx="0"/>
                <a:endCxn id="103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8" name="Google Shape;1038;p18"/>
              <p:cNvCxnSpPr>
                <a:stCxn id="1011" idx="7"/>
                <a:endCxn id="103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39" name="Google Shape;1039;p18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040" name="Google Shape;1040;p18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2" name="Google Shape;1042;p18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3" name="Google Shape;1043;p18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" name="Google Shape;1045;p18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6" name="Google Shape;1046;p18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7" name="Google Shape;1047;p18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8" name="Google Shape;1048;p18"/>
              <p:cNvCxnSpPr>
                <a:stCxn id="1045" idx="4"/>
                <a:endCxn id="1043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" name="Google Shape;1049;p18"/>
              <p:cNvCxnSpPr>
                <a:stCxn id="1040" idx="7"/>
                <a:endCxn id="104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" name="Google Shape;1050;p18"/>
              <p:cNvCxnSpPr>
                <a:stCxn id="1044" idx="7"/>
                <a:endCxn id="104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1" name="Google Shape;1051;p18"/>
              <p:cNvCxnSpPr>
                <a:stCxn id="1045" idx="6"/>
                <a:endCxn id="104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2" name="Google Shape;1052;p18"/>
              <p:cNvCxnSpPr>
                <a:stCxn id="1043" idx="7"/>
                <a:endCxn id="104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3" name="Google Shape;1053;p18"/>
              <p:cNvCxnSpPr>
                <a:stCxn id="1040" idx="6"/>
                <a:endCxn id="104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4" name="Google Shape;1054;p18"/>
              <p:cNvCxnSpPr>
                <a:stCxn id="1046" idx="0"/>
                <a:endCxn id="104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5" name="Google Shape;1055;p18"/>
              <p:cNvCxnSpPr>
                <a:stCxn id="1046" idx="5"/>
                <a:endCxn id="104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" name="Google Shape;1056;p18"/>
              <p:cNvCxnSpPr>
                <a:stCxn id="1042" idx="0"/>
                <a:endCxn id="104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" name="Google Shape;1057;p18"/>
              <p:cNvCxnSpPr>
                <a:stCxn id="1042" idx="7"/>
                <a:endCxn id="104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" name="Google Shape;1058;p18"/>
              <p:cNvCxnSpPr>
                <a:stCxn id="1043" idx="6"/>
                <a:endCxn id="104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" name="Google Shape;1059;p18"/>
              <p:cNvCxnSpPr>
                <a:stCxn id="1047" idx="0"/>
                <a:endCxn id="104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" name="Google Shape;1060;p18"/>
              <p:cNvCxnSpPr>
                <a:stCxn id="1045" idx="5"/>
                <a:endCxn id="104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" name="Google Shape;1061;p18"/>
              <p:cNvCxnSpPr>
                <a:stCxn id="1044" idx="6"/>
                <a:endCxn id="104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2" name="Google Shape;1062;p18"/>
              <p:cNvCxnSpPr>
                <a:stCxn id="1044" idx="5"/>
                <a:endCxn id="104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3" name="Google Shape;1063;p18"/>
              <p:cNvCxnSpPr>
                <a:stCxn id="1041" idx="4"/>
                <a:endCxn id="104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4" name="Google Shape;1064;p18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5" name="Google Shape;1065;p18"/>
              <p:cNvCxnSpPr>
                <a:stCxn id="1047" idx="4"/>
                <a:endCxn id="106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6" name="Google Shape;1066;p18"/>
              <p:cNvCxnSpPr>
                <a:stCxn id="1064" idx="1"/>
                <a:endCxn id="104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7" name="Google Shape;1067;p18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8" name="Google Shape;1068;p18"/>
              <p:cNvCxnSpPr>
                <a:stCxn id="1064" idx="2"/>
                <a:endCxn id="1067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" name="Google Shape;1069;p18"/>
              <p:cNvCxnSpPr>
                <a:stCxn id="1067" idx="1"/>
                <a:endCxn id="104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0" name="Google Shape;1070;p18"/>
              <p:cNvCxnSpPr>
                <a:stCxn id="1067" idx="7"/>
                <a:endCxn id="104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3" name="Google Shape;1073;p19"/>
          <p:cNvSpPr txBox="1"/>
          <p:nvPr>
            <p:ph idx="1" type="subTitle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4" name="Google Shape;1074;p19"/>
          <p:cNvSpPr txBox="1"/>
          <p:nvPr>
            <p:ph idx="2" type="subTitle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5" name="Google Shape;1075;p19"/>
          <p:cNvSpPr txBox="1"/>
          <p:nvPr>
            <p:ph idx="3" type="subTitle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6" name="Google Shape;1076;p19"/>
          <p:cNvSpPr txBox="1"/>
          <p:nvPr>
            <p:ph idx="4" type="subTitle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7" name="Google Shape;1077;p19"/>
          <p:cNvSpPr txBox="1"/>
          <p:nvPr>
            <p:ph hasCustomPrompt="1" idx="5" type="title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8" name="Google Shape;1078;p19"/>
          <p:cNvSpPr txBox="1"/>
          <p:nvPr>
            <p:ph hasCustomPrompt="1" idx="6" type="title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9" name="Google Shape;1079;p19"/>
          <p:cNvSpPr txBox="1"/>
          <p:nvPr>
            <p:ph hasCustomPrompt="1" idx="7" type="title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0" name="Google Shape;1080;p19"/>
          <p:cNvSpPr txBox="1"/>
          <p:nvPr>
            <p:ph hasCustomPrompt="1" idx="8" type="title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1" name="Google Shape;1081;p19"/>
          <p:cNvSpPr txBox="1"/>
          <p:nvPr>
            <p:ph idx="9" type="subTitle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2" name="Google Shape;1082;p19"/>
          <p:cNvSpPr txBox="1"/>
          <p:nvPr>
            <p:ph idx="13" type="subTitle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3" name="Google Shape;1083;p19"/>
          <p:cNvSpPr txBox="1"/>
          <p:nvPr>
            <p:ph idx="14" type="subTitle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4" name="Google Shape;1084;p19"/>
          <p:cNvSpPr txBox="1"/>
          <p:nvPr>
            <p:ph idx="15" type="subTitle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085" name="Google Shape;1085;p19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086" name="Google Shape;1086;p19"/>
            <p:cNvGrpSpPr/>
            <p:nvPr/>
          </p:nvGrpSpPr>
          <p:grpSpPr>
            <a:xfrm flipH="1" rot="10800000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087" name="Google Shape;1087;p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8" name="Google Shape;1088;p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9" name="Google Shape;1089;p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0" name="Google Shape;1090;p19"/>
            <p:cNvGrpSpPr/>
            <p:nvPr/>
          </p:nvGrpSpPr>
          <p:grpSpPr>
            <a:xfrm flipH="1" rot="10800000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091" name="Google Shape;1091;p1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2" name="Google Shape;1092;p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95" name="Google Shape;1095;p19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096" name="Google Shape;1096;p1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097" name="Google Shape;1097;p19"/>
              <p:cNvCxnSpPr>
                <a:stCxn id="1098" idx="6"/>
                <a:endCxn id="1099" idx="2"/>
              </p:cNvCxnSpPr>
              <p:nvPr/>
            </p:nvCxnSpPr>
            <p:spPr>
              <a:xfrm flipH="1" rot="10800000">
                <a:off x="421801" y="-63292"/>
                <a:ext cx="2023800" cy="476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9" name="Google Shape;1099;p1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" name="Google Shape;1100;p1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" name="Google Shape;1101;p1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2" name="Google Shape;1102;p1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3" name="Google Shape;1103;p1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4" name="Google Shape;1104;p19"/>
              <p:cNvCxnSpPr>
                <a:stCxn id="1103" idx="4"/>
                <a:endCxn id="1101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" name="Google Shape;1105;p19"/>
              <p:cNvCxnSpPr>
                <a:stCxn id="1102" idx="4"/>
                <a:endCxn id="1101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" name="Google Shape;1106;p19"/>
              <p:cNvCxnSpPr>
                <a:stCxn id="1102" idx="5"/>
                <a:endCxn id="1103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" name="Google Shape;1107;p19"/>
              <p:cNvCxnSpPr>
                <a:stCxn id="1102" idx="0"/>
                <a:endCxn id="1100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8" name="Google Shape;1108;p19"/>
              <p:cNvCxnSpPr>
                <a:stCxn id="1102" idx="7"/>
                <a:endCxn id="1098" idx="3"/>
              </p:cNvCxnSpPr>
              <p:nvPr/>
            </p:nvCxnSpPr>
            <p:spPr>
              <a:xfrm flipH="1" rot="10800000">
                <a:off x="1998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9" name="Google Shape;1109;p19"/>
              <p:cNvCxnSpPr>
                <a:stCxn id="1100" idx="5"/>
                <a:endCxn id="1098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" name="Google Shape;1110;p19"/>
              <p:cNvCxnSpPr>
                <a:stCxn id="1100" idx="6"/>
                <a:endCxn id="1099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" name="Google Shape;1111;p19"/>
              <p:cNvCxnSpPr>
                <a:stCxn id="1112" idx="1"/>
                <a:endCxn id="1100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3" name="Google Shape;1113;p19"/>
              <p:cNvCxnSpPr>
                <a:stCxn id="1103" idx="0"/>
                <a:endCxn id="1098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4" name="Google Shape;1114;p19"/>
              <p:cNvCxnSpPr>
                <a:stCxn id="1103" idx="0"/>
                <a:endCxn id="1112" idx="3"/>
              </p:cNvCxnSpPr>
              <p:nvPr/>
            </p:nvCxnSpPr>
            <p:spPr>
              <a:xfrm flipH="1" rot="10800000">
                <a:off x="454649" y="268188"/>
                <a:ext cx="342000" cy="104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5" name="Google Shape;1115;p1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6" name="Google Shape;1116;p19"/>
              <p:cNvCxnSpPr>
                <a:stCxn id="1100" idx="5"/>
                <a:endCxn id="1115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" name="Google Shape;1117;p19"/>
              <p:cNvCxnSpPr>
                <a:stCxn id="1112" idx="7"/>
                <a:endCxn id="1115" idx="3"/>
              </p:cNvCxnSpPr>
              <p:nvPr/>
            </p:nvCxnSpPr>
            <p:spPr>
              <a:xfrm flipH="1" rot="10800000">
                <a:off x="877592" y="42220"/>
                <a:ext cx="132600" cy="14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" name="Google Shape;1118;p19"/>
              <p:cNvCxnSpPr>
                <a:stCxn id="1115" idx="6"/>
                <a:endCxn id="1099" idx="2"/>
              </p:cNvCxnSpPr>
              <p:nvPr/>
            </p:nvCxnSpPr>
            <p:spPr>
              <a:xfrm flipH="1" rot="10800000">
                <a:off x="1144725" y="-63481"/>
                <a:ext cx="1300800" cy="5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9" name="Google Shape;1119;p1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0" name="Google Shape;1120;p19"/>
              <p:cNvCxnSpPr>
                <a:stCxn id="1119" idx="0"/>
                <a:endCxn id="1100" idx="3"/>
              </p:cNvCxnSpPr>
              <p:nvPr/>
            </p:nvCxnSpPr>
            <p:spPr>
              <a:xfrm flipH="1" rot="10800000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" name="Google Shape;1121;p19"/>
              <p:cNvCxnSpPr>
                <a:stCxn id="1119" idx="6"/>
                <a:endCxn id="1098" idx="3"/>
              </p:cNvCxnSpPr>
              <p:nvPr/>
            </p:nvCxnSpPr>
            <p:spPr>
              <a:xfrm flipH="1" rot="10800000">
                <a:off x="-303075" y="443769"/>
                <a:ext cx="651000" cy="175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" name="Google Shape;1122;p19"/>
              <p:cNvCxnSpPr>
                <a:stCxn id="1119" idx="5"/>
                <a:endCxn id="1102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3" name="Google Shape;1123;p19"/>
              <p:cNvCxnSpPr>
                <a:stCxn id="1119" idx="5"/>
                <a:endCxn id="1101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2" name="Google Shape;1112;p1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8" name="Google Shape;1098;p1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19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25" name="Google Shape;1125;p1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7" name="Google Shape;1127;p1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" name="Google Shape;1128;p1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9" name="Google Shape;1129;p1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0" name="Google Shape;1130;p1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1" name="Google Shape;1131;p1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" name="Google Shape;1132;p1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3" name="Google Shape;1133;p19"/>
              <p:cNvCxnSpPr>
                <a:stCxn id="1129" idx="5"/>
                <a:endCxn id="1128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" name="Google Shape;1134;p19"/>
              <p:cNvCxnSpPr>
                <a:stCxn id="1130" idx="4"/>
                <a:endCxn id="1128" idx="7"/>
              </p:cNvCxnSpPr>
              <p:nvPr/>
            </p:nvCxnSpPr>
            <p:spPr>
              <a:xfrm flipH="1" rot="10460763">
                <a:off x="1865029" y="6113097"/>
                <a:ext cx="1087089" cy="93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" name="Google Shape;1135;p19"/>
              <p:cNvCxnSpPr>
                <a:stCxn id="1125" idx="0"/>
                <a:endCxn id="1129" idx="3"/>
              </p:cNvCxnSpPr>
              <p:nvPr/>
            </p:nvCxnSpPr>
            <p:spPr>
              <a:xfrm flipH="1" rot="-339783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" name="Google Shape;1136;p19"/>
              <p:cNvCxnSpPr>
                <a:stCxn id="1129" idx="7"/>
                <a:endCxn id="1130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7" name="Google Shape;1137;p19"/>
              <p:cNvCxnSpPr>
                <a:stCxn id="1130" idx="6"/>
                <a:endCxn id="1126" idx="1"/>
              </p:cNvCxnSpPr>
              <p:nvPr/>
            </p:nvCxnSpPr>
            <p:spPr>
              <a:xfrm flipH="1" rot="10462833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8" name="Google Shape;1138;p19"/>
              <p:cNvCxnSpPr>
                <a:stCxn id="1128" idx="5"/>
                <a:endCxn id="1126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" name="Google Shape;1139;p19"/>
              <p:cNvCxnSpPr>
                <a:stCxn id="1125" idx="6"/>
                <a:endCxn id="1131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" name="Google Shape;1140;p19"/>
              <p:cNvCxnSpPr>
                <a:stCxn id="1125" idx="7"/>
                <a:endCxn id="1128" idx="3"/>
              </p:cNvCxnSpPr>
              <p:nvPr/>
            </p:nvCxnSpPr>
            <p:spPr>
              <a:xfrm flipH="1" rot="-339569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1" name="Google Shape;1141;p19"/>
              <p:cNvCxnSpPr>
                <a:stCxn id="1131" idx="7"/>
                <a:endCxn id="1127" idx="3"/>
              </p:cNvCxnSpPr>
              <p:nvPr/>
            </p:nvCxnSpPr>
            <p:spPr>
              <a:xfrm flipH="1" rot="-339665">
                <a:off x="3259894" y="4748265"/>
                <a:ext cx="483558" cy="16310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" name="Google Shape;1142;p19"/>
              <p:cNvCxnSpPr>
                <a:stCxn id="1127" idx="0"/>
                <a:endCxn id="1128" idx="5"/>
              </p:cNvCxnSpPr>
              <p:nvPr/>
            </p:nvCxnSpPr>
            <p:spPr>
              <a:xfrm flipH="1" rot="-341652">
                <a:off x="2929081" y="5115280"/>
                <a:ext cx="208629" cy="87998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" name="Google Shape;1143;p19"/>
              <p:cNvCxnSpPr>
                <a:stCxn id="1132" idx="2"/>
                <a:endCxn id="1126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" name="Google Shape;1144;p19"/>
              <p:cNvCxnSpPr>
                <a:stCxn id="1129" idx="6"/>
                <a:endCxn id="1132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5" name="Google Shape;1145;p1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6" name="Google Shape;1146;p19"/>
              <p:cNvCxnSpPr>
                <a:stCxn id="1132" idx="3"/>
                <a:endCxn id="1145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7" name="Google Shape;1147;p19"/>
              <p:cNvCxnSpPr>
                <a:stCxn id="1145" idx="2"/>
                <a:endCxn id="1127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" name="Google Shape;1148;p19"/>
              <p:cNvCxnSpPr>
                <a:stCxn id="1145" idx="0"/>
                <a:endCxn id="1126" idx="4"/>
              </p:cNvCxnSpPr>
              <p:nvPr/>
            </p:nvCxnSpPr>
            <p:spPr>
              <a:xfrm flipH="1" rot="-340645">
                <a:off x="1841473" y="4754364"/>
                <a:ext cx="154659" cy="1799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9" name="Google Shape;1149;p19"/>
              <p:cNvCxnSpPr>
                <a:stCxn id="1145" idx="1"/>
                <a:endCxn id="1128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0" name="Google Shape;1150;p1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" name="Google Shape;1151;p19"/>
              <p:cNvCxnSpPr>
                <a:stCxn id="1127" idx="2"/>
                <a:endCxn id="1150" idx="7"/>
              </p:cNvCxnSpPr>
              <p:nvPr/>
            </p:nvCxnSpPr>
            <p:spPr>
              <a:xfrm flipH="1" rot="10459800">
                <a:off x="3266347" y="5001756"/>
                <a:ext cx="674098" cy="153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2" name="Google Shape;1152;p19"/>
              <p:cNvCxnSpPr>
                <a:stCxn id="1150" idx="3"/>
                <a:endCxn id="1125" idx="7"/>
              </p:cNvCxnSpPr>
              <p:nvPr/>
            </p:nvCxnSpPr>
            <p:spPr>
              <a:xfrm flipH="1" rot="10459592">
                <a:off x="4052806" y="4814404"/>
                <a:ext cx="506782" cy="811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3" name="Google Shape;1153;p19"/>
              <p:cNvCxnSpPr>
                <a:stCxn id="1128" idx="4"/>
                <a:endCxn id="1150" idx="0"/>
              </p:cNvCxnSpPr>
              <p:nvPr/>
            </p:nvCxnSpPr>
            <p:spPr>
              <a:xfrm flipH="1" rot="10460266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0"/>
          <p:cNvSpPr txBox="1"/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6" name="Google Shape;1156;p20"/>
          <p:cNvSpPr txBox="1"/>
          <p:nvPr>
            <p:ph idx="1" type="subTitle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7" name="Google Shape;1157;p20"/>
          <p:cNvSpPr txBox="1"/>
          <p:nvPr>
            <p:ph idx="2" type="subTitle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8" name="Google Shape;1158;p20"/>
          <p:cNvSpPr txBox="1"/>
          <p:nvPr>
            <p:ph idx="3" type="subTitle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9" name="Google Shape;1159;p20"/>
          <p:cNvSpPr txBox="1"/>
          <p:nvPr>
            <p:ph idx="4" type="subTitle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0" name="Google Shape;1160;p20"/>
          <p:cNvSpPr txBox="1"/>
          <p:nvPr>
            <p:ph idx="5" type="subTitle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1" name="Google Shape;1161;p20"/>
          <p:cNvSpPr txBox="1"/>
          <p:nvPr>
            <p:ph idx="6" type="subTitle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2" name="Google Shape;1162;p20"/>
          <p:cNvSpPr txBox="1"/>
          <p:nvPr>
            <p:ph idx="7" type="subTitle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3" name="Google Shape;1163;p20"/>
          <p:cNvSpPr txBox="1"/>
          <p:nvPr>
            <p:ph idx="8" type="subTitle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4" name="Google Shape;1164;p20"/>
          <p:cNvSpPr txBox="1"/>
          <p:nvPr>
            <p:ph idx="9" type="subTitle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5" name="Google Shape;1165;p20"/>
          <p:cNvSpPr txBox="1"/>
          <p:nvPr>
            <p:ph idx="13" type="subTitle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6" name="Google Shape;1166;p20"/>
          <p:cNvSpPr txBox="1"/>
          <p:nvPr>
            <p:ph idx="14" type="subTitle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7" name="Google Shape;1167;p20"/>
          <p:cNvSpPr txBox="1"/>
          <p:nvPr>
            <p:ph idx="15" type="subTitle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68" name="Google Shape;1168;p20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1169" name="Google Shape;1169;p20"/>
            <p:cNvGrpSpPr/>
            <p:nvPr/>
          </p:nvGrpSpPr>
          <p:grpSpPr>
            <a:xfrm flipH="1" rot="10800000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1170" name="Google Shape;1170;p20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" name="Google Shape;1171;p20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2" name="Google Shape;1172;p20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3" name="Google Shape;1173;p20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4" name="Google Shape;1174;p20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5" name="Google Shape;1175;p20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6" name="Google Shape;1176;p20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7" name="Google Shape;1177;p20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8" name="Google Shape;1178;p20"/>
              <p:cNvCxnSpPr>
                <a:stCxn id="1174" idx="5"/>
                <a:endCxn id="1173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9" name="Google Shape;1179;p20"/>
              <p:cNvCxnSpPr>
                <a:stCxn id="1175" idx="4"/>
                <a:endCxn id="1173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" name="Google Shape;1180;p20"/>
              <p:cNvCxnSpPr>
                <a:stCxn id="1170" idx="0"/>
                <a:endCxn id="1174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" name="Google Shape;1181;p20"/>
              <p:cNvCxnSpPr>
                <a:stCxn id="1174" idx="6"/>
                <a:endCxn id="1175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2" name="Google Shape;1182;p20"/>
              <p:cNvCxnSpPr>
                <a:stCxn id="1175" idx="6"/>
                <a:endCxn id="1171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3" name="Google Shape;1183;p20"/>
              <p:cNvCxnSpPr>
                <a:stCxn id="1173" idx="6"/>
                <a:endCxn id="1171" idx="1"/>
              </p:cNvCxnSpPr>
              <p:nvPr/>
            </p:nvCxnSpPr>
            <p:spPr>
              <a:xfrm flipH="1" rot="10800000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" name="Google Shape;1184;p20"/>
              <p:cNvCxnSpPr>
                <a:stCxn id="1170" idx="6"/>
                <a:endCxn id="1176" idx="3"/>
              </p:cNvCxnSpPr>
              <p:nvPr/>
            </p:nvCxnSpPr>
            <p:spPr>
              <a:xfrm flipH="1" rot="10800000">
                <a:off x="845713" y="701565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" name="Google Shape;1185;p20"/>
              <p:cNvCxnSpPr>
                <a:stCxn id="1170" idx="7"/>
                <a:endCxn id="1173" idx="4"/>
              </p:cNvCxnSpPr>
              <p:nvPr/>
            </p:nvCxnSpPr>
            <p:spPr>
              <a:xfrm flipH="1" rot="10800000">
                <a:off x="813513" y="534521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6" name="Google Shape;1186;p20"/>
              <p:cNvCxnSpPr>
                <a:stCxn id="1176" idx="7"/>
                <a:endCxn id="1172" idx="3"/>
              </p:cNvCxnSpPr>
              <p:nvPr/>
            </p:nvCxnSpPr>
            <p:spPr>
              <a:xfrm flipH="1" rot="10800000">
                <a:off x="1472176" y="647326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" name="Google Shape;1187;p20"/>
              <p:cNvCxnSpPr>
                <a:stCxn id="1172" idx="0"/>
                <a:endCxn id="1173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8" name="Google Shape;1188;p20"/>
              <p:cNvCxnSpPr>
                <a:stCxn id="1177" idx="2"/>
                <a:endCxn id="1171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9" name="Google Shape;1189;p20"/>
              <p:cNvCxnSpPr>
                <a:stCxn id="1175" idx="7"/>
                <a:endCxn id="1177" idx="1"/>
              </p:cNvCxnSpPr>
              <p:nvPr/>
            </p:nvCxnSpPr>
            <p:spPr>
              <a:xfrm flipH="1" rot="10800000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0" name="Google Shape;1190;p20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1" name="Google Shape;1191;p20"/>
              <p:cNvCxnSpPr>
                <a:stCxn id="1177" idx="3"/>
                <a:endCxn id="1190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" name="Google Shape;1192;p20"/>
              <p:cNvCxnSpPr>
                <a:stCxn id="1190" idx="2"/>
                <a:endCxn id="1172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" name="Google Shape;1193;p20"/>
              <p:cNvCxnSpPr>
                <a:stCxn id="1190" idx="0"/>
                <a:endCxn id="1171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" name="Google Shape;1194;p20"/>
              <p:cNvCxnSpPr>
                <a:stCxn id="1190" idx="1"/>
                <a:endCxn id="1173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5" name="Google Shape;1195;p20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6" name="Google Shape;1196;p20"/>
              <p:cNvCxnSpPr>
                <a:stCxn id="1172" idx="2"/>
                <a:endCxn id="1195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7" name="Google Shape;1197;p20"/>
              <p:cNvCxnSpPr>
                <a:stCxn id="1195" idx="3"/>
                <a:endCxn id="1170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8" name="Google Shape;1198;p20"/>
              <p:cNvCxnSpPr>
                <a:stCxn id="1173" idx="4"/>
                <a:endCxn id="1195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9" name="Google Shape;1199;p20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0" name="Google Shape;1200;p20"/>
              <p:cNvCxnSpPr>
                <a:stCxn id="1173" idx="0"/>
                <a:endCxn id="1199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" name="Google Shape;1201;p20"/>
              <p:cNvCxnSpPr>
                <a:stCxn id="1199" idx="3"/>
                <a:endCxn id="1174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02" name="Google Shape;1202;p20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1203" name="Google Shape;1203;p20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4" name="Google Shape;1204;p20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5" name="Google Shape;1205;p20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6" name="Google Shape;1206;p20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7" name="Google Shape;1207;p20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8" name="Google Shape;1208;p20"/>
              <p:cNvCxnSpPr>
                <a:stCxn id="1206" idx="5"/>
                <a:endCxn id="1205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9" name="Google Shape;1209;p20"/>
              <p:cNvCxnSpPr>
                <a:stCxn id="1203" idx="6"/>
                <a:endCxn id="1206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0" name="Google Shape;1210;p20"/>
              <p:cNvCxnSpPr>
                <a:stCxn id="1203" idx="6"/>
                <a:endCxn id="1207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1" name="Google Shape;1211;p20"/>
              <p:cNvCxnSpPr>
                <a:stCxn id="1207" idx="6"/>
                <a:endCxn id="1205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" name="Google Shape;1212;p20"/>
              <p:cNvCxnSpPr>
                <a:stCxn id="1207" idx="6"/>
                <a:endCxn id="1204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" name="Google Shape;1213;p20"/>
              <p:cNvCxnSpPr>
                <a:stCxn id="1206" idx="4"/>
                <a:endCxn id="1204" idx="1"/>
              </p:cNvCxnSpPr>
              <p:nvPr/>
            </p:nvCxnSpPr>
            <p:spPr>
              <a:xfrm flipH="1" rot="-10376656">
                <a:off x="9404647" y="1980058"/>
                <a:ext cx="307730" cy="86421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4" name="Google Shape;1214;p20"/>
              <p:cNvCxnSpPr>
                <a:stCxn id="1204" idx="7"/>
                <a:endCxn id="1205" idx="4"/>
              </p:cNvCxnSpPr>
              <p:nvPr/>
            </p:nvCxnSpPr>
            <p:spPr>
              <a:xfrm flipH="1" rot="42131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15" name="Google Shape;1215;p20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1216" name="Google Shape;1216;p20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1217" name="Google Shape;1217;p20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20" name="Google Shape;1220;p20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1221" name="Google Shape;1221;p20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4" name="Google Shape;1224;p20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1"/>
          <p:cNvSpPr txBox="1"/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7" name="Google Shape;1227;p21"/>
          <p:cNvSpPr txBox="1"/>
          <p:nvPr>
            <p:ph idx="1" type="subTitle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1"/>
          <p:cNvSpPr txBox="1"/>
          <p:nvPr/>
        </p:nvSpPr>
        <p:spPr>
          <a:xfrm>
            <a:off x="2741050" y="3413130"/>
            <a:ext cx="3661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1229" name="Google Shape;1229;p21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1230" name="Google Shape;1230;p21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1231" name="Google Shape;1231;p21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2" name="Google Shape;1232;p21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3" name="Google Shape;1233;p21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4" name="Google Shape;1234;p21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5" name="Google Shape;1235;p21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6" name="Google Shape;1236;p21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7" name="Google Shape;1237;p21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" name="Google Shape;1238;p21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9" name="Google Shape;1239;p21"/>
              <p:cNvCxnSpPr>
                <a:stCxn id="1235" idx="5"/>
                <a:endCxn id="1234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0" name="Google Shape;1240;p21"/>
              <p:cNvCxnSpPr>
                <a:stCxn id="1236" idx="4"/>
                <a:endCxn id="1234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" name="Google Shape;1241;p21"/>
              <p:cNvCxnSpPr>
                <a:stCxn id="1231" idx="6"/>
                <a:endCxn id="1235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" name="Google Shape;1242;p21"/>
              <p:cNvCxnSpPr>
                <a:stCxn id="1235" idx="7"/>
                <a:endCxn id="1236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3" name="Google Shape;1243;p21"/>
              <p:cNvCxnSpPr>
                <a:stCxn id="1236" idx="6"/>
                <a:endCxn id="1232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4" name="Google Shape;1244;p21"/>
              <p:cNvCxnSpPr>
                <a:stCxn id="1234" idx="7"/>
                <a:endCxn id="1232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5" name="Google Shape;1245;p21"/>
              <p:cNvCxnSpPr>
                <a:stCxn id="1231" idx="6"/>
                <a:endCxn id="1237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" name="Google Shape;1246;p21"/>
              <p:cNvCxnSpPr>
                <a:stCxn id="1237" idx="6"/>
                <a:endCxn id="1234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" name="Google Shape;1247;p21"/>
              <p:cNvCxnSpPr>
                <a:stCxn id="1237" idx="6"/>
                <a:endCxn id="1233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8" name="Google Shape;1248;p21"/>
              <p:cNvCxnSpPr>
                <a:stCxn id="1233" idx="7"/>
                <a:endCxn id="1238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" name="Google Shape;1249;p21"/>
              <p:cNvCxnSpPr>
                <a:stCxn id="1234" idx="6"/>
                <a:endCxn id="1238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" name="Google Shape;1250;p21"/>
              <p:cNvCxnSpPr>
                <a:stCxn id="1238" idx="0"/>
                <a:endCxn id="1232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1" name="Google Shape;1251;p21"/>
              <p:cNvCxnSpPr>
                <a:stCxn id="1236" idx="5"/>
                <a:endCxn id="1238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2" name="Google Shape;1252;p21"/>
              <p:cNvCxnSpPr>
                <a:stCxn id="1235" idx="6"/>
                <a:endCxn id="1238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" name="Google Shape;1253;p21"/>
              <p:cNvCxnSpPr>
                <a:stCxn id="1235" idx="4"/>
                <a:endCxn id="1233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4" name="Google Shape;1254;p21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5" name="Google Shape;1255;p21"/>
              <p:cNvCxnSpPr>
                <a:stCxn id="1238" idx="4"/>
                <a:endCxn id="1254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" name="Google Shape;1256;p21"/>
              <p:cNvCxnSpPr>
                <a:stCxn id="1254" idx="1"/>
                <a:endCxn id="1233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" name="Google Shape;1257;p21"/>
              <p:cNvCxnSpPr>
                <a:stCxn id="1254" idx="1"/>
                <a:endCxn id="1234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8" name="Google Shape;1258;p21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9" name="Google Shape;1259;p21"/>
              <p:cNvCxnSpPr>
                <a:stCxn id="1236" idx="0"/>
                <a:endCxn id="1258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0" name="Google Shape;1260;p21"/>
              <p:cNvCxnSpPr>
                <a:stCxn id="1232" idx="0"/>
                <a:endCxn id="1258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1" name="Google Shape;1261;p21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262" name="Google Shape;1262;p21"/>
              <p:cNvSpPr/>
              <p:nvPr/>
            </p:nvSpPr>
            <p:spPr>
              <a:xfrm flipH="1" rot="10800000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3" name="Google Shape;1263;p21"/>
              <p:cNvSpPr/>
              <p:nvPr/>
            </p:nvSpPr>
            <p:spPr>
              <a:xfrm flipH="1" rot="10800000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4" name="Google Shape;1264;p21"/>
              <p:cNvSpPr/>
              <p:nvPr/>
            </p:nvSpPr>
            <p:spPr>
              <a:xfrm flipH="1" rot="10800000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5" name="Google Shape;1265;p21"/>
              <p:cNvSpPr/>
              <p:nvPr/>
            </p:nvSpPr>
            <p:spPr>
              <a:xfrm flipH="1" rot="10800000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6" name="Google Shape;1266;p21"/>
              <p:cNvSpPr/>
              <p:nvPr/>
            </p:nvSpPr>
            <p:spPr>
              <a:xfrm flipH="1" rot="10800000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7" name="Google Shape;1267;p21"/>
              <p:cNvSpPr/>
              <p:nvPr/>
            </p:nvSpPr>
            <p:spPr>
              <a:xfrm flipH="1" rot="10800000">
                <a:off x="8847429" y="6195358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8" name="Google Shape;1268;p21"/>
              <p:cNvSpPr/>
              <p:nvPr/>
            </p:nvSpPr>
            <p:spPr>
              <a:xfrm flipH="1" rot="10800000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69" name="Google Shape;1269;p21"/>
              <p:cNvSpPr/>
              <p:nvPr/>
            </p:nvSpPr>
            <p:spPr>
              <a:xfrm flipH="1" rot="10800000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70" name="Google Shape;1270;p21"/>
              <p:cNvCxnSpPr>
                <a:stCxn id="1266" idx="5"/>
                <a:endCxn id="1265" idx="1"/>
              </p:cNvCxnSpPr>
              <p:nvPr/>
            </p:nvCxnSpPr>
            <p:spPr>
              <a:xfrm flipH="1" rot="10800000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" name="Google Shape;1271;p21"/>
              <p:cNvCxnSpPr>
                <a:stCxn id="1267" idx="4"/>
                <a:endCxn id="1265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2" name="Google Shape;1272;p21"/>
              <p:cNvCxnSpPr>
                <a:stCxn id="1262" idx="6"/>
                <a:endCxn id="1265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" name="Google Shape;1273;p21"/>
              <p:cNvCxnSpPr>
                <a:stCxn id="1262" idx="0"/>
                <a:endCxn id="1266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" name="Google Shape;1274;p21"/>
              <p:cNvCxnSpPr>
                <a:stCxn id="1266" idx="7"/>
                <a:endCxn id="1267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5" name="Google Shape;1275;p21"/>
              <p:cNvCxnSpPr>
                <a:stCxn id="1267" idx="6"/>
                <a:endCxn id="1263" idx="2"/>
              </p:cNvCxnSpPr>
              <p:nvPr/>
            </p:nvCxnSpPr>
            <p:spPr>
              <a:xfrm flipH="1" rot="10800000">
                <a:off x="8977929" y="6021808"/>
                <a:ext cx="731100" cy="23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6" name="Google Shape;1276;p21"/>
              <p:cNvCxnSpPr>
                <a:stCxn id="1265" idx="7"/>
                <a:endCxn id="1263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" name="Google Shape;1277;p21"/>
              <p:cNvCxnSpPr>
                <a:stCxn id="1262" idx="5"/>
                <a:endCxn id="1268" idx="1"/>
              </p:cNvCxnSpPr>
              <p:nvPr/>
            </p:nvCxnSpPr>
            <p:spPr>
              <a:xfrm flipH="1" rot="10800000">
                <a:off x="7154690" y="4207177"/>
                <a:ext cx="823500" cy="6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" name="Google Shape;1278;p21"/>
              <p:cNvCxnSpPr>
                <a:stCxn id="1268" idx="7"/>
                <a:endCxn id="1265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9" name="Google Shape;1279;p21"/>
              <p:cNvCxnSpPr>
                <a:stCxn id="1268" idx="7"/>
                <a:endCxn id="1264" idx="1"/>
              </p:cNvCxnSpPr>
              <p:nvPr/>
            </p:nvCxnSpPr>
            <p:spPr>
              <a:xfrm flipH="1" rot="10800000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" name="Google Shape;1280;p21"/>
              <p:cNvCxnSpPr>
                <a:stCxn id="1264" idx="0"/>
                <a:endCxn id="1265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1" name="Google Shape;1281;p21"/>
              <p:cNvCxnSpPr>
                <a:stCxn id="1269" idx="1"/>
                <a:endCxn id="1263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2" name="Google Shape;1282;p21"/>
              <p:cNvCxnSpPr>
                <a:stCxn id="1266" idx="6"/>
                <a:endCxn id="1269" idx="1"/>
              </p:cNvCxnSpPr>
              <p:nvPr/>
            </p:nvCxnSpPr>
            <p:spPr>
              <a:xfrm flipH="1" rot="10800000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" name="Google Shape;1283;p21"/>
              <p:cNvCxnSpPr>
                <a:stCxn id="1263" idx="4"/>
                <a:endCxn id="1264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4" name="Google Shape;1284;p21"/>
              <p:cNvSpPr/>
              <p:nvPr/>
            </p:nvSpPr>
            <p:spPr>
              <a:xfrm flipH="1" rot="10800000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85" name="Google Shape;1285;p21"/>
              <p:cNvCxnSpPr>
                <a:stCxn id="1269" idx="2"/>
                <a:endCxn id="1284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" name="Google Shape;1286;p21"/>
              <p:cNvCxnSpPr>
                <a:stCxn id="1284" idx="2"/>
                <a:endCxn id="1264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" name="Google Shape;1287;p21"/>
              <p:cNvCxnSpPr>
                <a:stCxn id="1284" idx="0"/>
                <a:endCxn id="1263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" name="Google Shape;1288;p21"/>
              <p:cNvCxnSpPr>
                <a:stCxn id="1284" idx="1"/>
                <a:endCxn id="1265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9" name="Google Shape;1289;p21"/>
              <p:cNvSpPr/>
              <p:nvPr/>
            </p:nvSpPr>
            <p:spPr>
              <a:xfrm flipH="1" rot="10800000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0" name="Google Shape;1290;p21"/>
              <p:cNvCxnSpPr>
                <a:stCxn id="1264" idx="3"/>
                <a:endCxn id="1289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1" name="Google Shape;1291;p21"/>
              <p:cNvCxnSpPr>
                <a:stCxn id="1289" idx="0"/>
                <a:endCxn id="1268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2" name="Google Shape;1292;p21"/>
              <p:cNvSpPr/>
              <p:nvPr/>
            </p:nvSpPr>
            <p:spPr>
              <a:xfrm flipH="1" rot="10800000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3" name="Google Shape;1293;p21"/>
              <p:cNvCxnSpPr>
                <a:stCxn id="1262" idx="6"/>
                <a:endCxn id="1292" idx="2"/>
              </p:cNvCxnSpPr>
              <p:nvPr/>
            </p:nvCxnSpPr>
            <p:spPr>
              <a:xfrm flipH="1" rot="10800000">
                <a:off x="7183159" y="4777208"/>
                <a:ext cx="790800" cy="13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" name="Google Shape;1294;p21"/>
              <p:cNvCxnSpPr>
                <a:stCxn id="1268" idx="0"/>
                <a:endCxn id="1292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" name="Google Shape;1295;p21"/>
              <p:cNvCxnSpPr>
                <a:stCxn id="1292" idx="6"/>
                <a:endCxn id="1265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6" name="Google Shape;1296;p21"/>
              <p:cNvSpPr/>
              <p:nvPr/>
            </p:nvSpPr>
            <p:spPr>
              <a:xfrm flipH="1" rot="10800000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97" name="Google Shape;1297;p21"/>
              <p:cNvCxnSpPr>
                <a:stCxn id="1289" idx="5"/>
                <a:endCxn id="1296" idx="1"/>
              </p:cNvCxnSpPr>
              <p:nvPr/>
            </p:nvCxnSpPr>
            <p:spPr>
              <a:xfrm flipH="1" rot="10800000">
                <a:off x="8426122" y="2474926"/>
                <a:ext cx="384900" cy="34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" name="Google Shape;1298;p21"/>
              <p:cNvCxnSpPr>
                <a:stCxn id="1296" idx="7"/>
                <a:endCxn id="1264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9" name="Google Shape;1299;p21"/>
              <p:cNvSpPr/>
              <p:nvPr/>
            </p:nvSpPr>
            <p:spPr>
              <a:xfrm flipH="1" rot="10800000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00" name="Google Shape;1300;p21"/>
              <p:cNvCxnSpPr>
                <a:stCxn id="1289" idx="0"/>
                <a:endCxn id="1299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" name="Google Shape;1301;p21"/>
              <p:cNvCxnSpPr>
                <a:stCxn id="1299" idx="1"/>
                <a:endCxn id="1268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" name="Google Shape;1302;p21"/>
              <p:cNvCxnSpPr>
                <a:stCxn id="1299" idx="6"/>
                <a:endCxn id="1264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05" name="Google Shape;1305;p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06" name="Google Shape;1306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9" name="Google Shape;1309;p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10" name="Google Shape;1310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14" name="Google Shape;1314;p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15" name="Google Shape;1315;p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16" name="Google Shape;1316;p22"/>
              <p:cNvCxnSpPr>
                <a:stCxn id="1317" idx="7"/>
                <a:endCxn id="1318" idx="2"/>
              </p:cNvCxnSpPr>
              <p:nvPr/>
            </p:nvCxnSpPr>
            <p:spPr>
              <a:xfrm flipH="1" rot="10800000">
                <a:off x="332904" y="155655"/>
                <a:ext cx="893400" cy="22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8" name="Google Shape;1318;p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4" name="Google Shape;1324;p22"/>
              <p:cNvCxnSpPr>
                <a:stCxn id="1323" idx="4"/>
                <a:endCxn id="1320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" name="Google Shape;1325;p22"/>
              <p:cNvCxnSpPr>
                <a:stCxn id="1322" idx="4"/>
                <a:endCxn id="1320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6" name="Google Shape;1326;p22"/>
              <p:cNvCxnSpPr>
                <a:stCxn id="1322" idx="5"/>
                <a:endCxn id="1323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7" name="Google Shape;1327;p22"/>
              <p:cNvCxnSpPr>
                <a:stCxn id="1322" idx="0"/>
                <a:endCxn id="1319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" name="Google Shape;1328;p22"/>
              <p:cNvCxnSpPr>
                <a:stCxn id="1322" idx="7"/>
                <a:endCxn id="1317" idx="3"/>
              </p:cNvCxnSpPr>
              <p:nvPr/>
            </p:nvCxnSpPr>
            <p:spPr>
              <a:xfrm flipH="1" rot="10800000">
                <a:off x="123629" y="443734"/>
                <a:ext cx="147900" cy="45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" name="Google Shape;1329;p22"/>
              <p:cNvCxnSpPr>
                <a:stCxn id="1319" idx="5"/>
                <a:endCxn id="1317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0" name="Google Shape;1330;p22"/>
              <p:cNvCxnSpPr>
                <a:stCxn id="1319" idx="6"/>
                <a:endCxn id="1318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" name="Google Shape;1331;p22"/>
              <p:cNvCxnSpPr>
                <a:stCxn id="1321" idx="2"/>
                <a:endCxn id="1319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" name="Google Shape;1332;p22"/>
              <p:cNvCxnSpPr>
                <a:stCxn id="1323" idx="0"/>
                <a:endCxn id="1317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3" name="Google Shape;1333;p22"/>
              <p:cNvCxnSpPr>
                <a:stCxn id="1323" idx="0"/>
                <a:endCxn id="1321" idx="3"/>
              </p:cNvCxnSpPr>
              <p:nvPr/>
            </p:nvCxnSpPr>
            <p:spPr>
              <a:xfrm flipH="1" rot="10800000">
                <a:off x="366025" y="296069"/>
                <a:ext cx="381000" cy="7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7" name="Google Shape;1317;p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4" name="Google Shape;1334;p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35" name="Google Shape;1335;p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22"/>
              <p:cNvCxnSpPr>
                <a:stCxn id="1339" idx="5"/>
                <a:endCxn id="1338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" name="Google Shape;1344;p22"/>
              <p:cNvCxnSpPr>
                <a:stCxn id="1340" idx="4"/>
                <a:endCxn id="1338" idx="0"/>
              </p:cNvCxnSpPr>
              <p:nvPr/>
            </p:nvCxnSpPr>
            <p:spPr>
              <a:xfrm flipH="1" rot="8769075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" name="Google Shape;1345;p22"/>
              <p:cNvCxnSpPr>
                <a:stCxn id="1335" idx="6"/>
                <a:endCxn id="1338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" name="Google Shape;1346;p22"/>
              <p:cNvCxnSpPr>
                <a:stCxn id="1335" idx="0"/>
                <a:endCxn id="1339" idx="3"/>
              </p:cNvCxnSpPr>
              <p:nvPr/>
            </p:nvCxnSpPr>
            <p:spPr>
              <a:xfrm flipH="1" rot="-2030280">
                <a:off x="3554311" y="2896576"/>
                <a:ext cx="870078" cy="56238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" name="Google Shape;1347;p22"/>
              <p:cNvCxnSpPr>
                <a:stCxn id="1339" idx="7"/>
                <a:endCxn id="1340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" name="Google Shape;1348;p22"/>
              <p:cNvCxnSpPr>
                <a:stCxn id="1340" idx="6"/>
                <a:endCxn id="1336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" name="Google Shape;1349;p22"/>
              <p:cNvCxnSpPr>
                <a:stCxn id="1338" idx="7"/>
                <a:endCxn id="1336" idx="3"/>
              </p:cNvCxnSpPr>
              <p:nvPr/>
            </p:nvCxnSpPr>
            <p:spPr>
              <a:xfrm flipH="1" rot="-2030278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0" name="Google Shape;1350;p22"/>
              <p:cNvCxnSpPr>
                <a:stCxn id="1335" idx="5"/>
                <a:endCxn id="1341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1" name="Google Shape;1351;p22"/>
              <p:cNvCxnSpPr>
                <a:stCxn id="1341" idx="7"/>
                <a:endCxn id="1338" idx="3"/>
              </p:cNvCxnSpPr>
              <p:nvPr/>
            </p:nvCxnSpPr>
            <p:spPr>
              <a:xfrm flipH="1" rot="-2030495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2" name="Google Shape;1352;p22"/>
              <p:cNvCxnSpPr>
                <a:stCxn id="1341" idx="5"/>
                <a:endCxn id="1337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" name="Google Shape;1353;p22"/>
              <p:cNvCxnSpPr>
                <a:stCxn id="1337" idx="0"/>
                <a:endCxn id="1338" idx="5"/>
              </p:cNvCxnSpPr>
              <p:nvPr/>
            </p:nvCxnSpPr>
            <p:spPr>
              <a:xfrm flipH="1" rot="-2029195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" name="Google Shape;1354;p22"/>
              <p:cNvCxnSpPr>
                <a:stCxn id="1337" idx="7"/>
                <a:endCxn id="1342" idx="3"/>
              </p:cNvCxnSpPr>
              <p:nvPr/>
            </p:nvCxnSpPr>
            <p:spPr>
              <a:xfrm flipH="1" rot="-2030477">
                <a:off x="386634" y="1842270"/>
                <a:ext cx="1576242" cy="9535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5" name="Google Shape;1355;p22"/>
              <p:cNvCxnSpPr>
                <a:stCxn id="1338" idx="6"/>
                <a:endCxn id="1342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" name="Google Shape;1356;p22"/>
              <p:cNvCxnSpPr>
                <a:stCxn id="1342" idx="0"/>
                <a:endCxn id="1336" idx="5"/>
              </p:cNvCxnSpPr>
              <p:nvPr/>
            </p:nvCxnSpPr>
            <p:spPr>
              <a:xfrm flipH="1" rot="-2024821">
                <a:off x="797015" y="2378694"/>
                <a:ext cx="83704" cy="13215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" name="Google Shape;1357;p22"/>
              <p:cNvCxnSpPr>
                <a:stCxn id="1339" idx="4"/>
                <a:endCxn id="1337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8" name="Google Shape;1358;p22"/>
              <p:cNvCxnSpPr>
                <a:stCxn id="1336" idx="4"/>
                <a:endCxn id="1337" idx="7"/>
              </p:cNvCxnSpPr>
              <p:nvPr/>
            </p:nvCxnSpPr>
            <p:spPr>
              <a:xfrm flipH="1" rot="8769813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9" name="Google Shape;1359;p22"/>
              <p:cNvCxnSpPr>
                <a:stCxn id="1335" idx="5"/>
                <a:endCxn id="1337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0" name="Google Shape;1360;p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" name="Google Shape;1361;p22"/>
              <p:cNvCxnSpPr>
                <a:stCxn id="1342" idx="4"/>
                <a:endCxn id="1360" idx="7"/>
              </p:cNvCxnSpPr>
              <p:nvPr/>
            </p:nvCxnSpPr>
            <p:spPr>
              <a:xfrm flipH="1" rot="8769580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2" name="Google Shape;1362;p22"/>
              <p:cNvCxnSpPr>
                <a:stCxn id="1360" idx="2"/>
                <a:endCxn id="1337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" name="Google Shape;1363;p22"/>
              <p:cNvCxnSpPr>
                <a:stCxn id="1360" idx="0"/>
                <a:endCxn id="1336" idx="4"/>
              </p:cNvCxnSpPr>
              <p:nvPr/>
            </p:nvCxnSpPr>
            <p:spPr>
              <a:xfrm flipH="1" rot="-2030204">
                <a:off x="469943" y="996108"/>
                <a:ext cx="1267716" cy="24344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" name="Google Shape;1364;p22"/>
              <p:cNvCxnSpPr>
                <a:stCxn id="1360" idx="1"/>
                <a:endCxn id="1338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5" name="Google Shape;1365;p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22"/>
              <p:cNvCxnSpPr>
                <a:stCxn id="1360" idx="2"/>
                <a:endCxn id="1365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7" name="Google Shape;1367;p22"/>
              <p:cNvCxnSpPr>
                <a:stCxn id="1365" idx="1"/>
                <a:endCxn id="1341" idx="5"/>
              </p:cNvCxnSpPr>
              <p:nvPr/>
            </p:nvCxnSpPr>
            <p:spPr>
              <a:xfrm flipH="1" rot="-2034703">
                <a:off x="2826258" y="400719"/>
                <a:ext cx="43017" cy="1143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0" name="Google Shape;1370;p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1" name="Google Shape;1371;p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" name="Google Shape;1374;p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5" name="Google Shape;1375;p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9" name="Google Shape;1379;p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80" name="Google Shape;1380;p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81" name="Google Shape;1381;p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" name="Google Shape;1389;p23"/>
              <p:cNvCxnSpPr>
                <a:stCxn id="1385" idx="5"/>
                <a:endCxn id="1384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" name="Google Shape;1390;p23"/>
              <p:cNvCxnSpPr>
                <a:stCxn id="1386" idx="4"/>
                <a:endCxn id="1384" idx="6"/>
              </p:cNvCxnSpPr>
              <p:nvPr/>
            </p:nvCxnSpPr>
            <p:spPr>
              <a:xfrm flipH="1" rot="10800000">
                <a:off x="7230777" y="-94742"/>
                <a:ext cx="7851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" name="Google Shape;1391;p23"/>
              <p:cNvCxnSpPr>
                <a:stCxn id="1381" idx="0"/>
                <a:endCxn id="1385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2" name="Google Shape;1392;p23"/>
              <p:cNvCxnSpPr>
                <a:stCxn id="1385" idx="6"/>
                <a:endCxn id="1386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" name="Google Shape;1393;p23"/>
              <p:cNvCxnSpPr>
                <a:stCxn id="1386" idx="6"/>
                <a:endCxn id="1382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" name="Google Shape;1394;p23"/>
              <p:cNvCxnSpPr>
                <a:stCxn id="1384" idx="6"/>
                <a:endCxn id="1382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5" name="Google Shape;1395;p23"/>
              <p:cNvCxnSpPr>
                <a:stCxn id="1381" idx="6"/>
                <a:endCxn id="1387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6" name="Google Shape;1396;p23"/>
              <p:cNvCxnSpPr>
                <a:stCxn id="1381" idx="7"/>
                <a:endCxn id="1384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" name="Google Shape;1397;p23"/>
              <p:cNvCxnSpPr>
                <a:stCxn id="1387" idx="7"/>
                <a:endCxn id="1383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" name="Google Shape;1398;p23"/>
              <p:cNvCxnSpPr>
                <a:stCxn id="1383" idx="0"/>
                <a:endCxn id="1384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" name="Google Shape;1399;p23"/>
              <p:cNvCxnSpPr>
                <a:stCxn id="1388" idx="2"/>
                <a:endCxn id="1382" idx="6"/>
              </p:cNvCxnSpPr>
              <p:nvPr/>
            </p:nvCxnSpPr>
            <p:spPr>
              <a:xfrm flipH="1" rot="10800000">
                <a:off x="5481836" y="13694"/>
                <a:ext cx="847800" cy="30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" name="Google Shape;1400;p23"/>
              <p:cNvCxnSpPr>
                <a:stCxn id="1386" idx="7"/>
                <a:endCxn id="1388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1" name="Google Shape;1401;p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2" name="Google Shape;1402;p23"/>
              <p:cNvCxnSpPr>
                <a:stCxn id="1388" idx="3"/>
                <a:endCxn id="1401" idx="6"/>
              </p:cNvCxnSpPr>
              <p:nvPr/>
            </p:nvCxnSpPr>
            <p:spPr>
              <a:xfrm flipH="1" rot="10800000">
                <a:off x="5449161" y="-598892"/>
                <a:ext cx="833100" cy="88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3" name="Google Shape;1403;p23"/>
              <p:cNvCxnSpPr>
                <a:stCxn id="1401" idx="2"/>
                <a:endCxn id="1383" idx="6"/>
              </p:cNvCxnSpPr>
              <p:nvPr/>
            </p:nvCxnSpPr>
            <p:spPr>
              <a:xfrm flipH="1" rot="10800000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4" name="Google Shape;1404;p23"/>
              <p:cNvCxnSpPr>
                <a:stCxn id="1401" idx="0"/>
                <a:endCxn id="1382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" name="Google Shape;1405;p23"/>
              <p:cNvCxnSpPr>
                <a:stCxn id="1401" idx="1"/>
                <a:endCxn id="1384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06" name="Google Shape;1406;p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" name="Google Shape;1407;p23"/>
              <p:cNvCxnSpPr>
                <a:stCxn id="1383" idx="2"/>
                <a:endCxn id="1406" idx="7"/>
              </p:cNvCxnSpPr>
              <p:nvPr/>
            </p:nvCxnSpPr>
            <p:spPr>
              <a:xfrm flipH="1" rot="10800000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" name="Google Shape;1408;p23"/>
              <p:cNvCxnSpPr>
                <a:stCxn id="1406" idx="3"/>
                <a:endCxn id="1381" idx="7"/>
              </p:cNvCxnSpPr>
              <p:nvPr/>
            </p:nvCxnSpPr>
            <p:spPr>
              <a:xfrm flipH="1" rot="10800000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" name="Google Shape;1409;p23"/>
              <p:cNvCxnSpPr>
                <a:stCxn id="1384" idx="4"/>
                <a:endCxn id="1406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0" name="Google Shape;1410;p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1" name="Google Shape;1411;p23"/>
              <p:cNvCxnSpPr>
                <a:stCxn id="1384" idx="0"/>
                <a:endCxn id="1410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2" name="Google Shape;1412;p23"/>
              <p:cNvCxnSpPr>
                <a:stCxn id="1385" idx="7"/>
                <a:endCxn id="1410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13" name="Google Shape;1413;p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14" name="Google Shape;1414;p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" name="Google Shape;1422;p23"/>
              <p:cNvCxnSpPr>
                <a:stCxn id="1419" idx="4"/>
                <a:endCxn id="1417" idx="0"/>
              </p:cNvCxnSpPr>
              <p:nvPr/>
            </p:nvCxnSpPr>
            <p:spPr>
              <a:xfrm flipH="1" rot="10800000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3" name="Google Shape;1423;p23"/>
              <p:cNvCxnSpPr>
                <a:stCxn id="1414" idx="7"/>
                <a:endCxn id="1418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" name="Google Shape;1424;p23"/>
              <p:cNvCxnSpPr>
                <a:stCxn id="1418" idx="7"/>
                <a:endCxn id="1419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5" name="Google Shape;1425;p23"/>
              <p:cNvCxnSpPr>
                <a:stCxn id="1419" idx="6"/>
                <a:endCxn id="1415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6" name="Google Shape;1426;p23"/>
              <p:cNvCxnSpPr>
                <a:stCxn id="1417" idx="7"/>
                <a:endCxn id="1415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" name="Google Shape;1427;p23"/>
              <p:cNvCxnSpPr>
                <a:stCxn id="1414" idx="6"/>
                <a:endCxn id="1420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" name="Google Shape;1428;p23"/>
              <p:cNvCxnSpPr>
                <a:stCxn id="1420" idx="0"/>
                <a:endCxn id="1417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9" name="Google Shape;1429;p23"/>
              <p:cNvCxnSpPr>
                <a:stCxn id="1420" idx="5"/>
                <a:endCxn id="1416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0" name="Google Shape;1430;p23"/>
              <p:cNvCxnSpPr>
                <a:stCxn id="1416" idx="0"/>
                <a:endCxn id="1417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1" name="Google Shape;1431;p23"/>
              <p:cNvCxnSpPr>
                <a:stCxn id="1416" idx="7"/>
                <a:endCxn id="1421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" name="Google Shape;1432;p23"/>
              <p:cNvCxnSpPr>
                <a:stCxn id="1417" idx="6"/>
                <a:endCxn id="1421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3" name="Google Shape;1433;p23"/>
              <p:cNvCxnSpPr>
                <a:stCxn id="1421" idx="0"/>
                <a:endCxn id="1415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4" name="Google Shape;1434;p23"/>
              <p:cNvCxnSpPr>
                <a:stCxn id="1419" idx="5"/>
                <a:endCxn id="1421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5" name="Google Shape;1435;p23"/>
              <p:cNvCxnSpPr>
                <a:stCxn id="1418" idx="6"/>
                <a:endCxn id="1421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" name="Google Shape;1436;p23"/>
              <p:cNvCxnSpPr>
                <a:stCxn id="1418" idx="5"/>
                <a:endCxn id="1420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7" name="Google Shape;1437;p23"/>
              <p:cNvCxnSpPr>
                <a:stCxn id="1415" idx="4"/>
                <a:endCxn id="1416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8" name="Google Shape;1438;p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23"/>
              <p:cNvCxnSpPr>
                <a:stCxn id="1421" idx="4"/>
                <a:endCxn id="1438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0" name="Google Shape;1440;p23"/>
              <p:cNvCxnSpPr>
                <a:stCxn id="1438" idx="1"/>
                <a:endCxn id="1416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1" name="Google Shape;1441;p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" name="Google Shape;1442;p23"/>
              <p:cNvCxnSpPr>
                <a:stCxn id="1438" idx="2"/>
                <a:endCxn id="1441" idx="5"/>
              </p:cNvCxnSpPr>
              <p:nvPr/>
            </p:nvCxnSpPr>
            <p:spPr>
              <a:xfrm flipH="1" rot="10800000">
                <a:off x="864609" y="4593367"/>
                <a:ext cx="922200" cy="31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" name="Google Shape;1443;p23"/>
              <p:cNvCxnSpPr>
                <a:stCxn id="1441" idx="1"/>
                <a:endCxn id="1420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4" name="Google Shape;1444;p23"/>
              <p:cNvCxnSpPr>
                <a:stCxn id="1441" idx="7"/>
                <a:endCxn id="1416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26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4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447" name="Google Shape;1447;p24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Đạo hàm và ứng dụng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Định nghĩa đạo hàm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>
                <a:solidFill>
                  <a:srgbClr val="2C3E50"/>
                </a:solidFill>
                <a:latin typeface="Times New Roman"/>
              </a:rPr>
              <a:t>• Ý nghĩa hình học của đạo hàm</a:t>
            </a:r>
          </a:p>
          <a:p>
            <a:r>
              <a:rPr sz="1800">
                <a:solidFill>
                  <a:srgbClr val="2C3E50"/>
                </a:solidFill>
                <a:latin typeface="Times New Roman"/>
              </a:rPr>
              <a:t>• Hệ số góc của tiếp tuyến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