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38"/>
    <p:sldId id="257" r:id="rId39"/>
    <p:sldId id="258" r:id="rId40"/>
    <p:sldId id="259" r:id="rId41"/>
    <p:sldId id="260" r:id="rId42"/>
    <p:sldId id="261" r:id="rId43"/>
    <p:sldId id="262" r:id="rId44"/>
  </p:sldIdLst>
  <p:sldSz cy="5143500" cx="9144000"/>
  <p:notesSz cx="6858000" cy="9144000"/>
  <p:embeddedFontLst>
    <p:embeddedFont>
      <p:font typeface="Mulish"/>
      <p:regular r:id="rId47"/>
      <p:bold r:id="rId48"/>
      <p:italic r:id="rId49"/>
      <p:boldItalic r:id="rId50"/>
    </p:embeddedFont>
    <p:embeddedFont>
      <p:font typeface="Proxima Nova"/>
      <p:regular r:id="rId51"/>
      <p:bold r:id="rId52"/>
      <p:italic r:id="rId53"/>
      <p:boldItalic r:id="rId54"/>
    </p:embeddedFont>
    <p:embeddedFont>
      <p:font typeface="Roboto Medium"/>
      <p:regular r:id="rId55"/>
      <p:bold r:id="rId56"/>
      <p:italic r:id="rId57"/>
      <p:boldItalic r:id="rId58"/>
    </p:embeddedFont>
    <p:embeddedFont>
      <p:font typeface="Amatic SC"/>
      <p:regular r:id="rId59"/>
      <p:bold r:id="rId60"/>
    </p:embeddedFont>
    <p:embeddedFont>
      <p:font typeface="Lato"/>
      <p:regular r:id="rId61"/>
      <p:bold r:id="rId62"/>
      <p:italic r:id="rId63"/>
      <p:boldItalic r:id="rId64"/>
    </p:embeddedFont>
    <p:embeddedFont>
      <p:font typeface="Anaheim"/>
      <p:regular r:id="rId65"/>
      <p:bold r:id="rId66"/>
    </p:embeddedFont>
    <p:embeddedFont>
      <p:font typeface="Proxima Nova Semibold"/>
      <p:regular r:id="rId67"/>
      <p:bold r:id="rId68"/>
      <p:boldItalic r:id="rId69"/>
    </p:embeddedFont>
    <p:embeddedFont>
      <p:font typeface="Albert Sans"/>
      <p:regular r:id="rId70"/>
      <p:bold r:id="rId71"/>
      <p:italic r:id="rId72"/>
      <p:boldItalic r:id="rId73"/>
    </p:embeddedFont>
    <p:embeddedFont>
      <p:font typeface="DM Sans"/>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B23887-AB03-4546-9AEC-DF8FEB11CAE1}">
  <a:tblStyle styleId="{8BB23887-AB03-4546-9AEC-DF8FEB11CAE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2413E5F-0A40-43D7-A909-D912CE89E9F1}"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38" Type="http://schemas.openxmlformats.org/officeDocument/2006/relationships/slide" Target="slides/slide1.xml"/><Relationship Id="rId39" Type="http://schemas.openxmlformats.org/officeDocument/2006/relationships/slide" Target="slides/slide2.xml"/><Relationship Id="rId40" Type="http://schemas.openxmlformats.org/officeDocument/2006/relationships/slide" Target="slides/slide3.xml"/><Relationship Id="rId41" Type="http://schemas.openxmlformats.org/officeDocument/2006/relationships/slide" Target="slides/slide4.xml"/><Relationship Id="rId42" Type="http://schemas.openxmlformats.org/officeDocument/2006/relationships/slide" Target="slides/slide5.xml"/><Relationship Id="rId43" Type="http://schemas.openxmlformats.org/officeDocument/2006/relationships/slide" Target="slides/slide6.xml"/><Relationship Id="rId44" Type="http://schemas.openxmlformats.org/officeDocument/2006/relationships/slide" Target="slides/slide7.xml"/><Relationship Id="rId47" Type="http://schemas.openxmlformats.org/officeDocument/2006/relationships/font" Target="fonts/Mulish-regular.fntdata"/><Relationship Id="rId48" Type="http://schemas.openxmlformats.org/officeDocument/2006/relationships/font" Target="fonts/Mulish-bold.fntdata"/><Relationship Id="rId49" Type="http://schemas.openxmlformats.org/officeDocument/2006/relationships/font" Target="fonts/Mulish-italic.fntdata"/><Relationship Id="rId50" Type="http://schemas.openxmlformats.org/officeDocument/2006/relationships/font" Target="fonts/Mulish-boldItalic.fntdata"/><Relationship Id="rId51" Type="http://schemas.openxmlformats.org/officeDocument/2006/relationships/font" Target="fonts/ProximaNova-regular.fntdata"/><Relationship Id="rId52" Type="http://schemas.openxmlformats.org/officeDocument/2006/relationships/font" Target="fonts/ProximaNova-bold.fntdata"/><Relationship Id="rId53" Type="http://schemas.openxmlformats.org/officeDocument/2006/relationships/font" Target="fonts/ProximaNova-italic.fntdata"/><Relationship Id="rId54" Type="http://schemas.openxmlformats.org/officeDocument/2006/relationships/font" Target="fonts/ProximaNova-boldItalic.fntdata"/><Relationship Id="rId55" Type="http://schemas.openxmlformats.org/officeDocument/2006/relationships/font" Target="fonts/RobotoMedium-regular.fntdata"/><Relationship Id="rId56" Type="http://schemas.openxmlformats.org/officeDocument/2006/relationships/font" Target="fonts/RobotoMedium-bold.fntdata"/><Relationship Id="rId57" Type="http://schemas.openxmlformats.org/officeDocument/2006/relationships/font" Target="fonts/RobotoMedium-italic.fntdata"/><Relationship Id="rId58" Type="http://schemas.openxmlformats.org/officeDocument/2006/relationships/font" Target="fonts/RobotoMedium-boldItalic.fntdata"/><Relationship Id="rId59" Type="http://schemas.openxmlformats.org/officeDocument/2006/relationships/font" Target="fonts/AmaticSC-regular.fntdata"/><Relationship Id="rId60" Type="http://schemas.openxmlformats.org/officeDocument/2006/relationships/font" Target="fonts/AmaticSC-bold.fntdata"/><Relationship Id="rId61" Type="http://schemas.openxmlformats.org/officeDocument/2006/relationships/font" Target="fonts/Lato-regular.fntdata"/><Relationship Id="rId62" Type="http://schemas.openxmlformats.org/officeDocument/2006/relationships/font" Target="fonts/Lato-bold.fntdata"/><Relationship Id="rId63" Type="http://schemas.openxmlformats.org/officeDocument/2006/relationships/font" Target="fonts/Lato-italic.fntdata"/><Relationship Id="rId64" Type="http://schemas.openxmlformats.org/officeDocument/2006/relationships/font" Target="fonts/Lato-boldItalic.fntdata"/><Relationship Id="rId65" Type="http://schemas.openxmlformats.org/officeDocument/2006/relationships/font" Target="fonts/Anaheim-regular.fntdata"/><Relationship Id="rId66" Type="http://schemas.openxmlformats.org/officeDocument/2006/relationships/font" Target="fonts/Anaheim-bold.fntdata"/><Relationship Id="rId67" Type="http://schemas.openxmlformats.org/officeDocument/2006/relationships/font" Target="fonts/ProximaNovaSemibold-regular.fntdata"/><Relationship Id="rId68" Type="http://schemas.openxmlformats.org/officeDocument/2006/relationships/font" Target="fonts/ProximaNovaSemibold-bold.fntdata"/><Relationship Id="rId69" Type="http://schemas.openxmlformats.org/officeDocument/2006/relationships/font" Target="fonts/ProximaNovaSemibold-boldItalic.fntdata"/><Relationship Id="rId70" Type="http://schemas.openxmlformats.org/officeDocument/2006/relationships/font" Target="fonts/AlbertSans-regular.fntdata"/><Relationship Id="rId71" Type="http://schemas.openxmlformats.org/officeDocument/2006/relationships/font" Target="fonts/AlbertSans-bold.fntdata"/><Relationship Id="rId72" Type="http://schemas.openxmlformats.org/officeDocument/2006/relationships/font" Target="fonts/AlbertSans-italic.fntdata"/><Relationship Id="rId73" Type="http://schemas.openxmlformats.org/officeDocument/2006/relationships/font" Target="fonts/AlbertSans-boldItalic.fntdata"/><Relationship Id="rId74" Type="http://schemas.openxmlformats.org/officeDocument/2006/relationships/font" Target="fonts/DMSans-regular.fntdata"/><Relationship Id="rId75" Type="http://schemas.openxmlformats.org/officeDocument/2006/relationships/font" Target="fonts/DMSans-bold.fntdata"/><Relationship Id="rId76" Type="http://schemas.openxmlformats.org/officeDocument/2006/relationships/font" Target="fonts/DMSans-italic.fntdata"/><Relationship Id="rId77"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Chào mừng các em học sinh đến với bài học hôm nay. Chúng ta sẽ cùng nhau tìm hiểu hai tính chất vô cùng quan trọng của một hàm số trong chương trình lớp 12, đó là tính đơn điệu (đồng biến, nghịch biến) và cực trị (cực đại, cực tiểu). Đây là nền tảng cốt lõi giúp các em khảo sát và vẽ đồ thị hàm số một cách chính xác nhất.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hướng dẫn học sinh quan sát đồ thị hàm số bậc ba trực quan trên màn hình. Hãy yêu cầu học sinh chỉ ra các khoảng đồ thị đi lên từ trái sang phải (đồng biến) và đi xuống từ trái sang phải (nghịch biến), đồng thời xác định các điểm đỉnh lồi, lõm (điểm cực trị). Từ đó dẫn dắt vào bài mới.</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nhấn mạnh định lý thừa nhận về mối liên hệ giữa dấu của đạo hàm và tính đơn điệu của hàm số. Hãy lưu ý học sinh rằng định lý vẫn đúng khi đạo hàm bằng 0 tại một số hữu hạn điểm trên khoảng K.</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giải thích khái niệm 'lân cận' một cách đơn giản cho học sinh dễ hình dung (một khoảng nhỏ chứa x0). GV cần lưu ý học sinh điều kiện đạo hàm bằng 0 chỉ là điều kiện cần để hàm số đạt cực trị tại điểm đó, chưa phải là điều kiện đủ.</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trình bày quy trình 4 bước chuẩn mực để khảo sát một hàm số bất kỳ. Nhấn mạnh bước lập bảng biến thiên vì đây là công cụ trực quan nhất giúp học sinh không bị nhầm lẫn dấu và hướng đi của đồ thị.</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phân tích kỹ các lỗi sai kinh điển của học sinh khi làm bài thi trắc nghiệm. Đặc biệt nhấn mạnh sự khác biệt giữa các thuật ngữ cực trị để học sinh không bị đề bài đánh lừa.</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hệ thống lại toàn bộ nội dung bài học trong 1 phút, giao nhiệm vụ học tập về nhà và hướng dẫn học sinh đọc trước bài tiếp theo để có sự chuẩn bị tốt nhất.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00325" y="1468875"/>
            <a:ext cx="7543800" cy="17301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1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275875" y="3198825"/>
            <a:ext cx="4592400" cy="4758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817341" y="-872068"/>
            <a:ext cx="10581139" cy="7505539"/>
            <a:chOff x="-817341" y="-872068"/>
            <a:chExt cx="10581139" cy="7505539"/>
          </a:xfrm>
        </p:grpSpPr>
        <p:grpSp>
          <p:nvGrpSpPr>
            <p:cNvPr id="12" name="Google Shape;12;p2"/>
            <p:cNvGrpSpPr/>
            <p:nvPr/>
          </p:nvGrpSpPr>
          <p:grpSpPr>
            <a:xfrm>
              <a:off x="4353534" y="3189744"/>
              <a:ext cx="5410264" cy="3443726"/>
              <a:chOff x="4353534" y="3189744"/>
              <a:chExt cx="5410264" cy="3443726"/>
            </a:xfrm>
          </p:grpSpPr>
          <p:sp>
            <p:nvSpPr>
              <p:cNvPr id="13" name="Google Shape;13;p2"/>
              <p:cNvSpPr/>
              <p:nvPr/>
            </p:nvSpPr>
            <p:spPr>
              <a:xfrm rot="10800000">
                <a:off x="9569398" y="5312996"/>
                <a:ext cx="194400" cy="194400"/>
              </a:xfrm>
              <a:prstGeom prst="ellipse">
                <a:avLst/>
              </a:prstGeom>
              <a:solidFill>
                <a:schemeClr val="accent1"/>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 name="Google Shape;14;p2"/>
              <p:cNvSpPr/>
              <p:nvPr/>
            </p:nvSpPr>
            <p:spPr>
              <a:xfrm rot="10800000">
                <a:off x="7135026" y="623234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 name="Google Shape;15;p2"/>
              <p:cNvSpPr/>
              <p:nvPr/>
            </p:nvSpPr>
            <p:spPr>
              <a:xfrm rot="10800000">
                <a:off x="7563119" y="3751240"/>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 name="Google Shape;16;p2"/>
              <p:cNvSpPr/>
              <p:nvPr/>
            </p:nvSpPr>
            <p:spPr>
              <a:xfrm rot="10800000">
                <a:off x="8060378" y="5344924"/>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 name="Google Shape;17;p2"/>
              <p:cNvSpPr/>
              <p:nvPr/>
            </p:nvSpPr>
            <p:spPr>
              <a:xfrm rot="10800000">
                <a:off x="9245065" y="6281371"/>
                <a:ext cx="96300" cy="96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 name="Google Shape;18;p2"/>
              <p:cNvSpPr/>
              <p:nvPr/>
            </p:nvSpPr>
            <p:spPr>
              <a:xfrm rot="10800000">
                <a:off x="8060378" y="650297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 name="Google Shape;19;p2"/>
              <p:cNvSpPr/>
              <p:nvPr/>
            </p:nvSpPr>
            <p:spPr>
              <a:xfrm rot="10800000">
                <a:off x="8948809" y="4403302"/>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 name="Google Shape;20;p2"/>
              <p:cNvSpPr/>
              <p:nvPr/>
            </p:nvSpPr>
            <p:spPr>
              <a:xfrm rot="10800000">
                <a:off x="4353534" y="4683377"/>
                <a:ext cx="96300" cy="9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1" name="Google Shape;21;p2"/>
              <p:cNvCxnSpPr>
                <a:stCxn id="17" idx="5"/>
                <a:endCxn id="16" idx="1"/>
              </p:cNvCxnSpPr>
              <p:nvPr/>
            </p:nvCxnSpPr>
            <p:spPr>
              <a:xfrm rot="10800000">
                <a:off x="8171668" y="5456374"/>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22" name="Google Shape;22;p2"/>
              <p:cNvCxnSpPr>
                <a:stCxn id="18" idx="4"/>
                <a:endCxn id="16" idx="0"/>
              </p:cNvCxnSpPr>
              <p:nvPr/>
            </p:nvCxnSpPr>
            <p:spPr>
              <a:xfrm rot="10800000">
                <a:off x="8125628" y="5475470"/>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23" name="Google Shape;23;p2"/>
              <p:cNvCxnSpPr>
                <a:stCxn id="13" idx="6"/>
                <a:endCxn id="16" idx="2"/>
              </p:cNvCxnSpPr>
              <p:nvPr/>
            </p:nvCxnSpPr>
            <p:spPr>
              <a:xfrm rot="10800000">
                <a:off x="8190898" y="5410196"/>
                <a:ext cx="1378500" cy="0"/>
              </a:xfrm>
              <a:prstGeom prst="straightConnector1">
                <a:avLst/>
              </a:prstGeom>
              <a:noFill/>
              <a:ln cap="flat" cmpd="sng" w="9525">
                <a:solidFill>
                  <a:schemeClr val="dk2"/>
                </a:solidFill>
                <a:prstDash val="solid"/>
                <a:round/>
                <a:headEnd len="med" w="med" type="none"/>
                <a:tailEnd len="med" w="med" type="none"/>
              </a:ln>
            </p:spPr>
          </p:cxnSp>
          <p:cxnSp>
            <p:nvCxnSpPr>
              <p:cNvPr id="24" name="Google Shape;24;p2"/>
              <p:cNvCxnSpPr>
                <a:stCxn id="13" idx="0"/>
                <a:endCxn id="17" idx="3"/>
              </p:cNvCxnSpPr>
              <p:nvPr/>
            </p:nvCxnSpPr>
            <p:spPr>
              <a:xfrm flipH="1">
                <a:off x="9327298" y="5507396"/>
                <a:ext cx="339300" cy="788100"/>
              </a:xfrm>
              <a:prstGeom prst="straightConnector1">
                <a:avLst/>
              </a:prstGeom>
              <a:noFill/>
              <a:ln cap="flat" cmpd="sng" w="9525">
                <a:solidFill>
                  <a:schemeClr val="dk2"/>
                </a:solidFill>
                <a:prstDash val="solid"/>
                <a:round/>
                <a:headEnd len="med" w="med" type="none"/>
                <a:tailEnd len="med" w="med" type="none"/>
              </a:ln>
            </p:spPr>
          </p:cxnSp>
          <p:cxnSp>
            <p:nvCxnSpPr>
              <p:cNvPr id="25" name="Google Shape;25;p2"/>
              <p:cNvCxnSpPr>
                <a:stCxn id="17" idx="7"/>
                <a:endCxn id="18" idx="2"/>
              </p:cNvCxnSpPr>
              <p:nvPr/>
            </p:nvCxnSpPr>
            <p:spPr>
              <a:xfrm flipH="1">
                <a:off x="8190868" y="6363568"/>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26" name="Google Shape;26;p2"/>
              <p:cNvCxnSpPr>
                <a:stCxn id="18" idx="6"/>
                <a:endCxn id="14" idx="2"/>
              </p:cNvCxnSpPr>
              <p:nvPr/>
            </p:nvCxnSpPr>
            <p:spPr>
              <a:xfrm rot="10800000">
                <a:off x="7329278" y="6329420"/>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27" name="Google Shape;27;p2"/>
              <p:cNvCxnSpPr>
                <a:stCxn id="16" idx="7"/>
                <a:endCxn id="14" idx="3"/>
              </p:cNvCxnSpPr>
              <p:nvPr/>
            </p:nvCxnSpPr>
            <p:spPr>
              <a:xfrm flipH="1">
                <a:off x="7300989" y="5456313"/>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28" name="Google Shape;28;p2"/>
              <p:cNvCxnSpPr>
                <a:stCxn id="13" idx="5"/>
                <a:endCxn id="19" idx="1"/>
              </p:cNvCxnSpPr>
              <p:nvPr/>
            </p:nvCxnSpPr>
            <p:spPr>
              <a:xfrm rot="10800000">
                <a:off x="9060267" y="4514665"/>
                <a:ext cx="537600" cy="826800"/>
              </a:xfrm>
              <a:prstGeom prst="straightConnector1">
                <a:avLst/>
              </a:prstGeom>
              <a:noFill/>
              <a:ln cap="flat" cmpd="sng" w="9525">
                <a:solidFill>
                  <a:schemeClr val="dk2"/>
                </a:solidFill>
                <a:prstDash val="solid"/>
                <a:round/>
                <a:headEnd len="med" w="med" type="none"/>
                <a:tailEnd len="med" w="med" type="none"/>
              </a:ln>
            </p:spPr>
          </p:cxnSp>
          <p:cxnSp>
            <p:nvCxnSpPr>
              <p:cNvPr id="29" name="Google Shape;29;p2"/>
              <p:cNvCxnSpPr>
                <a:stCxn id="19" idx="7"/>
                <a:endCxn id="16" idx="3"/>
              </p:cNvCxnSpPr>
              <p:nvPr/>
            </p:nvCxnSpPr>
            <p:spPr>
              <a:xfrm flipH="1">
                <a:off x="8171720" y="4514691"/>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30" name="Google Shape;30;p2"/>
              <p:cNvCxnSpPr>
                <a:stCxn id="19" idx="7"/>
                <a:endCxn id="15" idx="1"/>
              </p:cNvCxnSpPr>
              <p:nvPr/>
            </p:nvCxnSpPr>
            <p:spPr>
              <a:xfrm rot="10800000">
                <a:off x="7905620" y="4093791"/>
                <a:ext cx="1062300" cy="420900"/>
              </a:xfrm>
              <a:prstGeom prst="straightConnector1">
                <a:avLst/>
              </a:prstGeom>
              <a:noFill/>
              <a:ln cap="flat" cmpd="sng" w="9525">
                <a:solidFill>
                  <a:schemeClr val="dk2"/>
                </a:solidFill>
                <a:prstDash val="solid"/>
                <a:round/>
                <a:headEnd len="med" w="med" type="none"/>
                <a:tailEnd len="med" w="med" type="none"/>
              </a:ln>
            </p:spPr>
          </p:cxnSp>
          <p:cxnSp>
            <p:nvCxnSpPr>
              <p:cNvPr id="31" name="Google Shape;31;p2"/>
              <p:cNvCxnSpPr>
                <a:stCxn id="15" idx="0"/>
                <a:endCxn id="16" idx="5"/>
              </p:cNvCxnSpPr>
              <p:nvPr/>
            </p:nvCxnSpPr>
            <p:spPr>
              <a:xfrm>
                <a:off x="7763819" y="4152640"/>
                <a:ext cx="315600" cy="1211400"/>
              </a:xfrm>
              <a:prstGeom prst="straightConnector1">
                <a:avLst/>
              </a:prstGeom>
              <a:noFill/>
              <a:ln cap="flat" cmpd="sng" w="9525">
                <a:solidFill>
                  <a:schemeClr val="dk2"/>
                </a:solidFill>
                <a:prstDash val="solid"/>
                <a:round/>
                <a:headEnd len="med" w="med" type="none"/>
                <a:tailEnd len="med" w="med" type="none"/>
              </a:ln>
            </p:spPr>
          </p:cxnSp>
          <p:cxnSp>
            <p:nvCxnSpPr>
              <p:cNvPr id="32" name="Google Shape;32;p2"/>
              <p:cNvCxnSpPr>
                <a:stCxn id="15" idx="7"/>
                <a:endCxn id="20" idx="2"/>
              </p:cNvCxnSpPr>
              <p:nvPr/>
            </p:nvCxnSpPr>
            <p:spPr>
              <a:xfrm flipH="1">
                <a:off x="4449703" y="4093857"/>
                <a:ext cx="3172200" cy="637800"/>
              </a:xfrm>
              <a:prstGeom prst="straightConnector1">
                <a:avLst/>
              </a:prstGeom>
              <a:noFill/>
              <a:ln cap="flat" cmpd="sng" w="9525">
                <a:solidFill>
                  <a:schemeClr val="dk2"/>
                </a:solidFill>
                <a:prstDash val="solid"/>
                <a:round/>
                <a:headEnd len="med" w="med" type="none"/>
                <a:tailEnd len="med" w="med" type="none"/>
              </a:ln>
            </p:spPr>
          </p:cxnSp>
          <p:cxnSp>
            <p:nvCxnSpPr>
              <p:cNvPr id="33" name="Google Shape;33;p2"/>
              <p:cNvCxnSpPr>
                <a:stCxn id="20" idx="1"/>
                <a:endCxn id="14" idx="5"/>
              </p:cNvCxnSpPr>
              <p:nvPr/>
            </p:nvCxnSpPr>
            <p:spPr>
              <a:xfrm>
                <a:off x="4435731" y="4765575"/>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34" name="Google Shape;34;p2"/>
              <p:cNvCxnSpPr>
                <a:stCxn id="17" idx="6"/>
                <a:endCxn id="20" idx="1"/>
              </p:cNvCxnSpPr>
              <p:nvPr/>
            </p:nvCxnSpPr>
            <p:spPr>
              <a:xfrm rot="10800000">
                <a:off x="4435765" y="4765621"/>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35" name="Google Shape;35;p2"/>
              <p:cNvCxnSpPr>
                <a:stCxn id="14" idx="4"/>
                <a:endCxn id="15" idx="0"/>
              </p:cNvCxnSpPr>
              <p:nvPr/>
            </p:nvCxnSpPr>
            <p:spPr>
              <a:xfrm flipH="1" rot="10800000">
                <a:off x="7232226" y="4152748"/>
                <a:ext cx="531600" cy="2079600"/>
              </a:xfrm>
              <a:prstGeom prst="straightConnector1">
                <a:avLst/>
              </a:prstGeom>
              <a:noFill/>
              <a:ln cap="flat" cmpd="sng" w="9525">
                <a:solidFill>
                  <a:schemeClr val="dk2"/>
                </a:solidFill>
                <a:prstDash val="solid"/>
                <a:round/>
                <a:headEnd len="med" w="med" type="none"/>
                <a:tailEnd len="med" w="med" type="none"/>
              </a:ln>
            </p:spPr>
          </p:cxnSp>
          <p:cxnSp>
            <p:nvCxnSpPr>
              <p:cNvPr id="36" name="Google Shape;36;p2"/>
              <p:cNvCxnSpPr>
                <a:stCxn id="13" idx="5"/>
                <a:endCxn id="15" idx="0"/>
              </p:cNvCxnSpPr>
              <p:nvPr/>
            </p:nvCxnSpPr>
            <p:spPr>
              <a:xfrm rot="10800000">
                <a:off x="7763967" y="4152565"/>
                <a:ext cx="1833900" cy="1188900"/>
              </a:xfrm>
              <a:prstGeom prst="straightConnector1">
                <a:avLst/>
              </a:prstGeom>
              <a:noFill/>
              <a:ln cap="flat" cmpd="sng" w="9525">
                <a:solidFill>
                  <a:schemeClr val="dk2"/>
                </a:solidFill>
                <a:prstDash val="solid"/>
                <a:round/>
                <a:headEnd len="med" w="med" type="none"/>
                <a:tailEnd len="med" w="med" type="none"/>
              </a:ln>
            </p:spPr>
          </p:cxnSp>
          <p:sp>
            <p:nvSpPr>
              <p:cNvPr id="37" name="Google Shape;37;p2"/>
              <p:cNvSpPr/>
              <p:nvPr/>
            </p:nvSpPr>
            <p:spPr>
              <a:xfrm rot="10800000">
                <a:off x="5902359" y="4069463"/>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8" name="Google Shape;38;p2"/>
              <p:cNvCxnSpPr>
                <a:stCxn id="20" idx="2"/>
                <a:endCxn id="37" idx="7"/>
              </p:cNvCxnSpPr>
              <p:nvPr/>
            </p:nvCxnSpPr>
            <p:spPr>
              <a:xfrm flipH="1" rot="10800000">
                <a:off x="4449834" y="4180727"/>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39" name="Google Shape;39;p2"/>
              <p:cNvCxnSpPr>
                <a:stCxn id="37" idx="2"/>
                <a:endCxn id="15" idx="6"/>
              </p:cNvCxnSpPr>
              <p:nvPr/>
            </p:nvCxnSpPr>
            <p:spPr>
              <a:xfrm flipH="1" rot="10800000">
                <a:off x="6032859" y="3952013"/>
                <a:ext cx="1530300" cy="182700"/>
              </a:xfrm>
              <a:prstGeom prst="straightConnector1">
                <a:avLst/>
              </a:prstGeom>
              <a:noFill/>
              <a:ln cap="flat" cmpd="sng" w="9525">
                <a:solidFill>
                  <a:schemeClr val="dk2"/>
                </a:solidFill>
                <a:prstDash val="solid"/>
                <a:round/>
                <a:headEnd len="med" w="med" type="none"/>
                <a:tailEnd len="med" w="med" type="none"/>
              </a:ln>
            </p:spPr>
          </p:cxnSp>
          <p:cxnSp>
            <p:nvCxnSpPr>
              <p:cNvPr id="40" name="Google Shape;40;p2"/>
              <p:cNvCxnSpPr>
                <a:stCxn id="37" idx="0"/>
                <a:endCxn id="14" idx="4"/>
              </p:cNvCxnSpPr>
              <p:nvPr/>
            </p:nvCxnSpPr>
            <p:spPr>
              <a:xfrm>
                <a:off x="5967609" y="4199963"/>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41" name="Google Shape;41;p2"/>
              <p:cNvCxnSpPr>
                <a:stCxn id="37" idx="1"/>
                <a:endCxn id="16" idx="5"/>
              </p:cNvCxnSpPr>
              <p:nvPr/>
            </p:nvCxnSpPr>
            <p:spPr>
              <a:xfrm>
                <a:off x="6013748" y="4180852"/>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42" name="Google Shape;42;p2"/>
              <p:cNvSpPr/>
              <p:nvPr/>
            </p:nvSpPr>
            <p:spPr>
              <a:xfrm rot="10800000">
                <a:off x="8782916" y="3189744"/>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 name="Google Shape;43;p2"/>
              <p:cNvCxnSpPr>
                <a:stCxn id="15" idx="2"/>
                <a:endCxn id="42" idx="6"/>
              </p:cNvCxnSpPr>
              <p:nvPr/>
            </p:nvCxnSpPr>
            <p:spPr>
              <a:xfrm flipH="1" rot="10800000">
                <a:off x="7964519" y="3286840"/>
                <a:ext cx="818400" cy="665100"/>
              </a:xfrm>
              <a:prstGeom prst="straightConnector1">
                <a:avLst/>
              </a:prstGeom>
              <a:noFill/>
              <a:ln cap="flat" cmpd="sng" w="9525">
                <a:solidFill>
                  <a:schemeClr val="dk2"/>
                </a:solidFill>
                <a:prstDash val="solid"/>
                <a:round/>
                <a:headEnd len="med" w="med" type="none"/>
                <a:tailEnd len="med" w="med" type="none"/>
              </a:ln>
            </p:spPr>
          </p:cxnSp>
          <p:cxnSp>
            <p:nvCxnSpPr>
              <p:cNvPr id="44" name="Google Shape;44;p2"/>
              <p:cNvCxnSpPr>
                <a:stCxn id="42" idx="1"/>
                <a:endCxn id="19" idx="5"/>
              </p:cNvCxnSpPr>
              <p:nvPr/>
            </p:nvCxnSpPr>
            <p:spPr>
              <a:xfrm>
                <a:off x="8948847" y="3355675"/>
                <a:ext cx="19200" cy="1066800"/>
              </a:xfrm>
              <a:prstGeom prst="straightConnector1">
                <a:avLst/>
              </a:prstGeom>
              <a:noFill/>
              <a:ln cap="flat" cmpd="sng" w="9525">
                <a:solidFill>
                  <a:schemeClr val="dk2"/>
                </a:solidFill>
                <a:prstDash val="solid"/>
                <a:round/>
                <a:headEnd len="med" w="med" type="none"/>
                <a:tailEnd len="med" w="med" type="none"/>
              </a:ln>
            </p:spPr>
          </p:cxnSp>
        </p:grpSp>
        <p:grpSp>
          <p:nvGrpSpPr>
            <p:cNvPr id="45" name="Google Shape;45;p2"/>
            <p:cNvGrpSpPr/>
            <p:nvPr/>
          </p:nvGrpSpPr>
          <p:grpSpPr>
            <a:xfrm>
              <a:off x="-817341" y="-872068"/>
              <a:ext cx="4052739" cy="3509076"/>
              <a:chOff x="-817341" y="-872068"/>
              <a:chExt cx="4052739" cy="3509076"/>
            </a:xfrm>
          </p:grpSpPr>
          <p:sp>
            <p:nvSpPr>
              <p:cNvPr id="46" name="Google Shape;46;p2"/>
              <p:cNvSpPr/>
              <p:nvPr/>
            </p:nvSpPr>
            <p:spPr>
              <a:xfrm rot="10800000">
                <a:off x="3040998" y="322921"/>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 name="Google Shape;47;p2"/>
              <p:cNvSpPr/>
              <p:nvPr/>
            </p:nvSpPr>
            <p:spPr>
              <a:xfrm rot="10800000">
                <a:off x="-550449" y="1549860"/>
                <a:ext cx="194400" cy="194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 name="Google Shape;48;p2"/>
              <p:cNvSpPr/>
              <p:nvPr/>
            </p:nvSpPr>
            <p:spPr>
              <a:xfrm rot="10800000">
                <a:off x="-58406" y="-586660"/>
                <a:ext cx="401400" cy="401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 name="Google Shape;49;p2"/>
              <p:cNvSpPr/>
              <p:nvPr/>
            </p:nvSpPr>
            <p:spPr>
              <a:xfrm rot="10800000">
                <a:off x="374903" y="662437"/>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 name="Google Shape;50;p2"/>
              <p:cNvSpPr/>
              <p:nvPr/>
            </p:nvSpPr>
            <p:spPr>
              <a:xfrm rot="10800000">
                <a:off x="1102390" y="1217883"/>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 name="Google Shape;51;p2"/>
              <p:cNvSpPr/>
              <p:nvPr/>
            </p:nvSpPr>
            <p:spPr>
              <a:xfrm rot="10800000">
                <a:off x="288828" y="2506508"/>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 name="Google Shape;52;p2"/>
              <p:cNvSpPr/>
              <p:nvPr/>
            </p:nvSpPr>
            <p:spPr>
              <a:xfrm rot="10800000">
                <a:off x="1455496" y="369115"/>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3" name="Google Shape;53;p2"/>
              <p:cNvSpPr/>
              <p:nvPr/>
            </p:nvSpPr>
            <p:spPr>
              <a:xfrm rot="10800000">
                <a:off x="-817341" y="534290"/>
                <a:ext cx="96300" cy="96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 name="Google Shape;54;p2"/>
              <p:cNvCxnSpPr>
                <a:stCxn id="50" idx="5"/>
                <a:endCxn id="49" idx="1"/>
              </p:cNvCxnSpPr>
              <p:nvPr/>
            </p:nvCxnSpPr>
            <p:spPr>
              <a:xfrm rot="10800000">
                <a:off x="486193" y="773886"/>
                <a:ext cx="630300" cy="458100"/>
              </a:xfrm>
              <a:prstGeom prst="straightConnector1">
                <a:avLst/>
              </a:prstGeom>
              <a:noFill/>
              <a:ln cap="flat" cmpd="sng" w="9525">
                <a:solidFill>
                  <a:schemeClr val="dk2"/>
                </a:solidFill>
                <a:prstDash val="solid"/>
                <a:round/>
                <a:headEnd len="med" w="med" type="none"/>
                <a:tailEnd len="med" w="med" type="none"/>
              </a:ln>
            </p:spPr>
          </p:cxnSp>
          <p:cxnSp>
            <p:nvCxnSpPr>
              <p:cNvPr id="55" name="Google Shape;55;p2"/>
              <p:cNvCxnSpPr>
                <a:stCxn id="51" idx="4"/>
                <a:endCxn id="49" idx="0"/>
              </p:cNvCxnSpPr>
              <p:nvPr/>
            </p:nvCxnSpPr>
            <p:spPr>
              <a:xfrm flipH="1" rot="10800000">
                <a:off x="354078" y="792908"/>
                <a:ext cx="86100" cy="1713600"/>
              </a:xfrm>
              <a:prstGeom prst="straightConnector1">
                <a:avLst/>
              </a:prstGeom>
              <a:noFill/>
              <a:ln cap="flat" cmpd="sng" w="9525">
                <a:solidFill>
                  <a:schemeClr val="dk2"/>
                </a:solidFill>
                <a:prstDash val="solid"/>
                <a:round/>
                <a:headEnd len="med" w="med" type="none"/>
                <a:tailEnd len="med" w="med" type="none"/>
              </a:ln>
            </p:spPr>
          </p:cxnSp>
          <p:cxnSp>
            <p:nvCxnSpPr>
              <p:cNvPr id="56" name="Google Shape;56;p2"/>
              <p:cNvCxnSpPr>
                <a:stCxn id="46" idx="6"/>
                <a:endCxn id="50" idx="3"/>
              </p:cNvCxnSpPr>
              <p:nvPr/>
            </p:nvCxnSpPr>
            <p:spPr>
              <a:xfrm flipH="1">
                <a:off x="1184598" y="420121"/>
                <a:ext cx="1856400" cy="811800"/>
              </a:xfrm>
              <a:prstGeom prst="straightConnector1">
                <a:avLst/>
              </a:prstGeom>
              <a:noFill/>
              <a:ln cap="flat" cmpd="sng" w="9525">
                <a:solidFill>
                  <a:schemeClr val="dk2"/>
                </a:solidFill>
                <a:prstDash val="solid"/>
                <a:round/>
                <a:headEnd len="med" w="med" type="none"/>
                <a:tailEnd len="med" w="med" type="none"/>
              </a:ln>
            </p:spPr>
          </p:cxnSp>
          <p:cxnSp>
            <p:nvCxnSpPr>
              <p:cNvPr id="57" name="Google Shape;57;p2"/>
              <p:cNvCxnSpPr>
                <a:stCxn id="50" idx="7"/>
                <a:endCxn id="51" idx="2"/>
              </p:cNvCxnSpPr>
              <p:nvPr/>
            </p:nvCxnSpPr>
            <p:spPr>
              <a:xfrm flipH="1">
                <a:off x="419293" y="1300080"/>
                <a:ext cx="697200" cy="1271700"/>
              </a:xfrm>
              <a:prstGeom prst="straightConnector1">
                <a:avLst/>
              </a:prstGeom>
              <a:noFill/>
              <a:ln cap="flat" cmpd="sng" w="9525">
                <a:solidFill>
                  <a:schemeClr val="dk2"/>
                </a:solidFill>
                <a:prstDash val="solid"/>
                <a:round/>
                <a:headEnd len="med" w="med" type="none"/>
                <a:tailEnd len="med" w="med" type="none"/>
              </a:ln>
            </p:spPr>
          </p:cxnSp>
          <p:cxnSp>
            <p:nvCxnSpPr>
              <p:cNvPr id="58" name="Google Shape;58;p2"/>
              <p:cNvCxnSpPr>
                <a:stCxn id="51" idx="6"/>
                <a:endCxn id="47" idx="1"/>
              </p:cNvCxnSpPr>
              <p:nvPr/>
            </p:nvCxnSpPr>
            <p:spPr>
              <a:xfrm rot="10800000">
                <a:off x="-384372" y="1715858"/>
                <a:ext cx="673200" cy="855900"/>
              </a:xfrm>
              <a:prstGeom prst="straightConnector1">
                <a:avLst/>
              </a:prstGeom>
              <a:noFill/>
              <a:ln cap="flat" cmpd="sng" w="9525">
                <a:solidFill>
                  <a:schemeClr val="dk2"/>
                </a:solidFill>
                <a:prstDash val="solid"/>
                <a:round/>
                <a:headEnd len="med" w="med" type="none"/>
                <a:tailEnd len="med" w="med" type="none"/>
              </a:ln>
            </p:spPr>
          </p:cxnSp>
          <p:cxnSp>
            <p:nvCxnSpPr>
              <p:cNvPr id="59" name="Google Shape;59;p2"/>
              <p:cNvCxnSpPr>
                <a:stCxn id="49" idx="7"/>
                <a:endCxn id="47" idx="3"/>
              </p:cNvCxnSpPr>
              <p:nvPr/>
            </p:nvCxnSpPr>
            <p:spPr>
              <a:xfrm flipH="1">
                <a:off x="-384486" y="773825"/>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60" name="Google Shape;60;p2"/>
              <p:cNvCxnSpPr>
                <a:stCxn id="46" idx="6"/>
                <a:endCxn id="52" idx="1"/>
              </p:cNvCxnSpPr>
              <p:nvPr/>
            </p:nvCxnSpPr>
            <p:spPr>
              <a:xfrm flipH="1">
                <a:off x="1566798" y="420121"/>
                <a:ext cx="1474200" cy="60300"/>
              </a:xfrm>
              <a:prstGeom prst="straightConnector1">
                <a:avLst/>
              </a:prstGeom>
              <a:noFill/>
              <a:ln cap="flat" cmpd="sng" w="9525">
                <a:solidFill>
                  <a:schemeClr val="dk2"/>
                </a:solidFill>
                <a:prstDash val="solid"/>
                <a:round/>
                <a:headEnd len="med" w="med" type="none"/>
                <a:tailEnd len="med" w="med" type="none"/>
              </a:ln>
            </p:spPr>
          </p:cxnSp>
          <p:cxnSp>
            <p:nvCxnSpPr>
              <p:cNvPr id="61" name="Google Shape;61;p2"/>
              <p:cNvCxnSpPr>
                <a:stCxn id="52" idx="7"/>
                <a:endCxn id="49" idx="2"/>
              </p:cNvCxnSpPr>
              <p:nvPr/>
            </p:nvCxnSpPr>
            <p:spPr>
              <a:xfrm flipH="1">
                <a:off x="505308" y="480503"/>
                <a:ext cx="969300" cy="247200"/>
              </a:xfrm>
              <a:prstGeom prst="straightConnector1">
                <a:avLst/>
              </a:prstGeom>
              <a:noFill/>
              <a:ln cap="flat" cmpd="sng" w="9525">
                <a:solidFill>
                  <a:schemeClr val="dk2"/>
                </a:solidFill>
                <a:prstDash val="solid"/>
                <a:round/>
                <a:headEnd len="med" w="med" type="none"/>
                <a:tailEnd len="med" w="med" type="none"/>
              </a:ln>
            </p:spPr>
          </p:cxnSp>
          <p:cxnSp>
            <p:nvCxnSpPr>
              <p:cNvPr id="62" name="Google Shape;62;p2"/>
              <p:cNvCxnSpPr>
                <a:stCxn id="52" idx="5"/>
                <a:endCxn id="48" idx="2"/>
              </p:cNvCxnSpPr>
              <p:nvPr/>
            </p:nvCxnSpPr>
            <p:spPr>
              <a:xfrm rot="10800000">
                <a:off x="343008" y="-386074"/>
                <a:ext cx="1131600" cy="774300"/>
              </a:xfrm>
              <a:prstGeom prst="straightConnector1">
                <a:avLst/>
              </a:prstGeom>
              <a:noFill/>
              <a:ln cap="flat" cmpd="sng" w="9525">
                <a:solidFill>
                  <a:schemeClr val="dk2"/>
                </a:solidFill>
                <a:prstDash val="solid"/>
                <a:round/>
                <a:headEnd len="med" w="med" type="none"/>
                <a:tailEnd len="med" w="med" type="none"/>
              </a:ln>
            </p:spPr>
          </p:cxnSp>
          <p:cxnSp>
            <p:nvCxnSpPr>
              <p:cNvPr id="63" name="Google Shape;63;p2"/>
              <p:cNvCxnSpPr>
                <a:stCxn id="48" idx="0"/>
                <a:endCxn id="49" idx="5"/>
              </p:cNvCxnSpPr>
              <p:nvPr/>
            </p:nvCxnSpPr>
            <p:spPr>
              <a:xfrm>
                <a:off x="142294" y="-185260"/>
                <a:ext cx="251700" cy="866700"/>
              </a:xfrm>
              <a:prstGeom prst="straightConnector1">
                <a:avLst/>
              </a:prstGeom>
              <a:noFill/>
              <a:ln cap="flat" cmpd="sng" w="9525">
                <a:solidFill>
                  <a:schemeClr val="dk2"/>
                </a:solidFill>
                <a:prstDash val="solid"/>
                <a:round/>
                <a:headEnd len="med" w="med" type="none"/>
                <a:tailEnd len="med" w="med" type="none"/>
              </a:ln>
            </p:spPr>
          </p:cxnSp>
          <p:cxnSp>
            <p:nvCxnSpPr>
              <p:cNvPr id="64" name="Google Shape;64;p2"/>
              <p:cNvCxnSpPr>
                <a:stCxn id="48" idx="7"/>
                <a:endCxn id="53" idx="3"/>
              </p:cNvCxnSpPr>
              <p:nvPr/>
            </p:nvCxnSpPr>
            <p:spPr>
              <a:xfrm flipH="1">
                <a:off x="-735222" y="-244043"/>
                <a:ext cx="735600" cy="792300"/>
              </a:xfrm>
              <a:prstGeom prst="straightConnector1">
                <a:avLst/>
              </a:prstGeom>
              <a:noFill/>
              <a:ln cap="flat" cmpd="sng" w="9525">
                <a:solidFill>
                  <a:schemeClr val="dk2"/>
                </a:solidFill>
                <a:prstDash val="solid"/>
                <a:round/>
                <a:headEnd len="med" w="med" type="none"/>
                <a:tailEnd len="med" w="med" type="none"/>
              </a:ln>
            </p:spPr>
          </p:cxnSp>
          <p:cxnSp>
            <p:nvCxnSpPr>
              <p:cNvPr id="65" name="Google Shape;65;p2"/>
              <p:cNvCxnSpPr>
                <a:stCxn id="49" idx="6"/>
                <a:endCxn id="53" idx="2"/>
              </p:cNvCxnSpPr>
              <p:nvPr/>
            </p:nvCxnSpPr>
            <p:spPr>
              <a:xfrm rot="10800000">
                <a:off x="-720997" y="582487"/>
                <a:ext cx="1095900" cy="145200"/>
              </a:xfrm>
              <a:prstGeom prst="straightConnector1">
                <a:avLst/>
              </a:prstGeom>
              <a:noFill/>
              <a:ln cap="flat" cmpd="sng" w="9525">
                <a:solidFill>
                  <a:schemeClr val="dk2"/>
                </a:solidFill>
                <a:prstDash val="solid"/>
                <a:round/>
                <a:headEnd len="med" w="med" type="none"/>
                <a:tailEnd len="med" w="med" type="none"/>
              </a:ln>
            </p:spPr>
          </p:cxnSp>
          <p:cxnSp>
            <p:nvCxnSpPr>
              <p:cNvPr id="66" name="Google Shape;66;p2"/>
              <p:cNvCxnSpPr>
                <a:stCxn id="53" idx="0"/>
                <a:endCxn id="47" idx="5"/>
              </p:cNvCxnSpPr>
              <p:nvPr/>
            </p:nvCxnSpPr>
            <p:spPr>
              <a:xfrm>
                <a:off x="-769191" y="630590"/>
                <a:ext cx="247200" cy="947700"/>
              </a:xfrm>
              <a:prstGeom prst="straightConnector1">
                <a:avLst/>
              </a:prstGeom>
              <a:noFill/>
              <a:ln cap="flat" cmpd="sng" w="9525">
                <a:solidFill>
                  <a:schemeClr val="dk2"/>
                </a:solidFill>
                <a:prstDash val="solid"/>
                <a:round/>
                <a:headEnd len="med" w="med" type="none"/>
                <a:tailEnd len="med" w="med" type="none"/>
              </a:ln>
            </p:spPr>
          </p:cxnSp>
          <p:cxnSp>
            <p:nvCxnSpPr>
              <p:cNvPr id="67" name="Google Shape;67;p2"/>
              <p:cNvCxnSpPr>
                <a:stCxn id="51" idx="5"/>
                <a:endCxn id="53" idx="1"/>
              </p:cNvCxnSpPr>
              <p:nvPr/>
            </p:nvCxnSpPr>
            <p:spPr>
              <a:xfrm rot="10800000">
                <a:off x="-735161" y="616419"/>
                <a:ext cx="1043100" cy="1909200"/>
              </a:xfrm>
              <a:prstGeom prst="straightConnector1">
                <a:avLst/>
              </a:prstGeom>
              <a:noFill/>
              <a:ln cap="flat" cmpd="sng" w="9525">
                <a:solidFill>
                  <a:schemeClr val="dk2"/>
                </a:solidFill>
                <a:prstDash val="solid"/>
                <a:round/>
                <a:headEnd len="med" w="med" type="none"/>
                <a:tailEnd len="med" w="med" type="none"/>
              </a:ln>
            </p:spPr>
          </p:cxnSp>
          <p:cxnSp>
            <p:nvCxnSpPr>
              <p:cNvPr id="68" name="Google Shape;68;p2"/>
              <p:cNvCxnSpPr>
                <a:stCxn id="50" idx="6"/>
                <a:endCxn id="53" idx="1"/>
              </p:cNvCxnSpPr>
              <p:nvPr/>
            </p:nvCxnSpPr>
            <p:spPr>
              <a:xfrm rot="10800000">
                <a:off x="-735110" y="616533"/>
                <a:ext cx="1837500" cy="649500"/>
              </a:xfrm>
              <a:prstGeom prst="straightConnector1">
                <a:avLst/>
              </a:prstGeom>
              <a:noFill/>
              <a:ln cap="flat" cmpd="sng" w="9525">
                <a:solidFill>
                  <a:schemeClr val="dk2"/>
                </a:solidFill>
                <a:prstDash val="solid"/>
                <a:round/>
                <a:headEnd len="med" w="med" type="none"/>
                <a:tailEnd len="med" w="med" type="none"/>
              </a:ln>
            </p:spPr>
          </p:cxnSp>
          <p:cxnSp>
            <p:nvCxnSpPr>
              <p:cNvPr id="69" name="Google Shape;69;p2"/>
              <p:cNvCxnSpPr>
                <a:stCxn id="50" idx="4"/>
                <a:endCxn id="48" idx="1"/>
              </p:cNvCxnSpPr>
              <p:nvPr/>
            </p:nvCxnSpPr>
            <p:spPr>
              <a:xfrm rot="10800000">
                <a:off x="284140" y="-244017"/>
                <a:ext cx="866400" cy="1461900"/>
              </a:xfrm>
              <a:prstGeom prst="straightConnector1">
                <a:avLst/>
              </a:prstGeom>
              <a:noFill/>
              <a:ln cap="flat" cmpd="sng" w="9525">
                <a:solidFill>
                  <a:schemeClr val="dk2"/>
                </a:solidFill>
                <a:prstDash val="solid"/>
                <a:round/>
                <a:headEnd len="med" w="med" type="none"/>
                <a:tailEnd len="med" w="med" type="none"/>
              </a:ln>
            </p:spPr>
          </p:cxnSp>
          <p:cxnSp>
            <p:nvCxnSpPr>
              <p:cNvPr id="70" name="Google Shape;70;p2"/>
              <p:cNvCxnSpPr>
                <a:stCxn id="47" idx="4"/>
                <a:endCxn id="48" idx="7"/>
              </p:cNvCxnSpPr>
              <p:nvPr/>
            </p:nvCxnSpPr>
            <p:spPr>
              <a:xfrm flipH="1" rot="10800000">
                <a:off x="-453249" y="-244140"/>
                <a:ext cx="453600" cy="1794000"/>
              </a:xfrm>
              <a:prstGeom prst="straightConnector1">
                <a:avLst/>
              </a:prstGeom>
              <a:noFill/>
              <a:ln cap="flat" cmpd="sng" w="9525">
                <a:solidFill>
                  <a:schemeClr val="dk2"/>
                </a:solidFill>
                <a:prstDash val="solid"/>
                <a:round/>
                <a:headEnd len="med" w="med" type="none"/>
                <a:tailEnd len="med" w="med" type="none"/>
              </a:ln>
            </p:spPr>
          </p:cxnSp>
          <p:cxnSp>
            <p:nvCxnSpPr>
              <p:cNvPr id="71" name="Google Shape;71;p2"/>
              <p:cNvCxnSpPr>
                <a:stCxn id="46" idx="6"/>
                <a:endCxn id="48" idx="1"/>
              </p:cNvCxnSpPr>
              <p:nvPr/>
            </p:nvCxnSpPr>
            <p:spPr>
              <a:xfrm rot="10800000">
                <a:off x="284298" y="-244079"/>
                <a:ext cx="2756700" cy="664200"/>
              </a:xfrm>
              <a:prstGeom prst="straightConnector1">
                <a:avLst/>
              </a:prstGeom>
              <a:noFill/>
              <a:ln cap="flat" cmpd="sng" w="9525">
                <a:solidFill>
                  <a:schemeClr val="dk2"/>
                </a:solidFill>
                <a:prstDash val="solid"/>
                <a:round/>
                <a:headEnd len="med" w="med" type="none"/>
                <a:tailEnd len="med" w="med" type="none"/>
              </a:ln>
            </p:spPr>
          </p:cxnSp>
          <p:sp>
            <p:nvSpPr>
              <p:cNvPr id="72" name="Google Shape;72;p2"/>
              <p:cNvSpPr/>
              <p:nvPr/>
            </p:nvSpPr>
            <p:spPr>
              <a:xfrm rot="10800000">
                <a:off x="-769166" y="-840100"/>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3" name="Google Shape;73;p2"/>
              <p:cNvCxnSpPr>
                <a:stCxn id="53" idx="4"/>
                <a:endCxn id="72" idx="7"/>
              </p:cNvCxnSpPr>
              <p:nvPr/>
            </p:nvCxnSpPr>
            <p:spPr>
              <a:xfrm flipH="1" rot="10800000">
                <a:off x="-769191" y="-728710"/>
                <a:ext cx="19200" cy="1263000"/>
              </a:xfrm>
              <a:prstGeom prst="straightConnector1">
                <a:avLst/>
              </a:prstGeom>
              <a:noFill/>
              <a:ln cap="flat" cmpd="sng" w="9525">
                <a:solidFill>
                  <a:schemeClr val="dk2"/>
                </a:solidFill>
                <a:prstDash val="solid"/>
                <a:round/>
                <a:headEnd len="med" w="med" type="none"/>
                <a:tailEnd len="med" w="med" type="none"/>
              </a:ln>
            </p:spPr>
          </p:cxnSp>
          <p:cxnSp>
            <p:nvCxnSpPr>
              <p:cNvPr id="74" name="Google Shape;74;p2"/>
              <p:cNvCxnSpPr>
                <a:stCxn id="72" idx="2"/>
                <a:endCxn id="48" idx="5"/>
              </p:cNvCxnSpPr>
              <p:nvPr/>
            </p:nvCxnSpPr>
            <p:spPr>
              <a:xfrm>
                <a:off x="-638666" y="-774850"/>
                <a:ext cx="639000" cy="246900"/>
              </a:xfrm>
              <a:prstGeom prst="straightConnector1">
                <a:avLst/>
              </a:prstGeom>
              <a:noFill/>
              <a:ln cap="flat" cmpd="sng" w="9525">
                <a:solidFill>
                  <a:schemeClr val="dk2"/>
                </a:solidFill>
                <a:prstDash val="solid"/>
                <a:round/>
                <a:headEnd len="med" w="med" type="none"/>
                <a:tailEnd len="med" w="med" type="none"/>
              </a:ln>
            </p:spPr>
          </p:cxnSp>
          <p:cxnSp>
            <p:nvCxnSpPr>
              <p:cNvPr id="75" name="Google Shape;75;p2"/>
              <p:cNvCxnSpPr>
                <a:stCxn id="72" idx="0"/>
                <a:endCxn id="47" idx="4"/>
              </p:cNvCxnSpPr>
              <p:nvPr/>
            </p:nvCxnSpPr>
            <p:spPr>
              <a:xfrm>
                <a:off x="-703916" y="-709600"/>
                <a:ext cx="250800" cy="2259600"/>
              </a:xfrm>
              <a:prstGeom prst="straightConnector1">
                <a:avLst/>
              </a:prstGeom>
              <a:noFill/>
              <a:ln cap="flat" cmpd="sng" w="9525">
                <a:solidFill>
                  <a:schemeClr val="dk2"/>
                </a:solidFill>
                <a:prstDash val="solid"/>
                <a:round/>
                <a:headEnd len="med" w="med" type="none"/>
                <a:tailEnd len="med" w="med" type="none"/>
              </a:ln>
            </p:spPr>
          </p:cxnSp>
          <p:cxnSp>
            <p:nvCxnSpPr>
              <p:cNvPr id="76" name="Google Shape;76;p2"/>
              <p:cNvCxnSpPr>
                <a:stCxn id="72" idx="1"/>
                <a:endCxn id="49" idx="5"/>
              </p:cNvCxnSpPr>
              <p:nvPr/>
            </p:nvCxnSpPr>
            <p:spPr>
              <a:xfrm>
                <a:off x="-657777" y="-728711"/>
                <a:ext cx="1051800" cy="1410300"/>
              </a:xfrm>
              <a:prstGeom prst="straightConnector1">
                <a:avLst/>
              </a:prstGeom>
              <a:noFill/>
              <a:ln cap="flat" cmpd="sng" w="9525">
                <a:solidFill>
                  <a:schemeClr val="dk2"/>
                </a:solidFill>
                <a:prstDash val="solid"/>
                <a:round/>
                <a:headEnd len="med" w="med" type="none"/>
                <a:tailEnd len="med" w="med" type="none"/>
              </a:ln>
            </p:spPr>
          </p:cxnSp>
          <p:sp>
            <p:nvSpPr>
              <p:cNvPr id="77" name="Google Shape;77;p2"/>
              <p:cNvSpPr/>
              <p:nvPr/>
            </p:nvSpPr>
            <p:spPr>
              <a:xfrm rot="10800000">
                <a:off x="374866" y="-872068"/>
                <a:ext cx="194400" cy="194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8" name="Google Shape;78;p2"/>
              <p:cNvCxnSpPr>
                <a:stCxn id="72" idx="2"/>
                <a:endCxn id="77" idx="6"/>
              </p:cNvCxnSpPr>
              <p:nvPr/>
            </p:nvCxnSpPr>
            <p:spPr>
              <a:xfrm>
                <a:off x="-638666" y="-774850"/>
                <a:ext cx="1013400" cy="0"/>
              </a:xfrm>
              <a:prstGeom prst="straightConnector1">
                <a:avLst/>
              </a:prstGeom>
              <a:noFill/>
              <a:ln cap="flat" cmpd="sng" w="9525">
                <a:solidFill>
                  <a:schemeClr val="dk2"/>
                </a:solidFill>
                <a:prstDash val="solid"/>
                <a:round/>
                <a:headEnd len="med" w="med" type="none"/>
                <a:tailEnd len="med" w="med" type="none"/>
              </a:ln>
            </p:spPr>
          </p:cxnSp>
          <p:cxnSp>
            <p:nvCxnSpPr>
              <p:cNvPr id="79" name="Google Shape;79;p2"/>
              <p:cNvCxnSpPr>
                <a:stCxn id="77" idx="1"/>
                <a:endCxn id="52" idx="5"/>
              </p:cNvCxnSpPr>
              <p:nvPr/>
            </p:nvCxnSpPr>
            <p:spPr>
              <a:xfrm>
                <a:off x="540797" y="-706138"/>
                <a:ext cx="933900" cy="10944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3"/>
          <p:cNvSpPr txBox="1"/>
          <p:nvPr>
            <p:ph type="title"/>
          </p:nvPr>
        </p:nvSpPr>
        <p:spPr>
          <a:xfrm>
            <a:off x="1463100" y="2046250"/>
            <a:ext cx="6217800" cy="16764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2" name="Google Shape;82;p3"/>
          <p:cNvSpPr txBox="1"/>
          <p:nvPr>
            <p:ph hasCustomPrompt="1" idx="2" type="title"/>
          </p:nvPr>
        </p:nvSpPr>
        <p:spPr>
          <a:xfrm>
            <a:off x="3745950" y="809625"/>
            <a:ext cx="1652100" cy="112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8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p:nvPr>
            <p:ph idx="1" type="subTitle"/>
          </p:nvPr>
        </p:nvSpPr>
        <p:spPr>
          <a:xfrm>
            <a:off x="1463100" y="3797250"/>
            <a:ext cx="6217800" cy="430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4" name="Google Shape;84;p3"/>
          <p:cNvGrpSpPr/>
          <p:nvPr/>
        </p:nvGrpSpPr>
        <p:grpSpPr>
          <a:xfrm>
            <a:off x="-1196147" y="-548842"/>
            <a:ext cx="13880920" cy="6874700"/>
            <a:chOff x="-1196147" y="-548842"/>
            <a:chExt cx="13880920" cy="6874700"/>
          </a:xfrm>
        </p:grpSpPr>
        <p:grpSp>
          <p:nvGrpSpPr>
            <p:cNvPr id="85" name="Google Shape;85;p3"/>
            <p:cNvGrpSpPr/>
            <p:nvPr/>
          </p:nvGrpSpPr>
          <p:grpSpPr>
            <a:xfrm>
              <a:off x="-1196147" y="-548842"/>
              <a:ext cx="3657841" cy="4417628"/>
              <a:chOff x="-1196147" y="-548842"/>
              <a:chExt cx="3657841" cy="4417628"/>
            </a:xfrm>
          </p:grpSpPr>
          <p:sp>
            <p:nvSpPr>
              <p:cNvPr id="86" name="Google Shape;86;p3"/>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7" name="Google Shape;87;p3"/>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8" name="Google Shape;88;p3"/>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 name="Google Shape;89;p3"/>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0" name="Google Shape;90;p3"/>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1" name="Google Shape;91;p3"/>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 name="Google Shape;92;p3"/>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 name="Google Shape;93;p3"/>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4" name="Google Shape;94;p3"/>
              <p:cNvCxnSpPr>
                <a:stCxn id="90" idx="5"/>
                <a:endCxn id="89"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95" name="Google Shape;95;p3"/>
              <p:cNvCxnSpPr>
                <a:stCxn id="91" idx="4"/>
                <a:endCxn id="89"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96" name="Google Shape;96;p3"/>
              <p:cNvCxnSpPr>
                <a:stCxn id="86" idx="6"/>
                <a:endCxn id="90"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97" name="Google Shape;97;p3"/>
              <p:cNvCxnSpPr>
                <a:stCxn id="90" idx="7"/>
                <a:endCxn id="91"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98" name="Google Shape;98;p3"/>
              <p:cNvCxnSpPr>
                <a:stCxn id="91" idx="6"/>
                <a:endCxn id="87"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99" name="Google Shape;99;p3"/>
              <p:cNvCxnSpPr>
                <a:stCxn id="89" idx="7"/>
                <a:endCxn id="87"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100" name="Google Shape;100;p3"/>
              <p:cNvCxnSpPr>
                <a:stCxn id="86" idx="6"/>
                <a:endCxn id="92"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101" name="Google Shape;101;p3"/>
              <p:cNvCxnSpPr>
                <a:stCxn id="92" idx="6"/>
                <a:endCxn id="89"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102" name="Google Shape;102;p3"/>
              <p:cNvCxnSpPr>
                <a:stCxn id="92" idx="6"/>
                <a:endCxn id="88"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103" name="Google Shape;103;p3"/>
              <p:cNvCxnSpPr>
                <a:stCxn id="88" idx="7"/>
                <a:endCxn id="93"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104" name="Google Shape;104;p3"/>
              <p:cNvCxnSpPr>
                <a:stCxn id="89" idx="6"/>
                <a:endCxn id="93"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105" name="Google Shape;105;p3"/>
              <p:cNvCxnSpPr>
                <a:stCxn id="93" idx="0"/>
                <a:endCxn id="87"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106" name="Google Shape;106;p3"/>
              <p:cNvCxnSpPr>
                <a:stCxn id="91" idx="5"/>
                <a:endCxn id="93"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107" name="Google Shape;107;p3"/>
              <p:cNvCxnSpPr>
                <a:stCxn id="90" idx="6"/>
                <a:endCxn id="93"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108" name="Google Shape;108;p3"/>
              <p:cNvCxnSpPr>
                <a:stCxn id="90" idx="4"/>
                <a:endCxn id="88"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109" name="Google Shape;109;p3"/>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0" name="Google Shape;110;p3"/>
              <p:cNvCxnSpPr>
                <a:stCxn id="93" idx="4"/>
                <a:endCxn id="109"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111" name="Google Shape;111;p3"/>
              <p:cNvCxnSpPr>
                <a:stCxn id="109" idx="1"/>
                <a:endCxn id="88"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112" name="Google Shape;112;p3"/>
              <p:cNvCxnSpPr>
                <a:stCxn id="109" idx="1"/>
                <a:endCxn id="89"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113" name="Google Shape;113;p3"/>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4" name="Google Shape;114;p3"/>
              <p:cNvCxnSpPr>
                <a:stCxn id="91" idx="0"/>
                <a:endCxn id="113"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115" name="Google Shape;115;p3"/>
              <p:cNvCxnSpPr>
                <a:stCxn id="87" idx="0"/>
                <a:endCxn id="113"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116" name="Google Shape;116;p3"/>
            <p:cNvGrpSpPr/>
            <p:nvPr/>
          </p:nvGrpSpPr>
          <p:grpSpPr>
            <a:xfrm>
              <a:off x="6988759" y="2308882"/>
              <a:ext cx="5696014" cy="4016976"/>
              <a:chOff x="6988759" y="2308882"/>
              <a:chExt cx="5696014" cy="4016976"/>
            </a:xfrm>
          </p:grpSpPr>
          <p:sp>
            <p:nvSpPr>
              <p:cNvPr id="117" name="Google Shape;117;p3"/>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8" name="Google Shape;118;p3"/>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9" name="Google Shape;119;p3"/>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 name="Google Shape;120;p3"/>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 name="Google Shape;121;p3"/>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 name="Google Shape;122;p3"/>
              <p:cNvSpPr/>
              <p:nvPr/>
            </p:nvSpPr>
            <p:spPr>
              <a:xfrm flipH="1" rot="10800000">
                <a:off x="8847429" y="6195358"/>
                <a:ext cx="130500" cy="130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 name="Google Shape;123;p3"/>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4" name="Google Shape;124;p3"/>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 name="Google Shape;125;p3"/>
              <p:cNvCxnSpPr>
                <a:stCxn id="121" idx="5"/>
                <a:endCxn id="120"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126" name="Google Shape;126;p3"/>
              <p:cNvCxnSpPr>
                <a:stCxn id="122" idx="4"/>
                <a:endCxn id="120"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127" name="Google Shape;127;p3"/>
              <p:cNvCxnSpPr>
                <a:stCxn id="117" idx="6"/>
                <a:endCxn id="120"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128" name="Google Shape;128;p3"/>
              <p:cNvCxnSpPr>
                <a:stCxn id="117" idx="0"/>
                <a:endCxn id="121"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129" name="Google Shape;129;p3"/>
              <p:cNvCxnSpPr>
                <a:stCxn id="121" idx="7"/>
                <a:endCxn id="122"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130" name="Google Shape;130;p3"/>
              <p:cNvCxnSpPr>
                <a:stCxn id="122" idx="6"/>
                <a:endCxn id="118"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131" name="Google Shape;131;p3"/>
              <p:cNvCxnSpPr>
                <a:stCxn id="120" idx="7"/>
                <a:endCxn id="118"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132" name="Google Shape;132;p3"/>
              <p:cNvCxnSpPr>
                <a:stCxn id="117" idx="5"/>
                <a:endCxn id="123"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133" name="Google Shape;133;p3"/>
              <p:cNvCxnSpPr>
                <a:stCxn id="123" idx="7"/>
                <a:endCxn id="120"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134" name="Google Shape;134;p3"/>
              <p:cNvCxnSpPr>
                <a:stCxn id="123" idx="7"/>
                <a:endCxn id="119"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135" name="Google Shape;135;p3"/>
              <p:cNvCxnSpPr>
                <a:stCxn id="119" idx="0"/>
                <a:endCxn id="120"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136" name="Google Shape;136;p3"/>
              <p:cNvCxnSpPr>
                <a:stCxn id="124" idx="1"/>
                <a:endCxn id="118"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137" name="Google Shape;137;p3"/>
              <p:cNvCxnSpPr>
                <a:stCxn id="121" idx="6"/>
                <a:endCxn id="124"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138" name="Google Shape;138;p3"/>
              <p:cNvCxnSpPr>
                <a:stCxn id="118" idx="4"/>
                <a:endCxn id="119"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139" name="Google Shape;139;p3"/>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 name="Google Shape;140;p3"/>
              <p:cNvCxnSpPr>
                <a:stCxn id="124" idx="2"/>
                <a:endCxn id="139" idx="7"/>
              </p:cNvCxnSpPr>
              <p:nvPr/>
            </p:nvCxnSpPr>
            <p:spPr>
              <a:xfrm rot="10800000">
                <a:off x="11116973" y="3873115"/>
                <a:ext cx="1471500" cy="550800"/>
              </a:xfrm>
              <a:prstGeom prst="straightConnector1">
                <a:avLst/>
              </a:prstGeom>
              <a:noFill/>
              <a:ln cap="flat" cmpd="sng" w="9525">
                <a:solidFill>
                  <a:srgbClr val="434343"/>
                </a:solidFill>
                <a:prstDash val="solid"/>
                <a:round/>
                <a:headEnd len="med" w="med" type="none"/>
                <a:tailEnd len="med" w="med" type="none"/>
              </a:ln>
            </p:spPr>
          </p:cxnSp>
          <p:cxnSp>
            <p:nvCxnSpPr>
              <p:cNvPr id="141" name="Google Shape;141;p3"/>
              <p:cNvCxnSpPr>
                <a:stCxn id="139" idx="2"/>
                <a:endCxn id="119"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142" name="Google Shape;142;p3"/>
              <p:cNvCxnSpPr>
                <a:stCxn id="139" idx="0"/>
                <a:endCxn id="118"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143" name="Google Shape;143;p3"/>
              <p:cNvCxnSpPr>
                <a:stCxn id="139" idx="1"/>
                <a:endCxn id="120"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144" name="Google Shape;144;p3"/>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5" name="Google Shape;145;p3"/>
              <p:cNvCxnSpPr>
                <a:stCxn id="119" idx="3"/>
                <a:endCxn id="144"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146" name="Google Shape;146;p3"/>
              <p:cNvCxnSpPr>
                <a:stCxn id="144" idx="0"/>
                <a:endCxn id="123"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147" name="Google Shape;147;p3"/>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8" name="Google Shape;148;p3"/>
              <p:cNvCxnSpPr>
                <a:stCxn id="117" idx="6"/>
                <a:endCxn id="147"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149" name="Google Shape;149;p3"/>
              <p:cNvCxnSpPr>
                <a:stCxn id="123" idx="0"/>
                <a:endCxn id="147"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3"/>
              <p:cNvCxnSpPr>
                <a:stCxn id="147" idx="6"/>
                <a:endCxn id="120"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151" name="Google Shape;151;p3"/>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2" name="Google Shape;152;p3"/>
              <p:cNvCxnSpPr>
                <a:stCxn id="144" idx="5"/>
                <a:endCxn id="151"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153" name="Google Shape;153;p3"/>
              <p:cNvCxnSpPr>
                <a:stCxn id="151" idx="7"/>
                <a:endCxn id="119"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154" name="Google Shape;154;p3"/>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5" name="Google Shape;155;p3"/>
              <p:cNvCxnSpPr>
                <a:stCxn id="144" idx="0"/>
                <a:endCxn id="154"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156" name="Google Shape;156;p3"/>
              <p:cNvCxnSpPr>
                <a:stCxn id="154" idx="1"/>
                <a:endCxn id="123"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157" name="Google Shape;157;p3"/>
              <p:cNvCxnSpPr>
                <a:stCxn id="154" idx="6"/>
                <a:endCxn id="119"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8" name="Shape 158"/>
        <p:cNvGrpSpPr/>
        <p:nvPr/>
      </p:nvGrpSpPr>
      <p:grpSpPr>
        <a:xfrm>
          <a:off x="0" y="0"/>
          <a:ext cx="0" cy="0"/>
          <a:chOff x="0" y="0"/>
          <a:chExt cx="0" cy="0"/>
        </a:xfrm>
      </p:grpSpPr>
      <p:sp>
        <p:nvSpPr>
          <p:cNvPr id="159" name="Google Shape;15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0" name="Google Shape;160;p4"/>
          <p:cNvSpPr txBox="1"/>
          <p:nvPr>
            <p:ph idx="1" type="body"/>
          </p:nvPr>
        </p:nvSpPr>
        <p:spPr>
          <a:xfrm>
            <a:off x="720000" y="1215751"/>
            <a:ext cx="7704000" cy="1709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161" name="Google Shape;161;p4"/>
          <p:cNvGrpSpPr/>
          <p:nvPr/>
        </p:nvGrpSpPr>
        <p:grpSpPr>
          <a:xfrm>
            <a:off x="-497962" y="-2402532"/>
            <a:ext cx="9442425" cy="8210276"/>
            <a:chOff x="-497962" y="-2402532"/>
            <a:chExt cx="9442425" cy="8210276"/>
          </a:xfrm>
        </p:grpSpPr>
        <p:grpSp>
          <p:nvGrpSpPr>
            <p:cNvPr id="162" name="Google Shape;162;p4"/>
            <p:cNvGrpSpPr/>
            <p:nvPr/>
          </p:nvGrpSpPr>
          <p:grpSpPr>
            <a:xfrm>
              <a:off x="4589284" y="-2402532"/>
              <a:ext cx="4355179" cy="2890037"/>
              <a:chOff x="4589284" y="-2402532"/>
              <a:chExt cx="4355179" cy="2890037"/>
            </a:xfrm>
          </p:grpSpPr>
          <p:sp>
            <p:nvSpPr>
              <p:cNvPr id="163" name="Google Shape;163;p4"/>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4" name="Google Shape;164;p4"/>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5" name="Google Shape;165;p4"/>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 name="Google Shape;166;p4"/>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7" name="Google Shape;167;p4"/>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8" name="Google Shape;168;p4"/>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9" name="Google Shape;169;p4"/>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0" name="Google Shape;170;p4"/>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71" name="Google Shape;171;p4"/>
              <p:cNvCxnSpPr>
                <a:stCxn id="167" idx="5"/>
                <a:endCxn id="166"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4"/>
              <p:cNvCxnSpPr>
                <a:stCxn id="168" idx="4"/>
                <a:endCxn id="166"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173" name="Google Shape;173;p4"/>
              <p:cNvCxnSpPr>
                <a:stCxn id="163" idx="6"/>
                <a:endCxn id="167"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174" name="Google Shape;174;p4"/>
              <p:cNvCxnSpPr>
                <a:stCxn id="167" idx="7"/>
                <a:endCxn id="168"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175" name="Google Shape;175;p4"/>
              <p:cNvCxnSpPr>
                <a:stCxn id="168" idx="6"/>
                <a:endCxn id="164"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4"/>
              <p:cNvCxnSpPr>
                <a:stCxn id="166" idx="7"/>
                <a:endCxn id="164"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177" name="Google Shape;177;p4"/>
              <p:cNvCxnSpPr>
                <a:stCxn id="163" idx="6"/>
                <a:endCxn id="169"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4"/>
              <p:cNvCxnSpPr>
                <a:stCxn id="169" idx="6"/>
                <a:endCxn id="166"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4"/>
              <p:cNvCxnSpPr>
                <a:stCxn id="169" idx="5"/>
                <a:endCxn id="165"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4"/>
              <p:cNvCxnSpPr>
                <a:stCxn id="165" idx="0"/>
                <a:endCxn id="166"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4"/>
              <p:cNvCxnSpPr>
                <a:stCxn id="165" idx="7"/>
                <a:endCxn id="170"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4"/>
              <p:cNvCxnSpPr>
                <a:stCxn id="166" idx="6"/>
                <a:endCxn id="170"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4"/>
              <p:cNvCxnSpPr>
                <a:stCxn id="170" idx="0"/>
                <a:endCxn id="164"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4"/>
              <p:cNvCxnSpPr>
                <a:stCxn id="168" idx="5"/>
                <a:endCxn id="170"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85" name="Google Shape;185;p4"/>
              <p:cNvCxnSpPr>
                <a:stCxn id="167" idx="6"/>
                <a:endCxn id="170"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4"/>
              <p:cNvCxnSpPr>
                <a:stCxn id="167" idx="4"/>
                <a:endCxn id="165"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187" name="Google Shape;187;p4"/>
              <p:cNvCxnSpPr>
                <a:stCxn id="164" idx="4"/>
                <a:endCxn id="165"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88" name="Google Shape;188;p4"/>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89" name="Google Shape;189;p4"/>
              <p:cNvCxnSpPr>
                <a:stCxn id="170" idx="4"/>
                <a:endCxn id="188"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90" name="Google Shape;190;p4"/>
              <p:cNvCxnSpPr>
                <a:stCxn id="188" idx="1"/>
                <a:endCxn id="165"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191" name="Google Shape;191;p4"/>
              <p:cNvCxnSpPr>
                <a:stCxn id="188" idx="0"/>
                <a:endCxn id="164"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192" name="Google Shape;192;p4"/>
              <p:cNvCxnSpPr>
                <a:stCxn id="188" idx="1"/>
                <a:endCxn id="166"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193" name="Google Shape;193;p4"/>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94" name="Google Shape;194;p4"/>
              <p:cNvCxnSpPr>
                <a:stCxn id="188" idx="2"/>
                <a:endCxn id="193"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95" name="Google Shape;195;p4"/>
              <p:cNvCxnSpPr>
                <a:stCxn id="193" idx="1"/>
                <a:endCxn id="169"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96" name="Google Shape;196;p4"/>
              <p:cNvCxnSpPr>
                <a:stCxn id="193" idx="7"/>
                <a:endCxn id="165"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197" name="Google Shape;197;p4"/>
            <p:cNvGrpSpPr/>
            <p:nvPr/>
          </p:nvGrpSpPr>
          <p:grpSpPr>
            <a:xfrm flipH="1" rot="10800000">
              <a:off x="-497962" y="2486033"/>
              <a:ext cx="3063625" cy="3321711"/>
              <a:chOff x="-460575" y="-671217"/>
              <a:chExt cx="3063625" cy="3321711"/>
            </a:xfrm>
          </p:grpSpPr>
          <p:cxnSp>
            <p:nvCxnSpPr>
              <p:cNvPr id="198" name="Google Shape;198;p4"/>
              <p:cNvCxnSpPr>
                <a:stCxn id="199" idx="6"/>
                <a:endCxn id="200"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200" name="Google Shape;200;p4"/>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 name="Google Shape;201;p4"/>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2" name="Google Shape;202;p4"/>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3" name="Google Shape;203;p4"/>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4" name="Google Shape;204;p4"/>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05" name="Google Shape;205;p4"/>
              <p:cNvCxnSpPr>
                <a:stCxn id="204" idx="4"/>
                <a:endCxn id="202"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206" name="Google Shape;206;p4"/>
              <p:cNvCxnSpPr>
                <a:stCxn id="203" idx="4"/>
                <a:endCxn id="202"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207" name="Google Shape;207;p4"/>
              <p:cNvCxnSpPr>
                <a:stCxn id="203" idx="5"/>
                <a:endCxn id="204"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208" name="Google Shape;208;p4"/>
              <p:cNvCxnSpPr>
                <a:stCxn id="203" idx="0"/>
                <a:endCxn id="201"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209" name="Google Shape;209;p4"/>
              <p:cNvCxnSpPr>
                <a:stCxn id="203" idx="7"/>
                <a:endCxn id="199"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210" name="Google Shape;210;p4"/>
              <p:cNvCxnSpPr>
                <a:stCxn id="201" idx="5"/>
                <a:endCxn id="199"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4"/>
              <p:cNvCxnSpPr>
                <a:stCxn id="201" idx="6"/>
                <a:endCxn id="200"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212" name="Google Shape;212;p4"/>
              <p:cNvCxnSpPr>
                <a:stCxn id="213" idx="1"/>
                <a:endCxn id="201"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214" name="Google Shape;214;p4"/>
              <p:cNvCxnSpPr>
                <a:stCxn id="204" idx="0"/>
                <a:endCxn id="199"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215" name="Google Shape;215;p4"/>
              <p:cNvCxnSpPr>
                <a:stCxn id="204" idx="0"/>
                <a:endCxn id="213"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216" name="Google Shape;216;p4"/>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17" name="Google Shape;217;p4"/>
              <p:cNvCxnSpPr>
                <a:stCxn id="201" idx="5"/>
                <a:endCxn id="216"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218" name="Google Shape;218;p4"/>
              <p:cNvCxnSpPr>
                <a:stCxn id="213" idx="7"/>
                <a:endCxn id="216"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219" name="Google Shape;219;p4"/>
              <p:cNvCxnSpPr>
                <a:stCxn id="216" idx="6"/>
                <a:endCxn id="200"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220" name="Google Shape;220;p4"/>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21" name="Google Shape;221;p4"/>
              <p:cNvCxnSpPr>
                <a:stCxn id="220" idx="0"/>
                <a:endCxn id="201"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4"/>
              <p:cNvCxnSpPr>
                <a:stCxn id="220" idx="6"/>
                <a:endCxn id="199"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223" name="Google Shape;223;p4"/>
              <p:cNvCxnSpPr>
                <a:stCxn id="220" idx="5"/>
                <a:endCxn id="203"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224" name="Google Shape;224;p4"/>
              <p:cNvCxnSpPr>
                <a:stCxn id="220" idx="5"/>
                <a:endCxn id="202"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213" name="Google Shape;213;p4"/>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9" name="Google Shape;199;p4"/>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225" name="Google Shape;225;p4"/>
          <p:cNvGrpSpPr/>
          <p:nvPr/>
        </p:nvGrpSpPr>
        <p:grpSpPr>
          <a:xfrm flipH="1" rot="10800000">
            <a:off x="144013" y="213488"/>
            <a:ext cx="406275" cy="563575"/>
            <a:chOff x="140150" y="4340075"/>
            <a:chExt cx="406275" cy="563575"/>
          </a:xfrm>
        </p:grpSpPr>
        <p:sp>
          <p:nvSpPr>
            <p:cNvPr id="226" name="Google Shape;226;p4"/>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7" name="Google Shape;227;p4"/>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8" name="Google Shape;228;p4"/>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9" name="Google Shape;229;p4"/>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0" name="Shape 230"/>
        <p:cNvGrpSpPr/>
        <p:nvPr/>
      </p:nvGrpSpPr>
      <p:grpSpPr>
        <a:xfrm>
          <a:off x="0" y="0"/>
          <a:ext cx="0" cy="0"/>
          <a:chOff x="0" y="0"/>
          <a:chExt cx="0" cy="0"/>
        </a:xfrm>
      </p:grpSpPr>
      <p:sp>
        <p:nvSpPr>
          <p:cNvPr id="231" name="Google Shape;231;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2" name="Google Shape;232;p5"/>
          <p:cNvSpPr txBox="1"/>
          <p:nvPr>
            <p:ph idx="1" type="subTitle"/>
          </p:nvPr>
        </p:nvSpPr>
        <p:spPr>
          <a:xfrm>
            <a:off x="4951702" y="260997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3" name="Google Shape;233;p5"/>
          <p:cNvSpPr txBox="1"/>
          <p:nvPr>
            <p:ph idx="2" type="subTitle"/>
          </p:nvPr>
        </p:nvSpPr>
        <p:spPr>
          <a:xfrm>
            <a:off x="1050400" y="260997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4" name="Google Shape;234;p5"/>
          <p:cNvSpPr txBox="1"/>
          <p:nvPr>
            <p:ph idx="3" type="subTitle"/>
          </p:nvPr>
        </p:nvSpPr>
        <p:spPr>
          <a:xfrm>
            <a:off x="1050400" y="1821125"/>
            <a:ext cx="3141900" cy="86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5" name="Google Shape;235;p5"/>
          <p:cNvSpPr txBox="1"/>
          <p:nvPr>
            <p:ph idx="4" type="subTitle"/>
          </p:nvPr>
        </p:nvSpPr>
        <p:spPr>
          <a:xfrm>
            <a:off x="4951707" y="1821125"/>
            <a:ext cx="3141900" cy="86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36" name="Google Shape;236;p5"/>
          <p:cNvGrpSpPr/>
          <p:nvPr/>
        </p:nvGrpSpPr>
        <p:grpSpPr>
          <a:xfrm>
            <a:off x="-497962" y="-2402532"/>
            <a:ext cx="9442425" cy="7984626"/>
            <a:chOff x="-497962" y="-2402532"/>
            <a:chExt cx="9442425" cy="7984626"/>
          </a:xfrm>
        </p:grpSpPr>
        <p:grpSp>
          <p:nvGrpSpPr>
            <p:cNvPr id="237" name="Google Shape;237;p5"/>
            <p:cNvGrpSpPr/>
            <p:nvPr/>
          </p:nvGrpSpPr>
          <p:grpSpPr>
            <a:xfrm>
              <a:off x="4589284" y="-2402532"/>
              <a:ext cx="4355179" cy="2890037"/>
              <a:chOff x="4589284" y="-2402532"/>
              <a:chExt cx="4355179" cy="2890037"/>
            </a:xfrm>
          </p:grpSpPr>
          <p:sp>
            <p:nvSpPr>
              <p:cNvPr id="238" name="Google Shape;238;p5"/>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9" name="Google Shape;239;p5"/>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 name="Google Shape;240;p5"/>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 name="Google Shape;241;p5"/>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2" name="Google Shape;242;p5"/>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3" name="Google Shape;243;p5"/>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4" name="Google Shape;244;p5"/>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5" name="Google Shape;245;p5"/>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46" name="Google Shape;246;p5"/>
              <p:cNvCxnSpPr>
                <a:stCxn id="242" idx="5"/>
                <a:endCxn id="241"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5"/>
              <p:cNvCxnSpPr>
                <a:stCxn id="243" idx="4"/>
                <a:endCxn id="241"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5"/>
              <p:cNvCxnSpPr>
                <a:stCxn id="238" idx="6"/>
                <a:endCxn id="242"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5"/>
              <p:cNvCxnSpPr>
                <a:stCxn id="242" idx="7"/>
                <a:endCxn id="243"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5"/>
              <p:cNvCxnSpPr>
                <a:stCxn id="243" idx="6"/>
                <a:endCxn id="239"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5"/>
              <p:cNvCxnSpPr>
                <a:stCxn id="241" idx="7"/>
                <a:endCxn id="239"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252" name="Google Shape;252;p5"/>
              <p:cNvCxnSpPr>
                <a:stCxn id="238" idx="6"/>
                <a:endCxn id="244"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253" name="Google Shape;253;p5"/>
              <p:cNvCxnSpPr>
                <a:stCxn id="244" idx="6"/>
                <a:endCxn id="241"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254" name="Google Shape;254;p5"/>
              <p:cNvCxnSpPr>
                <a:stCxn id="244" idx="5"/>
                <a:endCxn id="240"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255" name="Google Shape;255;p5"/>
              <p:cNvCxnSpPr>
                <a:stCxn id="240" idx="0"/>
                <a:endCxn id="241"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256" name="Google Shape;256;p5"/>
              <p:cNvCxnSpPr>
                <a:stCxn id="240" idx="7"/>
                <a:endCxn id="245"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257" name="Google Shape;257;p5"/>
              <p:cNvCxnSpPr>
                <a:stCxn id="241" idx="6"/>
                <a:endCxn id="245"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258" name="Google Shape;258;p5"/>
              <p:cNvCxnSpPr>
                <a:stCxn id="245" idx="0"/>
                <a:endCxn id="239"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259" name="Google Shape;259;p5"/>
              <p:cNvCxnSpPr>
                <a:stCxn id="243" idx="5"/>
                <a:endCxn id="245"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260" name="Google Shape;260;p5"/>
              <p:cNvCxnSpPr>
                <a:stCxn id="242" idx="6"/>
                <a:endCxn id="245"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261" name="Google Shape;261;p5"/>
              <p:cNvCxnSpPr>
                <a:stCxn id="242" idx="4"/>
                <a:endCxn id="240"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262" name="Google Shape;262;p5"/>
              <p:cNvCxnSpPr>
                <a:stCxn id="239" idx="4"/>
                <a:endCxn id="240"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263" name="Google Shape;263;p5"/>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4" name="Google Shape;264;p5"/>
              <p:cNvCxnSpPr>
                <a:stCxn id="245" idx="4"/>
                <a:endCxn id="263"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5"/>
              <p:cNvCxnSpPr>
                <a:stCxn id="263" idx="1"/>
                <a:endCxn id="240"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5"/>
              <p:cNvCxnSpPr>
                <a:stCxn id="263" idx="0"/>
                <a:endCxn id="239"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5"/>
              <p:cNvCxnSpPr>
                <a:stCxn id="263" idx="1"/>
                <a:endCxn id="241"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268" name="Google Shape;268;p5"/>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9" name="Google Shape;269;p5"/>
              <p:cNvCxnSpPr>
                <a:stCxn id="263" idx="2"/>
                <a:endCxn id="268"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270" name="Google Shape;270;p5"/>
              <p:cNvCxnSpPr>
                <a:stCxn id="268" idx="1"/>
                <a:endCxn id="244"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271" name="Google Shape;271;p5"/>
              <p:cNvCxnSpPr>
                <a:stCxn id="268" idx="7"/>
                <a:endCxn id="240"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272" name="Google Shape;272;p5"/>
            <p:cNvGrpSpPr/>
            <p:nvPr/>
          </p:nvGrpSpPr>
          <p:grpSpPr>
            <a:xfrm flipH="1" rot="10800000">
              <a:off x="-497962" y="2260383"/>
              <a:ext cx="3063625" cy="3321711"/>
              <a:chOff x="-460575" y="-671217"/>
              <a:chExt cx="3063625" cy="3321711"/>
            </a:xfrm>
          </p:grpSpPr>
          <p:cxnSp>
            <p:nvCxnSpPr>
              <p:cNvPr id="273" name="Google Shape;273;p5"/>
              <p:cNvCxnSpPr>
                <a:stCxn id="274" idx="6"/>
                <a:endCxn id="27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275" name="Google Shape;275;p5"/>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 name="Google Shape;276;p5"/>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7" name="Google Shape;277;p5"/>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8" name="Google Shape;278;p5"/>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9" name="Google Shape;279;p5"/>
              <p:cNvSpPr/>
              <p:nvPr/>
            </p:nvSpPr>
            <p:spPr>
              <a:xfrm>
                <a:off x="382937" y="1317277"/>
                <a:ext cx="1569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80" name="Google Shape;280;p5"/>
              <p:cNvCxnSpPr>
                <a:stCxn id="279" idx="4"/>
                <a:endCxn id="277" idx="0"/>
              </p:cNvCxnSpPr>
              <p:nvPr/>
            </p:nvCxnSpPr>
            <p:spPr>
              <a:xfrm flipH="1">
                <a:off x="169187" y="1474777"/>
                <a:ext cx="292200" cy="10182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5"/>
              <p:cNvCxnSpPr>
                <a:stCxn id="278" idx="4"/>
                <a:endCxn id="27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5"/>
              <p:cNvCxnSpPr>
                <a:stCxn id="278" idx="5"/>
                <a:endCxn id="279" idx="1"/>
              </p:cNvCxnSpPr>
              <p:nvPr/>
            </p:nvCxnSpPr>
            <p:spPr>
              <a:xfrm>
                <a:off x="199829" y="960741"/>
                <a:ext cx="206100" cy="3795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5"/>
              <p:cNvCxnSpPr>
                <a:stCxn id="278" idx="0"/>
                <a:endCxn id="27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5"/>
              <p:cNvCxnSpPr>
                <a:stCxn id="278" idx="7"/>
                <a:endCxn id="27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285" name="Google Shape;285;p5"/>
              <p:cNvCxnSpPr>
                <a:stCxn id="276" idx="5"/>
                <a:endCxn id="27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286" name="Google Shape;286;p5"/>
              <p:cNvCxnSpPr>
                <a:stCxn id="276" idx="6"/>
                <a:endCxn id="27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287" name="Google Shape;287;p5"/>
              <p:cNvCxnSpPr>
                <a:stCxn id="288" idx="1"/>
                <a:endCxn id="27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5"/>
              <p:cNvCxnSpPr>
                <a:stCxn id="279" idx="0"/>
                <a:endCxn id="274" idx="4"/>
              </p:cNvCxnSpPr>
              <p:nvPr/>
            </p:nvCxnSpPr>
            <p:spPr>
              <a:xfrm rot="10800000">
                <a:off x="378587" y="456577"/>
                <a:ext cx="82800" cy="8607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5"/>
              <p:cNvCxnSpPr>
                <a:stCxn id="279" idx="0"/>
                <a:endCxn id="288" idx="3"/>
              </p:cNvCxnSpPr>
              <p:nvPr/>
            </p:nvCxnSpPr>
            <p:spPr>
              <a:xfrm flipH="1" rot="10800000">
                <a:off x="461387" y="268177"/>
                <a:ext cx="335100" cy="1049100"/>
              </a:xfrm>
              <a:prstGeom prst="straightConnector1">
                <a:avLst/>
              </a:prstGeom>
              <a:noFill/>
              <a:ln cap="flat" cmpd="sng" w="9525">
                <a:solidFill>
                  <a:schemeClr val="dk2"/>
                </a:solidFill>
                <a:prstDash val="solid"/>
                <a:round/>
                <a:headEnd len="med" w="med" type="none"/>
                <a:tailEnd len="med" w="med" type="none"/>
              </a:ln>
            </p:spPr>
          </p:cxnSp>
          <p:sp>
            <p:nvSpPr>
              <p:cNvPr id="291" name="Google Shape;291;p5"/>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92" name="Google Shape;292;p5"/>
              <p:cNvCxnSpPr>
                <a:stCxn id="276" idx="5"/>
                <a:endCxn id="29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5"/>
              <p:cNvCxnSpPr>
                <a:stCxn id="288" idx="7"/>
                <a:endCxn id="29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5"/>
              <p:cNvCxnSpPr>
                <a:stCxn id="291" idx="6"/>
                <a:endCxn id="27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295" name="Google Shape;295;p5"/>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96" name="Google Shape;296;p5"/>
              <p:cNvCxnSpPr>
                <a:stCxn id="295" idx="0"/>
                <a:endCxn id="27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5"/>
              <p:cNvCxnSpPr>
                <a:stCxn id="295" idx="6"/>
                <a:endCxn id="27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5"/>
              <p:cNvCxnSpPr>
                <a:stCxn id="295" idx="5"/>
                <a:endCxn id="27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5"/>
              <p:cNvCxnSpPr>
                <a:stCxn id="295" idx="5"/>
                <a:endCxn id="27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288" name="Google Shape;288;p5"/>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4" name="Google Shape;274;p5"/>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300" name="Google Shape;300;p5"/>
          <p:cNvGrpSpPr/>
          <p:nvPr/>
        </p:nvGrpSpPr>
        <p:grpSpPr>
          <a:xfrm>
            <a:off x="3132451" y="3639438"/>
            <a:ext cx="5812012" cy="1415987"/>
            <a:chOff x="3132451" y="3639438"/>
            <a:chExt cx="5812012" cy="1415987"/>
          </a:xfrm>
        </p:grpSpPr>
        <p:grpSp>
          <p:nvGrpSpPr>
            <p:cNvPr id="301" name="Google Shape;301;p5"/>
            <p:cNvGrpSpPr/>
            <p:nvPr/>
          </p:nvGrpSpPr>
          <p:grpSpPr>
            <a:xfrm flipH="1" rot="10800000">
              <a:off x="8538188" y="3639438"/>
              <a:ext cx="406275" cy="563575"/>
              <a:chOff x="140150" y="4340075"/>
              <a:chExt cx="406275" cy="563575"/>
            </a:xfrm>
          </p:grpSpPr>
          <p:sp>
            <p:nvSpPr>
              <p:cNvPr id="302" name="Google Shape;302;p5"/>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3" name="Google Shape;303;p5"/>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4" name="Google Shape;304;p5"/>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5" name="Google Shape;305;p5"/>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06" name="Google Shape;306;p5"/>
            <p:cNvGrpSpPr/>
            <p:nvPr/>
          </p:nvGrpSpPr>
          <p:grpSpPr>
            <a:xfrm rot="10800000">
              <a:off x="3132451" y="4732750"/>
              <a:ext cx="298275" cy="322675"/>
              <a:chOff x="8667225" y="681525"/>
              <a:chExt cx="298275" cy="322675"/>
            </a:xfrm>
          </p:grpSpPr>
          <p:sp>
            <p:nvSpPr>
              <p:cNvPr id="307" name="Google Shape;307;p5"/>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8" name="Google Shape;308;p5"/>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9" name="Google Shape;309;p5"/>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0" name="Shape 310"/>
        <p:cNvGrpSpPr/>
        <p:nvPr/>
      </p:nvGrpSpPr>
      <p:grpSpPr>
        <a:xfrm>
          <a:off x="0" y="0"/>
          <a:ext cx="0" cy="0"/>
          <a:chOff x="0" y="0"/>
          <a:chExt cx="0" cy="0"/>
        </a:xfrm>
      </p:grpSpPr>
      <p:sp>
        <p:nvSpPr>
          <p:cNvPr id="311" name="Google Shape;311;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12" name="Google Shape;312;p6"/>
          <p:cNvCxnSpPr>
            <a:stCxn id="313" idx="6"/>
            <a:endCxn id="314" idx="2"/>
          </p:cNvCxnSpPr>
          <p:nvPr/>
        </p:nvCxnSpPr>
        <p:spPr>
          <a:xfrm flipH="1" rot="10800000">
            <a:off x="193201" y="280868"/>
            <a:ext cx="388800" cy="117000"/>
          </a:xfrm>
          <a:prstGeom prst="straightConnector1">
            <a:avLst/>
          </a:prstGeom>
          <a:noFill/>
          <a:ln cap="flat" cmpd="sng" w="9525">
            <a:solidFill>
              <a:schemeClr val="dk2"/>
            </a:solidFill>
            <a:prstDash val="solid"/>
            <a:round/>
            <a:headEnd len="med" w="med" type="none"/>
            <a:tailEnd len="med" w="med" type="none"/>
          </a:ln>
        </p:spPr>
      </p:cxnSp>
      <p:grpSp>
        <p:nvGrpSpPr>
          <p:cNvPr id="315" name="Google Shape;315;p6"/>
          <p:cNvGrpSpPr/>
          <p:nvPr/>
        </p:nvGrpSpPr>
        <p:grpSpPr>
          <a:xfrm>
            <a:off x="-378324" y="-207277"/>
            <a:ext cx="9969999" cy="5712728"/>
            <a:chOff x="-378324" y="-207277"/>
            <a:chExt cx="9969999" cy="5712728"/>
          </a:xfrm>
        </p:grpSpPr>
        <p:grpSp>
          <p:nvGrpSpPr>
            <p:cNvPr id="316" name="Google Shape;316;p6"/>
            <p:cNvGrpSpPr/>
            <p:nvPr/>
          </p:nvGrpSpPr>
          <p:grpSpPr>
            <a:xfrm>
              <a:off x="-378324" y="-207277"/>
              <a:ext cx="1762174" cy="2641456"/>
              <a:chOff x="-149724" y="-192037"/>
              <a:chExt cx="1762174" cy="2641456"/>
            </a:xfrm>
          </p:grpSpPr>
          <p:cxnSp>
            <p:nvCxnSpPr>
              <p:cNvPr id="317" name="Google Shape;317;p6"/>
              <p:cNvCxnSpPr>
                <a:stCxn id="314" idx="7"/>
                <a:endCxn id="318" idx="2"/>
              </p:cNvCxnSpPr>
              <p:nvPr/>
            </p:nvCxnSpPr>
            <p:spPr>
              <a:xfrm flipH="1" rot="10800000">
                <a:off x="936740" y="3228"/>
                <a:ext cx="518100" cy="240600"/>
              </a:xfrm>
              <a:prstGeom prst="straightConnector1">
                <a:avLst/>
              </a:prstGeom>
              <a:noFill/>
              <a:ln cap="flat" cmpd="sng" w="9525">
                <a:solidFill>
                  <a:schemeClr val="dk2"/>
                </a:solidFill>
                <a:prstDash val="solid"/>
                <a:round/>
                <a:headEnd len="med" w="med" type="none"/>
                <a:tailEnd len="med" w="med" type="none"/>
              </a:ln>
            </p:spPr>
          </p:cxnSp>
          <p:sp>
            <p:nvSpPr>
              <p:cNvPr id="318" name="Google Shape;318;p6"/>
              <p:cNvSpPr/>
              <p:nvPr/>
            </p:nvSpPr>
            <p:spPr>
              <a:xfrm>
                <a:off x="1454950" y="-75631"/>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9" name="Google Shape;319;p6"/>
              <p:cNvSpPr/>
              <p:nvPr/>
            </p:nvSpPr>
            <p:spPr>
              <a:xfrm>
                <a:off x="-1497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0" name="Google Shape;320;p6"/>
              <p:cNvSpPr/>
              <p:nvPr/>
            </p:nvSpPr>
            <p:spPr>
              <a:xfrm>
                <a:off x="2538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4" name="Google Shape;314;p6"/>
              <p:cNvSpPr/>
              <p:nvPr/>
            </p:nvSpPr>
            <p:spPr>
              <a:xfrm>
                <a:off x="810500" y="222169"/>
                <a:ext cx="147900" cy="147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1" name="Google Shape;321;p6"/>
              <p:cNvSpPr/>
              <p:nvPr/>
            </p:nvSpPr>
            <p:spPr>
              <a:xfrm>
                <a:off x="64625" y="886726"/>
                <a:ext cx="147900" cy="147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2" name="Google Shape;322;p6"/>
              <p:cNvSpPr/>
              <p:nvPr/>
            </p:nvSpPr>
            <p:spPr>
              <a:xfrm>
                <a:off x="368276" y="1058087"/>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23" name="Google Shape;323;p6"/>
              <p:cNvCxnSpPr>
                <a:stCxn id="322" idx="4"/>
                <a:endCxn id="320" idx="0"/>
              </p:cNvCxnSpPr>
              <p:nvPr/>
            </p:nvCxnSpPr>
            <p:spPr>
              <a:xfrm flipH="1">
                <a:off x="332426" y="1144787"/>
                <a:ext cx="79200" cy="11472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6"/>
              <p:cNvCxnSpPr>
                <a:stCxn id="321" idx="4"/>
                <a:endCxn id="320" idx="0"/>
              </p:cNvCxnSpPr>
              <p:nvPr/>
            </p:nvCxnSpPr>
            <p:spPr>
              <a:xfrm>
                <a:off x="138575" y="1034626"/>
                <a:ext cx="194100" cy="12573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6"/>
              <p:cNvCxnSpPr>
                <a:stCxn id="321" idx="5"/>
                <a:endCxn id="322" idx="1"/>
              </p:cNvCxnSpPr>
              <p:nvPr/>
            </p:nvCxnSpPr>
            <p:spPr>
              <a:xfrm>
                <a:off x="190866" y="1012967"/>
                <a:ext cx="190200" cy="579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6"/>
              <p:cNvCxnSpPr>
                <a:stCxn id="321" idx="0"/>
                <a:endCxn id="319" idx="4"/>
              </p:cNvCxnSpPr>
              <p:nvPr/>
            </p:nvCxnSpPr>
            <p:spPr>
              <a:xfrm rot="10800000">
                <a:off x="-99625" y="-92174"/>
                <a:ext cx="238200" cy="978900"/>
              </a:xfrm>
              <a:prstGeom prst="straightConnector1">
                <a:avLst/>
              </a:prstGeom>
              <a:noFill/>
              <a:ln cap="flat" cmpd="sng" w="9525">
                <a:solidFill>
                  <a:schemeClr val="dk2"/>
                </a:solidFill>
                <a:prstDash val="solid"/>
                <a:round/>
                <a:headEnd len="med" w="med" type="none"/>
                <a:tailEnd len="med" w="med" type="none"/>
              </a:ln>
            </p:spPr>
          </p:cxnSp>
          <p:cxnSp>
            <p:nvCxnSpPr>
              <p:cNvPr id="327" name="Google Shape;327;p6"/>
              <p:cNvCxnSpPr>
                <a:stCxn id="321" idx="0"/>
                <a:endCxn id="313" idx="3"/>
              </p:cNvCxnSpPr>
              <p:nvPr/>
            </p:nvCxnSpPr>
            <p:spPr>
              <a:xfrm flipH="1" rot="10800000">
                <a:off x="138575" y="443626"/>
                <a:ext cx="209100" cy="443100"/>
              </a:xfrm>
              <a:prstGeom prst="straightConnector1">
                <a:avLst/>
              </a:prstGeom>
              <a:noFill/>
              <a:ln cap="flat" cmpd="sng" w="9525">
                <a:solidFill>
                  <a:schemeClr val="dk2"/>
                </a:solidFill>
                <a:prstDash val="solid"/>
                <a:round/>
                <a:headEnd len="med" w="med" type="none"/>
                <a:tailEnd len="med" w="med" type="none"/>
              </a:ln>
            </p:spPr>
          </p:cxnSp>
          <p:cxnSp>
            <p:nvCxnSpPr>
              <p:cNvPr id="328" name="Google Shape;328;p6"/>
              <p:cNvCxnSpPr>
                <a:stCxn id="319" idx="5"/>
                <a:endCxn id="313" idx="1"/>
              </p:cNvCxnSpPr>
              <p:nvPr/>
            </p:nvCxnSpPr>
            <p:spPr>
              <a:xfrm>
                <a:off x="-644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329" name="Google Shape;329;p6"/>
              <p:cNvCxnSpPr>
                <a:stCxn id="319" idx="6"/>
                <a:endCxn id="318" idx="2"/>
              </p:cNvCxnSpPr>
              <p:nvPr/>
            </p:nvCxnSpPr>
            <p:spPr>
              <a:xfrm>
                <a:off x="-49824" y="-142087"/>
                <a:ext cx="1504800" cy="145200"/>
              </a:xfrm>
              <a:prstGeom prst="straightConnector1">
                <a:avLst/>
              </a:prstGeom>
              <a:noFill/>
              <a:ln cap="flat" cmpd="sng" w="9525">
                <a:solidFill>
                  <a:schemeClr val="dk2"/>
                </a:solidFill>
                <a:prstDash val="solid"/>
                <a:round/>
                <a:headEnd len="med" w="med" type="none"/>
                <a:tailEnd len="med" w="med" type="none"/>
              </a:ln>
            </p:spPr>
          </p:cxnSp>
          <p:cxnSp>
            <p:nvCxnSpPr>
              <p:cNvPr id="330" name="Google Shape;330;p6"/>
              <p:cNvCxnSpPr>
                <a:stCxn id="314" idx="1"/>
                <a:endCxn id="319" idx="5"/>
              </p:cNvCxnSpPr>
              <p:nvPr/>
            </p:nvCxnSpPr>
            <p:spPr>
              <a:xfrm rot="10800000">
                <a:off x="-64541" y="-106872"/>
                <a:ext cx="896700" cy="3507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6"/>
              <p:cNvCxnSpPr>
                <a:stCxn id="322" idx="0"/>
                <a:endCxn id="313" idx="4"/>
              </p:cNvCxnSpPr>
              <p:nvPr/>
            </p:nvCxnSpPr>
            <p:spPr>
              <a:xfrm rot="10800000">
                <a:off x="378326" y="456587"/>
                <a:ext cx="33300" cy="601500"/>
              </a:xfrm>
              <a:prstGeom prst="straightConnector1">
                <a:avLst/>
              </a:prstGeom>
              <a:noFill/>
              <a:ln cap="flat" cmpd="sng" w="9525">
                <a:solidFill>
                  <a:schemeClr val="dk2"/>
                </a:solidFill>
                <a:prstDash val="solid"/>
                <a:round/>
                <a:headEnd len="med" w="med" type="none"/>
                <a:tailEnd len="med" w="med" type="none"/>
              </a:ln>
            </p:spPr>
          </p:cxnSp>
          <p:cxnSp>
            <p:nvCxnSpPr>
              <p:cNvPr id="332" name="Google Shape;332;p6"/>
              <p:cNvCxnSpPr>
                <a:stCxn id="322" idx="0"/>
                <a:endCxn id="314" idx="3"/>
              </p:cNvCxnSpPr>
              <p:nvPr/>
            </p:nvCxnSpPr>
            <p:spPr>
              <a:xfrm flipH="1" rot="10800000">
                <a:off x="411626" y="348287"/>
                <a:ext cx="420600" cy="709800"/>
              </a:xfrm>
              <a:prstGeom prst="straightConnector1">
                <a:avLst/>
              </a:prstGeom>
              <a:noFill/>
              <a:ln cap="flat" cmpd="sng" w="9525">
                <a:solidFill>
                  <a:schemeClr val="dk2"/>
                </a:solidFill>
                <a:prstDash val="solid"/>
                <a:round/>
                <a:headEnd len="med" w="med" type="none"/>
                <a:tailEnd len="med" w="med" type="none"/>
              </a:ln>
            </p:spPr>
          </p:cxnSp>
          <p:sp>
            <p:nvSpPr>
              <p:cNvPr id="313" name="Google Shape;313;p6"/>
              <p:cNvSpPr/>
              <p:nvPr/>
            </p:nvSpPr>
            <p:spPr>
              <a:xfrm>
                <a:off x="335101" y="369758"/>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33" name="Google Shape;333;p6"/>
            <p:cNvGrpSpPr/>
            <p:nvPr/>
          </p:nvGrpSpPr>
          <p:grpSpPr>
            <a:xfrm>
              <a:off x="7337626" y="2995575"/>
              <a:ext cx="2254049" cy="2509875"/>
              <a:chOff x="7261426" y="2919375"/>
              <a:chExt cx="2254049" cy="2509875"/>
            </a:xfrm>
          </p:grpSpPr>
          <p:sp>
            <p:nvSpPr>
              <p:cNvPr id="334" name="Google Shape;334;p6"/>
              <p:cNvSpPr/>
              <p:nvPr/>
            </p:nvSpPr>
            <p:spPr>
              <a:xfrm rot="10800000">
                <a:off x="7261426" y="4782419"/>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5" name="Google Shape;335;p6"/>
              <p:cNvSpPr/>
              <p:nvPr/>
            </p:nvSpPr>
            <p:spPr>
              <a:xfrm rot="10800000">
                <a:off x="8680175" y="3577975"/>
                <a:ext cx="99900" cy="9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6" name="Google Shape;336;p6"/>
              <p:cNvSpPr/>
              <p:nvPr/>
            </p:nvSpPr>
            <p:spPr>
              <a:xfrm rot="10800000">
                <a:off x="8751276" y="4850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7" name="Google Shape;337;p6"/>
              <p:cNvSpPr/>
              <p:nvPr/>
            </p:nvSpPr>
            <p:spPr>
              <a:xfrm rot="10800000">
                <a:off x="7746475" y="5224950"/>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8" name="Google Shape;338;p6"/>
              <p:cNvSpPr/>
              <p:nvPr/>
            </p:nvSpPr>
            <p:spPr>
              <a:xfrm rot="10800000">
                <a:off x="8236400" y="4653675"/>
                <a:ext cx="137400" cy="13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9" name="Google Shape;339;p6"/>
              <p:cNvSpPr/>
              <p:nvPr/>
            </p:nvSpPr>
            <p:spPr>
              <a:xfrm rot="10800000">
                <a:off x="8814525" y="4221650"/>
                <a:ext cx="129900" cy="130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0" name="Google Shape;340;p6"/>
              <p:cNvSpPr/>
              <p:nvPr/>
            </p:nvSpPr>
            <p:spPr>
              <a:xfrm rot="10800000">
                <a:off x="8879025" y="2919375"/>
                <a:ext cx="141600" cy="141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41" name="Google Shape;341;p6"/>
              <p:cNvCxnSpPr>
                <a:stCxn id="340" idx="7"/>
                <a:endCxn id="335" idx="4"/>
              </p:cNvCxnSpPr>
              <p:nvPr/>
            </p:nvCxnSpPr>
            <p:spPr>
              <a:xfrm flipH="1">
                <a:off x="8730262" y="3040238"/>
                <a:ext cx="169500" cy="537600"/>
              </a:xfrm>
              <a:prstGeom prst="straightConnector1">
                <a:avLst/>
              </a:prstGeom>
              <a:noFill/>
              <a:ln cap="flat" cmpd="sng" w="9525">
                <a:solidFill>
                  <a:schemeClr val="dk2"/>
                </a:solidFill>
                <a:prstDash val="solid"/>
                <a:round/>
                <a:headEnd len="med" w="med" type="none"/>
                <a:tailEnd len="med" w="med" type="none"/>
              </a:ln>
            </p:spPr>
          </p:cxnSp>
          <p:cxnSp>
            <p:nvCxnSpPr>
              <p:cNvPr id="342" name="Google Shape;342;p6"/>
              <p:cNvCxnSpPr>
                <a:stCxn id="335" idx="0"/>
                <a:endCxn id="339" idx="5"/>
              </p:cNvCxnSpPr>
              <p:nvPr/>
            </p:nvCxnSpPr>
            <p:spPr>
              <a:xfrm>
                <a:off x="8730125" y="3677875"/>
                <a:ext cx="103500" cy="562800"/>
              </a:xfrm>
              <a:prstGeom prst="straightConnector1">
                <a:avLst/>
              </a:prstGeom>
              <a:noFill/>
              <a:ln cap="flat" cmpd="sng" w="9525">
                <a:solidFill>
                  <a:schemeClr val="dk2"/>
                </a:solidFill>
                <a:prstDash val="solid"/>
                <a:round/>
                <a:headEnd len="med" w="med" type="none"/>
                <a:tailEnd len="med" w="med" type="none"/>
              </a:ln>
            </p:spPr>
          </p:cxnSp>
          <p:cxnSp>
            <p:nvCxnSpPr>
              <p:cNvPr id="343" name="Google Shape;343;p6"/>
              <p:cNvCxnSpPr>
                <a:stCxn id="340" idx="0"/>
                <a:endCxn id="339" idx="4"/>
              </p:cNvCxnSpPr>
              <p:nvPr/>
            </p:nvCxnSpPr>
            <p:spPr>
              <a:xfrm flipH="1">
                <a:off x="8879625" y="3060975"/>
                <a:ext cx="70200" cy="1160700"/>
              </a:xfrm>
              <a:prstGeom prst="straightConnector1">
                <a:avLst/>
              </a:prstGeom>
              <a:noFill/>
              <a:ln cap="flat" cmpd="sng" w="9525">
                <a:solidFill>
                  <a:schemeClr val="dk2"/>
                </a:solidFill>
                <a:prstDash val="solid"/>
                <a:round/>
                <a:headEnd len="med" w="med" type="none"/>
                <a:tailEnd len="med" w="med" type="none"/>
              </a:ln>
            </p:spPr>
          </p:cxnSp>
          <p:cxnSp>
            <p:nvCxnSpPr>
              <p:cNvPr id="344" name="Google Shape;344;p6"/>
              <p:cNvCxnSpPr>
                <a:stCxn id="336" idx="4"/>
                <a:endCxn id="339" idx="0"/>
              </p:cNvCxnSpPr>
              <p:nvPr/>
            </p:nvCxnSpPr>
            <p:spPr>
              <a:xfrm flipH="1" rot="10800000">
                <a:off x="8830026" y="4351769"/>
                <a:ext cx="49500" cy="4992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6"/>
              <p:cNvCxnSpPr>
                <a:stCxn id="338" idx="2"/>
                <a:endCxn id="336" idx="6"/>
              </p:cNvCxnSpPr>
              <p:nvPr/>
            </p:nvCxnSpPr>
            <p:spPr>
              <a:xfrm>
                <a:off x="8373800" y="4722375"/>
                <a:ext cx="377400" cy="2073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6"/>
              <p:cNvCxnSpPr>
                <a:stCxn id="337" idx="2"/>
                <a:endCxn id="336" idx="6"/>
              </p:cNvCxnSpPr>
              <p:nvPr/>
            </p:nvCxnSpPr>
            <p:spPr>
              <a:xfrm flipH="1" rot="10800000">
                <a:off x="7833175" y="4929600"/>
                <a:ext cx="918000" cy="3387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6"/>
              <p:cNvCxnSpPr>
                <a:stCxn id="334" idx="1"/>
                <a:endCxn id="337" idx="5"/>
              </p:cNvCxnSpPr>
              <p:nvPr/>
            </p:nvCxnSpPr>
            <p:spPr>
              <a:xfrm>
                <a:off x="7395861" y="4916854"/>
                <a:ext cx="363300" cy="3207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6"/>
              <p:cNvCxnSpPr>
                <a:stCxn id="334" idx="2"/>
                <a:endCxn id="338" idx="6"/>
              </p:cNvCxnSpPr>
              <p:nvPr/>
            </p:nvCxnSpPr>
            <p:spPr>
              <a:xfrm flipH="1" rot="10800000">
                <a:off x="7418926" y="4722269"/>
                <a:ext cx="817500" cy="1389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6"/>
              <p:cNvCxnSpPr>
                <a:stCxn id="337" idx="3"/>
                <a:endCxn id="338" idx="7"/>
              </p:cNvCxnSpPr>
              <p:nvPr/>
            </p:nvCxnSpPr>
            <p:spPr>
              <a:xfrm flipH="1" rot="10800000">
                <a:off x="7820478" y="4770847"/>
                <a:ext cx="435900" cy="4668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6"/>
              <p:cNvCxnSpPr>
                <a:stCxn id="338" idx="3"/>
                <a:endCxn id="335" idx="7"/>
              </p:cNvCxnSpPr>
              <p:nvPr/>
            </p:nvCxnSpPr>
            <p:spPr>
              <a:xfrm flipH="1" rot="10800000">
                <a:off x="8353678" y="3663097"/>
                <a:ext cx="341100" cy="1010700"/>
              </a:xfrm>
              <a:prstGeom prst="straightConnector1">
                <a:avLst/>
              </a:prstGeom>
              <a:noFill/>
              <a:ln cap="flat" cmpd="sng" w="9525">
                <a:solidFill>
                  <a:schemeClr val="dk2"/>
                </a:solidFill>
                <a:prstDash val="solid"/>
                <a:round/>
                <a:headEnd len="med" w="med" type="none"/>
                <a:tailEnd len="med" w="med" type="none"/>
              </a:ln>
            </p:spPr>
          </p:cxnSp>
          <p:sp>
            <p:nvSpPr>
              <p:cNvPr id="351" name="Google Shape;351;p6"/>
              <p:cNvSpPr/>
              <p:nvPr/>
            </p:nvSpPr>
            <p:spPr>
              <a:xfrm rot="10800000">
                <a:off x="9220200" y="3517875"/>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2" name="Google Shape;352;p6"/>
              <p:cNvCxnSpPr>
                <a:endCxn id="351" idx="5"/>
              </p:cNvCxnSpPr>
              <p:nvPr/>
            </p:nvCxnSpPr>
            <p:spPr>
              <a:xfrm>
                <a:off x="9001130" y="3057605"/>
                <a:ext cx="233700" cy="4749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6"/>
              <p:cNvCxnSpPr>
                <a:stCxn id="339" idx="3"/>
                <a:endCxn id="351" idx="7"/>
              </p:cNvCxnSpPr>
              <p:nvPr/>
            </p:nvCxnSpPr>
            <p:spPr>
              <a:xfrm flipH="1" rot="10800000">
                <a:off x="8925402" y="3603217"/>
                <a:ext cx="309300" cy="6375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6"/>
              <p:cNvSpPr/>
              <p:nvPr/>
            </p:nvSpPr>
            <p:spPr>
              <a:xfrm rot="10800000">
                <a:off x="9334875" y="5218350"/>
                <a:ext cx="180600" cy="210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5" name="Google Shape;355;p6"/>
              <p:cNvCxnSpPr>
                <a:stCxn id="339" idx="1"/>
                <a:endCxn id="354" idx="5"/>
              </p:cNvCxnSpPr>
              <p:nvPr/>
            </p:nvCxnSpPr>
            <p:spPr>
              <a:xfrm>
                <a:off x="8925402" y="4332783"/>
                <a:ext cx="435900" cy="91650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6"/>
              <p:cNvCxnSpPr>
                <a:stCxn id="351" idx="0"/>
                <a:endCxn id="354" idx="4"/>
              </p:cNvCxnSpPr>
              <p:nvPr/>
            </p:nvCxnSpPr>
            <p:spPr>
              <a:xfrm>
                <a:off x="9270150" y="3617775"/>
                <a:ext cx="155100" cy="1600500"/>
              </a:xfrm>
              <a:prstGeom prst="straightConnector1">
                <a:avLst/>
              </a:prstGeom>
              <a:noFill/>
              <a:ln cap="flat" cmpd="sng" w="9525">
                <a:solidFill>
                  <a:schemeClr val="dk2"/>
                </a:solidFill>
                <a:prstDash val="solid"/>
                <a:round/>
                <a:headEnd len="med" w="med" type="none"/>
                <a:tailEnd len="med" w="med" type="none"/>
              </a:ln>
            </p:spPr>
          </p:cxnSp>
          <p:cxnSp>
            <p:nvCxnSpPr>
              <p:cNvPr id="357" name="Google Shape;357;p6"/>
              <p:cNvCxnSpPr>
                <a:stCxn id="336" idx="2"/>
                <a:endCxn id="354" idx="6"/>
              </p:cNvCxnSpPr>
              <p:nvPr/>
            </p:nvCxnSpPr>
            <p:spPr>
              <a:xfrm>
                <a:off x="8908776" y="4929719"/>
                <a:ext cx="426000" cy="394200"/>
              </a:xfrm>
              <a:prstGeom prst="straightConnector1">
                <a:avLst/>
              </a:prstGeom>
              <a:noFill/>
              <a:ln cap="flat" cmpd="sng" w="9525">
                <a:solidFill>
                  <a:schemeClr val="dk2"/>
                </a:solidFill>
                <a:prstDash val="solid"/>
                <a:round/>
                <a:headEnd len="med" w="med" type="none"/>
                <a:tailEnd len="med" w="med" type="none"/>
              </a:ln>
            </p:spPr>
          </p:cxnSp>
          <p:cxnSp>
            <p:nvCxnSpPr>
              <p:cNvPr id="358" name="Google Shape;358;p6"/>
              <p:cNvCxnSpPr>
                <a:stCxn id="337" idx="2"/>
                <a:endCxn id="354" idx="6"/>
              </p:cNvCxnSpPr>
              <p:nvPr/>
            </p:nvCxnSpPr>
            <p:spPr>
              <a:xfrm>
                <a:off x="7833175" y="5268300"/>
                <a:ext cx="1501800" cy="5550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6"/>
              <p:cNvCxnSpPr>
                <a:stCxn id="334" idx="2"/>
                <a:endCxn id="336" idx="6"/>
              </p:cNvCxnSpPr>
              <p:nvPr/>
            </p:nvCxnSpPr>
            <p:spPr>
              <a:xfrm>
                <a:off x="7418926" y="4861169"/>
                <a:ext cx="1332300" cy="68700"/>
              </a:xfrm>
              <a:prstGeom prst="straightConnector1">
                <a:avLst/>
              </a:prstGeom>
              <a:noFill/>
              <a:ln cap="flat" cmpd="sng" w="9525">
                <a:solidFill>
                  <a:schemeClr val="dk2"/>
                </a:solidFill>
                <a:prstDash val="solid"/>
                <a:round/>
                <a:headEnd len="med" w="med" type="none"/>
                <a:tailEnd len="med" w="med" type="none"/>
              </a:ln>
            </p:spPr>
          </p:cxnSp>
        </p:grpSp>
      </p:grpSp>
      <p:grpSp>
        <p:nvGrpSpPr>
          <p:cNvPr id="360" name="Google Shape;360;p6"/>
          <p:cNvGrpSpPr/>
          <p:nvPr/>
        </p:nvGrpSpPr>
        <p:grpSpPr>
          <a:xfrm>
            <a:off x="194975" y="681525"/>
            <a:ext cx="8770525" cy="4318100"/>
            <a:chOff x="194975" y="681525"/>
            <a:chExt cx="8770525" cy="4318100"/>
          </a:xfrm>
        </p:grpSpPr>
        <p:grpSp>
          <p:nvGrpSpPr>
            <p:cNvPr id="361" name="Google Shape;361;p6"/>
            <p:cNvGrpSpPr/>
            <p:nvPr/>
          </p:nvGrpSpPr>
          <p:grpSpPr>
            <a:xfrm>
              <a:off x="194975" y="4436050"/>
              <a:ext cx="462250" cy="563575"/>
              <a:chOff x="140150" y="4340075"/>
              <a:chExt cx="462250" cy="563575"/>
            </a:xfrm>
          </p:grpSpPr>
          <p:sp>
            <p:nvSpPr>
              <p:cNvPr id="362" name="Google Shape;362;p6"/>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3" name="Google Shape;363;p6"/>
              <p:cNvSpPr/>
              <p:nvPr/>
            </p:nvSpPr>
            <p:spPr>
              <a:xfrm rot="10800000">
                <a:off x="298325" y="4657175"/>
                <a:ext cx="140100" cy="140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4" name="Google Shape;364;p6"/>
              <p:cNvSpPr/>
              <p:nvPr/>
            </p:nvSpPr>
            <p:spPr>
              <a:xfrm rot="10800000">
                <a:off x="495000" y="4796250"/>
                <a:ext cx="107400" cy="107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5" name="Google Shape;365;p6"/>
              <p:cNvSpPr/>
              <p:nvPr/>
            </p:nvSpPr>
            <p:spPr>
              <a:xfrm rot="10800000">
                <a:off x="165050" y="4657175"/>
                <a:ext cx="51300" cy="51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66" name="Google Shape;366;p6"/>
            <p:cNvGrpSpPr/>
            <p:nvPr/>
          </p:nvGrpSpPr>
          <p:grpSpPr>
            <a:xfrm>
              <a:off x="8667225" y="681525"/>
              <a:ext cx="298275" cy="322675"/>
              <a:chOff x="8667225" y="681525"/>
              <a:chExt cx="298275" cy="322675"/>
            </a:xfrm>
          </p:grpSpPr>
          <p:sp>
            <p:nvSpPr>
              <p:cNvPr id="367" name="Google Shape;367;p6"/>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8" name="Google Shape;368;p6"/>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9" name="Google Shape;369;p6"/>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0" name="Shape 370"/>
        <p:cNvGrpSpPr/>
        <p:nvPr/>
      </p:nvGrpSpPr>
      <p:grpSpPr>
        <a:xfrm>
          <a:off x="0" y="0"/>
          <a:ext cx="0" cy="0"/>
          <a:chOff x="0" y="0"/>
          <a:chExt cx="0" cy="0"/>
        </a:xfrm>
      </p:grpSpPr>
      <p:sp>
        <p:nvSpPr>
          <p:cNvPr id="371" name="Google Shape;371;p7"/>
          <p:cNvSpPr txBox="1"/>
          <p:nvPr>
            <p:ph type="title"/>
          </p:nvPr>
        </p:nvSpPr>
        <p:spPr>
          <a:xfrm>
            <a:off x="865625" y="539500"/>
            <a:ext cx="3668400" cy="1097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2" name="Google Shape;372;p7"/>
          <p:cNvSpPr txBox="1"/>
          <p:nvPr>
            <p:ph idx="1" type="subTitle"/>
          </p:nvPr>
        </p:nvSpPr>
        <p:spPr>
          <a:xfrm>
            <a:off x="865625" y="1621843"/>
            <a:ext cx="3668400" cy="2982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373" name="Google Shape;373;p7"/>
          <p:cNvSpPr/>
          <p:nvPr>
            <p:ph idx="2" type="pic"/>
          </p:nvPr>
        </p:nvSpPr>
        <p:spPr>
          <a:xfrm>
            <a:off x="5029325" y="833500"/>
            <a:ext cx="3476400" cy="3476400"/>
          </a:xfrm>
          <a:prstGeom prst="ellipse">
            <a:avLst/>
          </a:prstGeom>
          <a:noFill/>
          <a:ln>
            <a:noFill/>
          </a:ln>
        </p:spPr>
      </p:sp>
      <p:grpSp>
        <p:nvGrpSpPr>
          <p:cNvPr id="374" name="Google Shape;374;p7"/>
          <p:cNvGrpSpPr/>
          <p:nvPr/>
        </p:nvGrpSpPr>
        <p:grpSpPr>
          <a:xfrm>
            <a:off x="-225924" y="-192037"/>
            <a:ext cx="1609774" cy="2641456"/>
            <a:chOff x="-225924" y="-192037"/>
            <a:chExt cx="1609774" cy="2641456"/>
          </a:xfrm>
        </p:grpSpPr>
        <p:cxnSp>
          <p:nvCxnSpPr>
            <p:cNvPr id="375" name="Google Shape;375;p7"/>
            <p:cNvCxnSpPr>
              <a:stCxn id="376" idx="7"/>
              <a:endCxn id="377"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377" name="Google Shape;377;p7"/>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8" name="Google Shape;378;p7"/>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9" name="Google Shape;379;p7"/>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0" name="Google Shape;380;p7"/>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1" name="Google Shape;381;p7"/>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2" name="Google Shape;382;p7"/>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83" name="Google Shape;383;p7"/>
            <p:cNvCxnSpPr>
              <a:stCxn id="382" idx="4"/>
              <a:endCxn id="379"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7"/>
            <p:cNvCxnSpPr>
              <a:stCxn id="381" idx="4"/>
              <a:endCxn id="379"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7"/>
            <p:cNvCxnSpPr>
              <a:stCxn id="381" idx="5"/>
              <a:endCxn id="382"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7"/>
            <p:cNvCxnSpPr>
              <a:stCxn id="381" idx="0"/>
              <a:endCxn id="378"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7"/>
            <p:cNvCxnSpPr>
              <a:stCxn id="381" idx="7"/>
              <a:endCxn id="376"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7"/>
            <p:cNvCxnSpPr>
              <a:stCxn id="378" idx="5"/>
              <a:endCxn id="376"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389" name="Google Shape;389;p7"/>
            <p:cNvCxnSpPr>
              <a:stCxn id="378" idx="6"/>
              <a:endCxn id="377"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7"/>
            <p:cNvCxnSpPr>
              <a:stCxn id="380" idx="2"/>
              <a:endCxn id="378"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7"/>
            <p:cNvCxnSpPr>
              <a:stCxn id="382" idx="0"/>
              <a:endCxn id="376"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7"/>
            <p:cNvCxnSpPr>
              <a:stCxn id="382" idx="0"/>
              <a:endCxn id="380"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376" name="Google Shape;376;p7"/>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93" name="Google Shape;393;p7"/>
          <p:cNvGrpSpPr/>
          <p:nvPr/>
        </p:nvGrpSpPr>
        <p:grpSpPr>
          <a:xfrm>
            <a:off x="194975" y="4436050"/>
            <a:ext cx="406275" cy="563575"/>
            <a:chOff x="140150" y="4340075"/>
            <a:chExt cx="406275" cy="563575"/>
          </a:xfrm>
        </p:grpSpPr>
        <p:sp>
          <p:nvSpPr>
            <p:cNvPr id="394" name="Google Shape;394;p7"/>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5" name="Google Shape;395;p7"/>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6" name="Google Shape;396;p7"/>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7" name="Google Shape;397;p7"/>
            <p:cNvSpPr/>
            <p:nvPr/>
          </p:nvSpPr>
          <p:spPr>
            <a:xfrm rot="10800000">
              <a:off x="165050" y="4657175"/>
              <a:ext cx="51300" cy="51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8" name="Shape 398"/>
        <p:cNvGrpSpPr/>
        <p:nvPr/>
      </p:nvGrpSpPr>
      <p:grpSpPr>
        <a:xfrm>
          <a:off x="0" y="0"/>
          <a:ext cx="0" cy="0"/>
          <a:chOff x="0" y="0"/>
          <a:chExt cx="0" cy="0"/>
        </a:xfrm>
      </p:grpSpPr>
      <p:sp>
        <p:nvSpPr>
          <p:cNvPr id="399" name="Google Shape;399;p8"/>
          <p:cNvSpPr txBox="1"/>
          <p:nvPr>
            <p:ph type="title"/>
          </p:nvPr>
        </p:nvSpPr>
        <p:spPr>
          <a:xfrm>
            <a:off x="713325" y="1485796"/>
            <a:ext cx="7717500" cy="217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00" name="Google Shape;400;p8"/>
          <p:cNvGrpSpPr/>
          <p:nvPr/>
        </p:nvGrpSpPr>
        <p:grpSpPr>
          <a:xfrm>
            <a:off x="-626841" y="-1892623"/>
            <a:ext cx="9741411" cy="8805493"/>
            <a:chOff x="-626841" y="-1892623"/>
            <a:chExt cx="9741411" cy="8805493"/>
          </a:xfrm>
        </p:grpSpPr>
        <p:grpSp>
          <p:nvGrpSpPr>
            <p:cNvPr id="401" name="Google Shape;401;p8"/>
            <p:cNvGrpSpPr/>
            <p:nvPr/>
          </p:nvGrpSpPr>
          <p:grpSpPr>
            <a:xfrm>
              <a:off x="-626841" y="3469144"/>
              <a:ext cx="5410264" cy="3443726"/>
              <a:chOff x="-436341" y="3418344"/>
              <a:chExt cx="5410264" cy="3443726"/>
            </a:xfrm>
          </p:grpSpPr>
          <p:sp>
            <p:nvSpPr>
              <p:cNvPr id="402" name="Google Shape;402;p8"/>
              <p:cNvSpPr/>
              <p:nvPr/>
            </p:nvSpPr>
            <p:spPr>
              <a:xfrm flipH="1" rot="10800000">
                <a:off x="-436341" y="5541596"/>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3" name="Google Shape;403;p8"/>
              <p:cNvSpPr/>
              <p:nvPr/>
            </p:nvSpPr>
            <p:spPr>
              <a:xfrm flipH="1" rot="10800000">
                <a:off x="1998031" y="646094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4" name="Google Shape;404;p8"/>
              <p:cNvSpPr/>
              <p:nvPr/>
            </p:nvSpPr>
            <p:spPr>
              <a:xfrm flipH="1" rot="10800000">
                <a:off x="1331188" y="3979840"/>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5" name="Google Shape;405;p8"/>
              <p:cNvSpPr/>
              <p:nvPr/>
            </p:nvSpPr>
            <p:spPr>
              <a:xfrm flipH="1" rot="10800000">
                <a:off x="1136579" y="5573524"/>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6" name="Google Shape;406;p8"/>
              <p:cNvSpPr/>
              <p:nvPr/>
            </p:nvSpPr>
            <p:spPr>
              <a:xfrm flipH="1" rot="10800000">
                <a:off x="-13908" y="6509971"/>
                <a:ext cx="96300" cy="96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7" name="Google Shape;407;p8"/>
              <p:cNvSpPr/>
              <p:nvPr/>
            </p:nvSpPr>
            <p:spPr>
              <a:xfrm flipH="1" rot="10800000">
                <a:off x="1136579" y="673157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8" name="Google Shape;408;p8"/>
              <p:cNvSpPr/>
              <p:nvPr/>
            </p:nvSpPr>
            <p:spPr>
              <a:xfrm flipH="1" rot="10800000">
                <a:off x="248148" y="4631902"/>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9" name="Google Shape;409;p8"/>
              <p:cNvSpPr/>
              <p:nvPr/>
            </p:nvSpPr>
            <p:spPr>
              <a:xfrm flipH="1" rot="10800000">
                <a:off x="4877623" y="4911977"/>
                <a:ext cx="96300" cy="9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10" name="Google Shape;410;p8"/>
              <p:cNvCxnSpPr>
                <a:stCxn id="406" idx="5"/>
                <a:endCxn id="405" idx="1"/>
              </p:cNvCxnSpPr>
              <p:nvPr/>
            </p:nvCxnSpPr>
            <p:spPr>
              <a:xfrm flipH="1" rot="10800000">
                <a:off x="68289" y="5684974"/>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8"/>
              <p:cNvCxnSpPr>
                <a:stCxn id="407" idx="4"/>
                <a:endCxn id="405" idx="0"/>
              </p:cNvCxnSpPr>
              <p:nvPr/>
            </p:nvCxnSpPr>
            <p:spPr>
              <a:xfrm rot="10800000">
                <a:off x="1201829" y="5704070"/>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412" name="Google Shape;412;p8"/>
              <p:cNvCxnSpPr>
                <a:stCxn id="402" idx="6"/>
                <a:endCxn id="405" idx="2"/>
              </p:cNvCxnSpPr>
              <p:nvPr/>
            </p:nvCxnSpPr>
            <p:spPr>
              <a:xfrm>
                <a:off x="-241941" y="5638796"/>
                <a:ext cx="1378500" cy="0"/>
              </a:xfrm>
              <a:prstGeom prst="straightConnector1">
                <a:avLst/>
              </a:prstGeom>
              <a:noFill/>
              <a:ln cap="flat" cmpd="sng" w="9525">
                <a:solidFill>
                  <a:schemeClr val="dk2"/>
                </a:solidFill>
                <a:prstDash val="solid"/>
                <a:round/>
                <a:headEnd len="med" w="med" type="none"/>
                <a:tailEnd len="med" w="med" type="none"/>
              </a:ln>
            </p:spPr>
          </p:cxnSp>
          <p:cxnSp>
            <p:nvCxnSpPr>
              <p:cNvPr id="413" name="Google Shape;413;p8"/>
              <p:cNvCxnSpPr>
                <a:stCxn id="402" idx="0"/>
                <a:endCxn id="406" idx="3"/>
              </p:cNvCxnSpPr>
              <p:nvPr/>
            </p:nvCxnSpPr>
            <p:spPr>
              <a:xfrm>
                <a:off x="-339141" y="5735996"/>
                <a:ext cx="339300" cy="788100"/>
              </a:xfrm>
              <a:prstGeom prst="straightConnector1">
                <a:avLst/>
              </a:prstGeom>
              <a:noFill/>
              <a:ln cap="flat" cmpd="sng" w="9525">
                <a:solidFill>
                  <a:schemeClr val="dk2"/>
                </a:solidFill>
                <a:prstDash val="solid"/>
                <a:round/>
                <a:headEnd len="med" w="med" type="none"/>
                <a:tailEnd len="med" w="med" type="none"/>
              </a:ln>
            </p:spPr>
          </p:cxnSp>
          <p:cxnSp>
            <p:nvCxnSpPr>
              <p:cNvPr id="414" name="Google Shape;414;p8"/>
              <p:cNvCxnSpPr>
                <a:stCxn id="406" idx="7"/>
                <a:endCxn id="407" idx="2"/>
              </p:cNvCxnSpPr>
              <p:nvPr/>
            </p:nvCxnSpPr>
            <p:spPr>
              <a:xfrm>
                <a:off x="68289" y="6592168"/>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8"/>
              <p:cNvCxnSpPr>
                <a:stCxn id="407" idx="6"/>
                <a:endCxn id="403" idx="2"/>
              </p:cNvCxnSpPr>
              <p:nvPr/>
            </p:nvCxnSpPr>
            <p:spPr>
              <a:xfrm flipH="1" rot="10800000">
                <a:off x="1267079" y="6558020"/>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8"/>
              <p:cNvCxnSpPr>
                <a:stCxn id="405" idx="7"/>
                <a:endCxn id="403" idx="3"/>
              </p:cNvCxnSpPr>
              <p:nvPr/>
            </p:nvCxnSpPr>
            <p:spPr>
              <a:xfrm>
                <a:off x="1247968" y="5684913"/>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8"/>
              <p:cNvCxnSpPr>
                <a:stCxn id="402" idx="5"/>
                <a:endCxn id="408" idx="1"/>
              </p:cNvCxnSpPr>
              <p:nvPr/>
            </p:nvCxnSpPr>
            <p:spPr>
              <a:xfrm flipH="1" rot="10800000">
                <a:off x="-270410" y="4743265"/>
                <a:ext cx="537600" cy="8268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8"/>
              <p:cNvCxnSpPr>
                <a:stCxn id="408" idx="7"/>
                <a:endCxn id="405" idx="3"/>
              </p:cNvCxnSpPr>
              <p:nvPr/>
            </p:nvCxnSpPr>
            <p:spPr>
              <a:xfrm>
                <a:off x="359537" y="4743291"/>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8"/>
              <p:cNvCxnSpPr>
                <a:stCxn id="408" idx="6"/>
                <a:endCxn id="404" idx="2"/>
              </p:cNvCxnSpPr>
              <p:nvPr/>
            </p:nvCxnSpPr>
            <p:spPr>
              <a:xfrm flipH="1" rot="10800000">
                <a:off x="378648" y="4180552"/>
                <a:ext cx="952500" cy="51660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8"/>
              <p:cNvCxnSpPr>
                <a:stCxn id="404" idx="1"/>
                <a:endCxn id="405" idx="4"/>
              </p:cNvCxnSpPr>
              <p:nvPr/>
            </p:nvCxnSpPr>
            <p:spPr>
              <a:xfrm flipH="1">
                <a:off x="1201872" y="4322457"/>
                <a:ext cx="188100" cy="125100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8"/>
              <p:cNvCxnSpPr>
                <a:stCxn id="409" idx="1"/>
                <a:endCxn id="403" idx="5"/>
              </p:cNvCxnSpPr>
              <p:nvPr/>
            </p:nvCxnSpPr>
            <p:spPr>
              <a:xfrm flipH="1">
                <a:off x="2163826" y="4994175"/>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8"/>
              <p:cNvCxnSpPr>
                <a:stCxn id="406" idx="6"/>
                <a:endCxn id="409" idx="1"/>
              </p:cNvCxnSpPr>
              <p:nvPr/>
            </p:nvCxnSpPr>
            <p:spPr>
              <a:xfrm flipH="1" rot="10800000">
                <a:off x="82392" y="4994221"/>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8"/>
              <p:cNvCxnSpPr>
                <a:stCxn id="403" idx="4"/>
                <a:endCxn id="404" idx="0"/>
              </p:cNvCxnSpPr>
              <p:nvPr/>
            </p:nvCxnSpPr>
            <p:spPr>
              <a:xfrm rot="10800000">
                <a:off x="1531831" y="4381348"/>
                <a:ext cx="563400" cy="20796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8"/>
              <p:cNvCxnSpPr>
                <a:stCxn id="402" idx="5"/>
                <a:endCxn id="404" idx="1"/>
              </p:cNvCxnSpPr>
              <p:nvPr/>
            </p:nvCxnSpPr>
            <p:spPr>
              <a:xfrm flipH="1" rot="10800000">
                <a:off x="-270410" y="4322365"/>
                <a:ext cx="1660500" cy="1247700"/>
              </a:xfrm>
              <a:prstGeom prst="straightConnector1">
                <a:avLst/>
              </a:prstGeom>
              <a:noFill/>
              <a:ln cap="flat" cmpd="sng" w="9525">
                <a:solidFill>
                  <a:schemeClr val="dk2"/>
                </a:solidFill>
                <a:prstDash val="solid"/>
                <a:round/>
                <a:headEnd len="med" w="med" type="none"/>
                <a:tailEnd len="med" w="med" type="none"/>
              </a:ln>
            </p:spPr>
          </p:cxnSp>
          <p:sp>
            <p:nvSpPr>
              <p:cNvPr id="425" name="Google Shape;425;p8"/>
              <p:cNvSpPr/>
              <p:nvPr/>
            </p:nvSpPr>
            <p:spPr>
              <a:xfrm flipH="1" rot="10800000">
                <a:off x="3294598" y="4298063"/>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26" name="Google Shape;426;p8"/>
              <p:cNvCxnSpPr>
                <a:stCxn id="409" idx="2"/>
                <a:endCxn id="425" idx="7"/>
              </p:cNvCxnSpPr>
              <p:nvPr/>
            </p:nvCxnSpPr>
            <p:spPr>
              <a:xfrm rot="10800000">
                <a:off x="3406123" y="4409327"/>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427" name="Google Shape;427;p8"/>
              <p:cNvCxnSpPr>
                <a:stCxn id="425" idx="2"/>
                <a:endCxn id="404" idx="6"/>
              </p:cNvCxnSpPr>
              <p:nvPr/>
            </p:nvCxnSpPr>
            <p:spPr>
              <a:xfrm rot="10800000">
                <a:off x="1732498" y="4180613"/>
                <a:ext cx="1562100" cy="182700"/>
              </a:xfrm>
              <a:prstGeom prst="straightConnector1">
                <a:avLst/>
              </a:prstGeom>
              <a:noFill/>
              <a:ln cap="flat" cmpd="sng" w="9525">
                <a:solidFill>
                  <a:schemeClr val="dk2"/>
                </a:solidFill>
                <a:prstDash val="solid"/>
                <a:round/>
                <a:headEnd len="med" w="med" type="none"/>
                <a:tailEnd len="med" w="med" type="none"/>
              </a:ln>
            </p:spPr>
          </p:cxnSp>
          <p:cxnSp>
            <p:nvCxnSpPr>
              <p:cNvPr id="428" name="Google Shape;428;p8"/>
              <p:cNvCxnSpPr>
                <a:stCxn id="425" idx="0"/>
                <a:endCxn id="403" idx="4"/>
              </p:cNvCxnSpPr>
              <p:nvPr/>
            </p:nvCxnSpPr>
            <p:spPr>
              <a:xfrm flipH="1">
                <a:off x="2095348" y="4428563"/>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429" name="Google Shape;429;p8"/>
              <p:cNvCxnSpPr>
                <a:stCxn id="425" idx="1"/>
                <a:endCxn id="405" idx="5"/>
              </p:cNvCxnSpPr>
              <p:nvPr/>
            </p:nvCxnSpPr>
            <p:spPr>
              <a:xfrm flipH="1">
                <a:off x="1247909" y="4409452"/>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430" name="Google Shape;430;p8"/>
              <p:cNvSpPr/>
              <p:nvPr/>
            </p:nvSpPr>
            <p:spPr>
              <a:xfrm flipH="1" rot="10800000">
                <a:off x="350141" y="3418344"/>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1" name="Google Shape;431;p8"/>
              <p:cNvCxnSpPr>
                <a:stCxn id="404" idx="3"/>
                <a:endCxn id="430" idx="6"/>
              </p:cNvCxnSpPr>
              <p:nvPr/>
            </p:nvCxnSpPr>
            <p:spPr>
              <a:xfrm rot="10800000">
                <a:off x="544572" y="3515424"/>
                <a:ext cx="845400" cy="523200"/>
              </a:xfrm>
              <a:prstGeom prst="straightConnector1">
                <a:avLst/>
              </a:prstGeom>
              <a:noFill/>
              <a:ln cap="flat" cmpd="sng" w="9525">
                <a:solidFill>
                  <a:schemeClr val="dk2"/>
                </a:solidFill>
                <a:prstDash val="solid"/>
                <a:round/>
                <a:headEnd len="med" w="med" type="none"/>
                <a:tailEnd len="med" w="med" type="none"/>
              </a:ln>
            </p:spPr>
          </p:cxnSp>
          <p:cxnSp>
            <p:nvCxnSpPr>
              <p:cNvPr id="432" name="Google Shape;432;p8"/>
              <p:cNvCxnSpPr>
                <a:stCxn id="430" idx="1"/>
                <a:endCxn id="408" idx="4"/>
              </p:cNvCxnSpPr>
              <p:nvPr/>
            </p:nvCxnSpPr>
            <p:spPr>
              <a:xfrm flipH="1">
                <a:off x="313510" y="3584275"/>
                <a:ext cx="65100" cy="1047600"/>
              </a:xfrm>
              <a:prstGeom prst="straightConnector1">
                <a:avLst/>
              </a:prstGeom>
              <a:noFill/>
              <a:ln cap="flat" cmpd="sng" w="9525">
                <a:solidFill>
                  <a:schemeClr val="dk2"/>
                </a:solidFill>
                <a:prstDash val="solid"/>
                <a:round/>
                <a:headEnd len="med" w="med" type="none"/>
                <a:tailEnd len="med" w="med" type="none"/>
              </a:ln>
            </p:spPr>
          </p:cxnSp>
        </p:grpSp>
        <p:grpSp>
          <p:nvGrpSpPr>
            <p:cNvPr id="433" name="Google Shape;433;p8"/>
            <p:cNvGrpSpPr/>
            <p:nvPr/>
          </p:nvGrpSpPr>
          <p:grpSpPr>
            <a:xfrm>
              <a:off x="5071007" y="-1892623"/>
              <a:ext cx="4043564" cy="3673594"/>
              <a:chOff x="5071007" y="-1892623"/>
              <a:chExt cx="4043564" cy="3673594"/>
            </a:xfrm>
          </p:grpSpPr>
          <p:sp>
            <p:nvSpPr>
              <p:cNvPr id="434" name="Google Shape;434;p8"/>
              <p:cNvSpPr/>
              <p:nvPr/>
            </p:nvSpPr>
            <p:spPr>
              <a:xfrm flipH="1" rot="9591490">
                <a:off x="5098516" y="540093"/>
                <a:ext cx="194282" cy="19428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5" name="Google Shape;435;p8"/>
              <p:cNvSpPr/>
              <p:nvPr/>
            </p:nvSpPr>
            <p:spPr>
              <a:xfrm flipH="1" rot="9591490">
                <a:off x="8892779" y="453876"/>
                <a:ext cx="194282" cy="19428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6" name="Google Shape;436;p8"/>
              <p:cNvSpPr/>
              <p:nvPr/>
            </p:nvSpPr>
            <p:spPr>
              <a:xfrm flipH="1" rot="9590696">
                <a:off x="7529429" y="-1352882"/>
                <a:ext cx="401379" cy="401379"/>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7" name="Google Shape;437;p8"/>
              <p:cNvSpPr/>
              <p:nvPr/>
            </p:nvSpPr>
            <p:spPr>
              <a:xfrm flipH="1" rot="9588852">
                <a:off x="7769090" y="-69319"/>
                <a:ext cx="130410" cy="13041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8" name="Google Shape;438;p8"/>
              <p:cNvSpPr/>
              <p:nvPr/>
            </p:nvSpPr>
            <p:spPr>
              <a:xfrm flipH="1" rot="9585450">
                <a:off x="7304847" y="697939"/>
                <a:ext cx="96244" cy="9624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9" name="Google Shape;439;p8"/>
              <p:cNvSpPr/>
              <p:nvPr/>
            </p:nvSpPr>
            <p:spPr>
              <a:xfrm flipH="1" rot="9588852">
                <a:off x="8485536" y="1632066"/>
                <a:ext cx="130410" cy="13041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0" name="Google Shape;440;p8"/>
              <p:cNvSpPr/>
              <p:nvPr/>
            </p:nvSpPr>
            <p:spPr>
              <a:xfrm flipH="1" rot="9588852">
                <a:off x="6653615" y="27813"/>
                <a:ext cx="130410" cy="13041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1" name="Google Shape;441;p8"/>
              <p:cNvSpPr/>
              <p:nvPr/>
            </p:nvSpPr>
            <p:spPr>
              <a:xfrm flipH="1" rot="9585450">
                <a:off x="8871292" y="-605485"/>
                <a:ext cx="96244" cy="9624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42" name="Google Shape;442;p8"/>
              <p:cNvCxnSpPr>
                <a:stCxn id="438" idx="5"/>
                <a:endCxn id="437" idx="1"/>
              </p:cNvCxnSpPr>
              <p:nvPr/>
            </p:nvCxnSpPr>
            <p:spPr>
              <a:xfrm flipH="1" rot="10800000">
                <a:off x="7373121" y="54962"/>
                <a:ext cx="433800" cy="64740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8"/>
              <p:cNvCxnSpPr>
                <a:stCxn id="439" idx="4"/>
                <a:endCxn id="437" idx="0"/>
              </p:cNvCxnSpPr>
              <p:nvPr/>
            </p:nvCxnSpPr>
            <p:spPr>
              <a:xfrm rot="10800000">
                <a:off x="7856841" y="57171"/>
                <a:ext cx="671400" cy="157890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8"/>
              <p:cNvCxnSpPr>
                <a:stCxn id="434" idx="6"/>
                <a:endCxn id="438" idx="3"/>
              </p:cNvCxnSpPr>
              <p:nvPr/>
            </p:nvCxnSpPr>
            <p:spPr>
              <a:xfrm>
                <a:off x="5286857" y="603783"/>
                <a:ext cx="2022300" cy="122100"/>
              </a:xfrm>
              <a:prstGeom prst="straightConnector1">
                <a:avLst/>
              </a:prstGeom>
              <a:noFill/>
              <a:ln cap="flat" cmpd="sng" w="9525">
                <a:solidFill>
                  <a:schemeClr val="dk2"/>
                </a:solidFill>
                <a:prstDash val="solid"/>
                <a:round/>
                <a:headEnd len="med" w="med" type="none"/>
                <a:tailEnd len="med" w="med" type="none"/>
              </a:ln>
            </p:spPr>
          </p:cxnSp>
          <p:cxnSp>
            <p:nvCxnSpPr>
              <p:cNvPr id="445" name="Google Shape;445;p8"/>
              <p:cNvCxnSpPr>
                <a:stCxn id="438" idx="7"/>
                <a:endCxn id="439" idx="2"/>
              </p:cNvCxnSpPr>
              <p:nvPr/>
            </p:nvCxnSpPr>
            <p:spPr>
              <a:xfrm>
                <a:off x="7396668" y="766214"/>
                <a:ext cx="1092900" cy="953700"/>
              </a:xfrm>
              <a:prstGeom prst="straightConnector1">
                <a:avLst/>
              </a:prstGeom>
              <a:noFill/>
              <a:ln cap="flat" cmpd="sng" w="9525">
                <a:solidFill>
                  <a:schemeClr val="dk2"/>
                </a:solidFill>
                <a:prstDash val="solid"/>
                <a:round/>
                <a:headEnd len="med" w="med" type="none"/>
                <a:tailEnd len="med" w="med" type="none"/>
              </a:ln>
            </p:spPr>
          </p:cxnSp>
          <p:cxnSp>
            <p:nvCxnSpPr>
              <p:cNvPr id="446" name="Google Shape;446;p8"/>
              <p:cNvCxnSpPr>
                <a:stCxn id="439" idx="6"/>
                <a:endCxn id="435" idx="1"/>
              </p:cNvCxnSpPr>
              <p:nvPr/>
            </p:nvCxnSpPr>
            <p:spPr>
              <a:xfrm flipH="1" rot="10800000">
                <a:off x="8611941" y="639171"/>
                <a:ext cx="337200" cy="1035600"/>
              </a:xfrm>
              <a:prstGeom prst="straightConnector1">
                <a:avLst/>
              </a:prstGeom>
              <a:noFill/>
              <a:ln cap="flat" cmpd="sng" w="9525">
                <a:solidFill>
                  <a:schemeClr val="dk2"/>
                </a:solidFill>
                <a:prstDash val="solid"/>
                <a:round/>
                <a:headEnd len="med" w="med" type="none"/>
                <a:tailEnd len="med" w="med" type="none"/>
              </a:ln>
            </p:spPr>
          </p:cxnSp>
          <p:cxnSp>
            <p:nvCxnSpPr>
              <p:cNvPr id="447" name="Google Shape;447;p8"/>
              <p:cNvCxnSpPr>
                <a:stCxn id="437" idx="7"/>
                <a:endCxn id="435" idx="3"/>
              </p:cNvCxnSpPr>
              <p:nvPr/>
            </p:nvCxnSpPr>
            <p:spPr>
              <a:xfrm>
                <a:off x="7893480" y="23251"/>
                <a:ext cx="1008300" cy="486900"/>
              </a:xfrm>
              <a:prstGeom prst="straightConnector1">
                <a:avLst/>
              </a:prstGeom>
              <a:noFill/>
              <a:ln cap="flat" cmpd="sng" w="9525">
                <a:solidFill>
                  <a:schemeClr val="dk2"/>
                </a:solidFill>
                <a:prstDash val="solid"/>
                <a:round/>
                <a:headEnd len="med" w="med" type="none"/>
                <a:tailEnd len="med" w="med" type="none"/>
              </a:ln>
            </p:spPr>
          </p:cxnSp>
          <p:cxnSp>
            <p:nvCxnSpPr>
              <p:cNvPr id="448" name="Google Shape;448;p8"/>
              <p:cNvCxnSpPr>
                <a:stCxn id="434" idx="6"/>
                <a:endCxn id="440" idx="1"/>
              </p:cNvCxnSpPr>
              <p:nvPr/>
            </p:nvCxnSpPr>
            <p:spPr>
              <a:xfrm flipH="1" rot="10800000">
                <a:off x="5286857" y="152283"/>
                <a:ext cx="1404600" cy="451500"/>
              </a:xfrm>
              <a:prstGeom prst="straightConnector1">
                <a:avLst/>
              </a:prstGeom>
              <a:noFill/>
              <a:ln cap="flat" cmpd="sng" w="9525">
                <a:solidFill>
                  <a:schemeClr val="dk2"/>
                </a:solidFill>
                <a:prstDash val="solid"/>
                <a:round/>
                <a:headEnd len="med" w="med" type="none"/>
                <a:tailEnd len="med" w="med" type="none"/>
              </a:ln>
            </p:spPr>
          </p:cxnSp>
          <p:cxnSp>
            <p:nvCxnSpPr>
              <p:cNvPr id="449" name="Google Shape;449;p8"/>
              <p:cNvCxnSpPr>
                <a:stCxn id="440" idx="7"/>
                <a:endCxn id="437" idx="2"/>
              </p:cNvCxnSpPr>
              <p:nvPr/>
            </p:nvCxnSpPr>
            <p:spPr>
              <a:xfrm flipH="1" rot="10800000">
                <a:off x="6778004" y="18383"/>
                <a:ext cx="995100" cy="10200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8"/>
              <p:cNvCxnSpPr>
                <a:stCxn id="440" idx="5"/>
                <a:endCxn id="436" idx="2"/>
              </p:cNvCxnSpPr>
              <p:nvPr/>
            </p:nvCxnSpPr>
            <p:spPr>
              <a:xfrm flipH="1" rot="10800000">
                <a:off x="6746185" y="-1083067"/>
                <a:ext cx="795600" cy="11169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8"/>
              <p:cNvCxnSpPr>
                <a:stCxn id="436" idx="0"/>
                <a:endCxn id="437" idx="5"/>
              </p:cNvCxnSpPr>
              <p:nvPr/>
            </p:nvCxnSpPr>
            <p:spPr>
              <a:xfrm>
                <a:off x="7799269" y="-963792"/>
                <a:ext cx="62400" cy="9006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8"/>
              <p:cNvCxnSpPr>
                <a:stCxn id="436" idx="7"/>
                <a:endCxn id="441" idx="3"/>
              </p:cNvCxnSpPr>
              <p:nvPr/>
            </p:nvCxnSpPr>
            <p:spPr>
              <a:xfrm>
                <a:off x="7912234" y="-1067870"/>
                <a:ext cx="963600" cy="4905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8"/>
              <p:cNvCxnSpPr>
                <a:stCxn id="437" idx="6"/>
                <a:endCxn id="441" idx="2"/>
              </p:cNvCxnSpPr>
              <p:nvPr/>
            </p:nvCxnSpPr>
            <p:spPr>
              <a:xfrm flipH="1" rot="10800000">
                <a:off x="7895495" y="-540814"/>
                <a:ext cx="978900" cy="5142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8"/>
              <p:cNvCxnSpPr>
                <a:stCxn id="441" idx="0"/>
                <a:endCxn id="435" idx="5"/>
              </p:cNvCxnSpPr>
              <p:nvPr/>
            </p:nvCxnSpPr>
            <p:spPr>
              <a:xfrm>
                <a:off x="8936064" y="-512213"/>
                <a:ext cx="94800" cy="975000"/>
              </a:xfrm>
              <a:prstGeom prst="straightConnector1">
                <a:avLst/>
              </a:prstGeom>
              <a:noFill/>
              <a:ln cap="flat" cmpd="sng" w="9525">
                <a:solidFill>
                  <a:schemeClr val="dk2"/>
                </a:solidFill>
                <a:prstDash val="solid"/>
                <a:round/>
                <a:headEnd len="med" w="med" type="none"/>
                <a:tailEnd len="med" w="med" type="none"/>
              </a:ln>
            </p:spPr>
          </p:cxnSp>
          <p:cxnSp>
            <p:nvCxnSpPr>
              <p:cNvPr id="455" name="Google Shape;455;p8"/>
              <p:cNvCxnSpPr>
                <a:stCxn id="439" idx="5"/>
                <a:endCxn id="441" idx="1"/>
              </p:cNvCxnSpPr>
              <p:nvPr/>
            </p:nvCxnSpPr>
            <p:spPr>
              <a:xfrm flipH="1" rot="10800000">
                <a:off x="8578106" y="-513814"/>
                <a:ext cx="321300" cy="2151900"/>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8"/>
              <p:cNvCxnSpPr>
                <a:stCxn id="438" idx="6"/>
                <a:endCxn id="441" idx="1"/>
              </p:cNvCxnSpPr>
              <p:nvPr/>
            </p:nvCxnSpPr>
            <p:spPr>
              <a:xfrm flipH="1" rot="10800000">
                <a:off x="7398119" y="-513788"/>
                <a:ext cx="1501200" cy="1243200"/>
              </a:xfrm>
              <a:prstGeom prst="straightConnector1">
                <a:avLst/>
              </a:prstGeom>
              <a:noFill/>
              <a:ln cap="flat" cmpd="sng" w="9525">
                <a:solidFill>
                  <a:schemeClr val="dk2"/>
                </a:solidFill>
                <a:prstDash val="solid"/>
                <a:round/>
                <a:headEnd len="med" w="med" type="none"/>
                <a:tailEnd len="med" w="med" type="none"/>
              </a:ln>
            </p:spPr>
          </p:cxnSp>
          <p:cxnSp>
            <p:nvCxnSpPr>
              <p:cNvPr id="457" name="Google Shape;457;p8"/>
              <p:cNvCxnSpPr>
                <a:stCxn id="438" idx="4"/>
                <a:endCxn id="436" idx="1"/>
              </p:cNvCxnSpPr>
              <p:nvPr/>
            </p:nvCxnSpPr>
            <p:spPr>
              <a:xfrm flipH="1" rot="10800000">
                <a:off x="7336319" y="-970088"/>
                <a:ext cx="309600" cy="16710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8"/>
              <p:cNvCxnSpPr>
                <a:stCxn id="435" idx="4"/>
                <a:endCxn id="436" idx="7"/>
              </p:cNvCxnSpPr>
              <p:nvPr/>
            </p:nvCxnSpPr>
            <p:spPr>
              <a:xfrm rot="10800000">
                <a:off x="7912170" y="-1067784"/>
                <a:ext cx="1044300" cy="1527600"/>
              </a:xfrm>
              <a:prstGeom prst="straightConnector1">
                <a:avLst/>
              </a:prstGeom>
              <a:noFill/>
              <a:ln cap="flat" cmpd="sng" w="9525">
                <a:solidFill>
                  <a:schemeClr val="dk2"/>
                </a:solidFill>
                <a:prstDash val="solid"/>
                <a:round/>
                <a:headEnd len="med" w="med" type="none"/>
                <a:tailEnd len="med" w="med" type="none"/>
              </a:ln>
            </p:spPr>
          </p:cxnSp>
          <p:cxnSp>
            <p:nvCxnSpPr>
              <p:cNvPr id="459" name="Google Shape;459;p8"/>
              <p:cNvCxnSpPr>
                <a:stCxn id="434" idx="6"/>
                <a:endCxn id="436" idx="1"/>
              </p:cNvCxnSpPr>
              <p:nvPr/>
            </p:nvCxnSpPr>
            <p:spPr>
              <a:xfrm flipH="1" rot="10800000">
                <a:off x="5286857" y="-970017"/>
                <a:ext cx="2358900" cy="1573800"/>
              </a:xfrm>
              <a:prstGeom prst="straightConnector1">
                <a:avLst/>
              </a:prstGeom>
              <a:noFill/>
              <a:ln cap="flat" cmpd="sng" w="9525">
                <a:solidFill>
                  <a:schemeClr val="dk2"/>
                </a:solidFill>
                <a:prstDash val="solid"/>
                <a:round/>
                <a:headEnd len="med" w="med" type="none"/>
                <a:tailEnd len="med" w="med" type="none"/>
              </a:ln>
            </p:spPr>
          </p:cxnSp>
          <p:sp>
            <p:nvSpPr>
              <p:cNvPr id="460" name="Google Shape;460;p8"/>
              <p:cNvSpPr/>
              <p:nvPr/>
            </p:nvSpPr>
            <p:spPr>
              <a:xfrm flipH="1" rot="9588852">
                <a:off x="8325123" y="-1874128"/>
                <a:ext cx="130410" cy="13041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61" name="Google Shape;461;p8"/>
              <p:cNvCxnSpPr>
                <a:stCxn id="441" idx="4"/>
                <a:endCxn id="460" idx="7"/>
              </p:cNvCxnSpPr>
              <p:nvPr/>
            </p:nvCxnSpPr>
            <p:spPr>
              <a:xfrm rot="10800000">
                <a:off x="8449464" y="-1781513"/>
                <a:ext cx="453300" cy="117900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8"/>
              <p:cNvCxnSpPr>
                <a:stCxn id="460" idx="2"/>
                <a:endCxn id="436" idx="5"/>
              </p:cNvCxnSpPr>
              <p:nvPr/>
            </p:nvCxnSpPr>
            <p:spPr>
              <a:xfrm flipH="1">
                <a:off x="7814328" y="-1786423"/>
                <a:ext cx="514800" cy="45210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8"/>
              <p:cNvCxnSpPr>
                <a:stCxn id="460" idx="0"/>
                <a:endCxn id="435" idx="4"/>
              </p:cNvCxnSpPr>
              <p:nvPr/>
            </p:nvCxnSpPr>
            <p:spPr>
              <a:xfrm>
                <a:off x="8412828" y="-1747723"/>
                <a:ext cx="543600" cy="220740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8"/>
              <p:cNvCxnSpPr>
                <a:stCxn id="460" idx="1"/>
                <a:endCxn id="437" idx="5"/>
              </p:cNvCxnSpPr>
              <p:nvPr/>
            </p:nvCxnSpPr>
            <p:spPr>
              <a:xfrm flipH="1">
                <a:off x="7861663" y="-1749738"/>
                <a:ext cx="501300" cy="1686300"/>
              </a:xfrm>
              <a:prstGeom prst="straightConnector1">
                <a:avLst/>
              </a:prstGeom>
              <a:noFill/>
              <a:ln cap="flat" cmpd="sng" w="9525">
                <a:solidFill>
                  <a:schemeClr val="dk2"/>
                </a:solidFill>
                <a:prstDash val="solid"/>
                <a:round/>
                <a:headEnd len="med" w="med" type="none"/>
                <a:tailEnd len="med" w="med" type="none"/>
              </a:ln>
            </p:spPr>
          </p:cxnSp>
          <p:sp>
            <p:nvSpPr>
              <p:cNvPr id="465" name="Google Shape;465;p8"/>
              <p:cNvSpPr/>
              <p:nvPr/>
            </p:nvSpPr>
            <p:spPr>
              <a:xfrm flipH="1" rot="9591490">
                <a:off x="7189341" y="-1500669"/>
                <a:ext cx="194282" cy="19428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66" name="Google Shape;466;p8"/>
              <p:cNvCxnSpPr>
                <a:stCxn id="460" idx="2"/>
                <a:endCxn id="465" idx="6"/>
              </p:cNvCxnSpPr>
              <p:nvPr/>
            </p:nvCxnSpPr>
            <p:spPr>
              <a:xfrm flipH="1">
                <a:off x="7377828" y="-1786423"/>
                <a:ext cx="951300" cy="3495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8"/>
              <p:cNvCxnSpPr>
                <a:stCxn id="465" idx="1"/>
                <a:endCxn id="440" idx="5"/>
              </p:cNvCxnSpPr>
              <p:nvPr/>
            </p:nvCxnSpPr>
            <p:spPr>
              <a:xfrm flipH="1">
                <a:off x="6746147" y="-1315387"/>
                <a:ext cx="499500" cy="1349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8" name="Shape 468"/>
        <p:cNvGrpSpPr/>
        <p:nvPr/>
      </p:nvGrpSpPr>
      <p:grpSpPr>
        <a:xfrm>
          <a:off x="0" y="0"/>
          <a:ext cx="0" cy="0"/>
          <a:chOff x="0" y="0"/>
          <a:chExt cx="0" cy="0"/>
        </a:xfrm>
      </p:grpSpPr>
      <p:sp>
        <p:nvSpPr>
          <p:cNvPr id="469" name="Google Shape;469;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0" name="Google Shape;470;p9"/>
          <p:cNvSpPr txBox="1"/>
          <p:nvPr>
            <p:ph idx="1" type="subTitle"/>
          </p:nvPr>
        </p:nvSpPr>
        <p:spPr>
          <a:xfrm>
            <a:off x="4731475" y="1256325"/>
            <a:ext cx="3699300" cy="292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1" name="Google Shape;471;p9"/>
          <p:cNvSpPr txBox="1"/>
          <p:nvPr>
            <p:ph idx="2" type="subTitle"/>
          </p:nvPr>
        </p:nvSpPr>
        <p:spPr>
          <a:xfrm>
            <a:off x="720000" y="1256325"/>
            <a:ext cx="3699300" cy="292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72" name="Google Shape;472;p9"/>
          <p:cNvGrpSpPr/>
          <p:nvPr/>
        </p:nvGrpSpPr>
        <p:grpSpPr>
          <a:xfrm>
            <a:off x="190301" y="174004"/>
            <a:ext cx="8808974" cy="4007621"/>
            <a:chOff x="190301" y="174004"/>
            <a:chExt cx="8808974" cy="4007621"/>
          </a:xfrm>
        </p:grpSpPr>
        <p:grpSp>
          <p:nvGrpSpPr>
            <p:cNvPr id="473" name="Google Shape;473;p9"/>
            <p:cNvGrpSpPr/>
            <p:nvPr/>
          </p:nvGrpSpPr>
          <p:grpSpPr>
            <a:xfrm rot="10800000">
              <a:off x="190301" y="3858950"/>
              <a:ext cx="298275" cy="322675"/>
              <a:chOff x="8667225" y="681525"/>
              <a:chExt cx="298275" cy="322675"/>
            </a:xfrm>
          </p:grpSpPr>
          <p:sp>
            <p:nvSpPr>
              <p:cNvPr id="474" name="Google Shape;474;p9"/>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5" name="Google Shape;475;p9"/>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6" name="Google Shape;476;p9"/>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477" name="Google Shape;477;p9"/>
            <p:cNvGrpSpPr/>
            <p:nvPr/>
          </p:nvGrpSpPr>
          <p:grpSpPr>
            <a:xfrm rot="-5139163">
              <a:off x="8591694" y="201328"/>
              <a:ext cx="406266" cy="379191"/>
              <a:chOff x="140150" y="4657175"/>
              <a:chExt cx="406275" cy="379200"/>
            </a:xfrm>
          </p:grpSpPr>
          <p:sp>
            <p:nvSpPr>
              <p:cNvPr id="478" name="Google Shape;478;p9"/>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9" name="Google Shape;479;p9"/>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0" name="Google Shape;480;p9"/>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1" name="Google Shape;481;p9"/>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482" name="Google Shape;482;p9"/>
          <p:cNvGrpSpPr/>
          <p:nvPr/>
        </p:nvGrpSpPr>
        <p:grpSpPr>
          <a:xfrm>
            <a:off x="115024" y="-2374836"/>
            <a:ext cx="8971639" cy="9741507"/>
            <a:chOff x="115024" y="-2374836"/>
            <a:chExt cx="8971639" cy="9741507"/>
          </a:xfrm>
        </p:grpSpPr>
        <p:grpSp>
          <p:nvGrpSpPr>
            <p:cNvPr id="483" name="Google Shape;483;p9"/>
            <p:cNvGrpSpPr/>
            <p:nvPr/>
          </p:nvGrpSpPr>
          <p:grpSpPr>
            <a:xfrm flipH="1">
              <a:off x="115024" y="-2374836"/>
              <a:ext cx="3687215" cy="3485542"/>
              <a:chOff x="5337386" y="-2374836"/>
              <a:chExt cx="3687215" cy="3485542"/>
            </a:xfrm>
          </p:grpSpPr>
          <p:sp>
            <p:nvSpPr>
              <p:cNvPr id="484" name="Google Shape;484;p9"/>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5" name="Google Shape;485;p9"/>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6" name="Google Shape;486;p9"/>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7" name="Google Shape;487;p9"/>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8" name="Google Shape;488;p9"/>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9" name="Google Shape;489;p9"/>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0" name="Google Shape;490;p9"/>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1" name="Google Shape;491;p9"/>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92" name="Google Shape;492;p9"/>
              <p:cNvCxnSpPr>
                <a:stCxn id="488" idx="5"/>
                <a:endCxn id="487"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9"/>
              <p:cNvCxnSpPr>
                <a:stCxn id="489" idx="4"/>
                <a:endCxn id="487"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9"/>
              <p:cNvCxnSpPr>
                <a:stCxn id="484" idx="0"/>
                <a:endCxn id="488"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9"/>
              <p:cNvCxnSpPr>
                <a:stCxn id="488" idx="6"/>
                <a:endCxn id="489"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9"/>
              <p:cNvCxnSpPr>
                <a:stCxn id="489" idx="6"/>
                <a:endCxn id="485"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497" name="Google Shape;497;p9"/>
              <p:cNvCxnSpPr>
                <a:stCxn id="487" idx="6"/>
                <a:endCxn id="485"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498" name="Google Shape;498;p9"/>
              <p:cNvCxnSpPr>
                <a:stCxn id="484" idx="6"/>
                <a:endCxn id="490"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9"/>
              <p:cNvCxnSpPr>
                <a:stCxn id="484" idx="7"/>
                <a:endCxn id="487"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500" name="Google Shape;500;p9"/>
              <p:cNvCxnSpPr>
                <a:stCxn id="490" idx="7"/>
                <a:endCxn id="486"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501" name="Google Shape;501;p9"/>
              <p:cNvCxnSpPr>
                <a:stCxn id="486" idx="0"/>
                <a:endCxn id="487"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502" name="Google Shape;502;p9"/>
              <p:cNvCxnSpPr>
                <a:stCxn id="491" idx="2"/>
                <a:endCxn id="485"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503" name="Google Shape;503;p9"/>
              <p:cNvCxnSpPr>
                <a:stCxn id="489" idx="7"/>
                <a:endCxn id="491"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504" name="Google Shape;504;p9"/>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05" name="Google Shape;505;p9"/>
              <p:cNvCxnSpPr>
                <a:stCxn id="491" idx="3"/>
                <a:endCxn id="504"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506" name="Google Shape;506;p9"/>
              <p:cNvCxnSpPr>
                <a:stCxn id="504" idx="2"/>
                <a:endCxn id="486"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507" name="Google Shape;507;p9"/>
              <p:cNvCxnSpPr>
                <a:stCxn id="504" idx="0"/>
                <a:endCxn id="485"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9"/>
              <p:cNvCxnSpPr>
                <a:stCxn id="504" idx="1"/>
                <a:endCxn id="487"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509" name="Google Shape;509;p9"/>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10" name="Google Shape;510;p9"/>
              <p:cNvCxnSpPr>
                <a:stCxn id="486" idx="2"/>
                <a:endCxn id="509"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511" name="Google Shape;511;p9"/>
              <p:cNvCxnSpPr>
                <a:stCxn id="509" idx="3"/>
                <a:endCxn id="484"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512" name="Google Shape;512;p9"/>
              <p:cNvCxnSpPr>
                <a:stCxn id="487" idx="4"/>
                <a:endCxn id="509"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513" name="Google Shape;513;p9"/>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14" name="Google Shape;514;p9"/>
              <p:cNvCxnSpPr>
                <a:stCxn id="487" idx="0"/>
                <a:endCxn id="513"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515" name="Google Shape;515;p9"/>
              <p:cNvCxnSpPr>
                <a:stCxn id="488" idx="7"/>
                <a:endCxn id="513"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516" name="Google Shape;516;p9"/>
            <p:cNvGrpSpPr/>
            <p:nvPr/>
          </p:nvGrpSpPr>
          <p:grpSpPr>
            <a:xfrm>
              <a:off x="4731484" y="3852908"/>
              <a:ext cx="4355179" cy="3513764"/>
              <a:chOff x="720009" y="3852908"/>
              <a:chExt cx="4355179" cy="3513764"/>
            </a:xfrm>
          </p:grpSpPr>
          <p:sp>
            <p:nvSpPr>
              <p:cNvPr id="517" name="Google Shape;517;p9"/>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8" name="Google Shape;518;p9"/>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9" name="Google Shape;519;p9"/>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0" name="Google Shape;520;p9"/>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1" name="Google Shape;521;p9"/>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2" name="Google Shape;522;p9"/>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3" name="Google Shape;523;p9"/>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4" name="Google Shape;524;p9"/>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25" name="Google Shape;525;p9"/>
              <p:cNvCxnSpPr>
                <a:stCxn id="522" idx="4"/>
                <a:endCxn id="520"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9"/>
              <p:cNvCxnSpPr>
                <a:stCxn id="517" idx="7"/>
                <a:endCxn id="521"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527" name="Google Shape;527;p9"/>
              <p:cNvCxnSpPr>
                <a:stCxn id="521" idx="7"/>
                <a:endCxn id="522"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528" name="Google Shape;528;p9"/>
              <p:cNvCxnSpPr>
                <a:stCxn id="522" idx="6"/>
                <a:endCxn id="518"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529" name="Google Shape;529;p9"/>
              <p:cNvCxnSpPr>
                <a:stCxn id="520" idx="7"/>
                <a:endCxn id="518"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530" name="Google Shape;530;p9"/>
              <p:cNvCxnSpPr>
                <a:stCxn id="517" idx="6"/>
                <a:endCxn id="523"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531" name="Google Shape;531;p9"/>
              <p:cNvCxnSpPr>
                <a:stCxn id="523" idx="0"/>
                <a:endCxn id="520"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9"/>
              <p:cNvCxnSpPr>
                <a:stCxn id="523" idx="5"/>
                <a:endCxn id="519"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9"/>
              <p:cNvCxnSpPr>
                <a:stCxn id="519" idx="0"/>
                <a:endCxn id="520"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534" name="Google Shape;534;p9"/>
              <p:cNvCxnSpPr>
                <a:stCxn id="519" idx="7"/>
                <a:endCxn id="524"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9"/>
              <p:cNvCxnSpPr>
                <a:stCxn id="520" idx="6"/>
                <a:endCxn id="524"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9"/>
              <p:cNvCxnSpPr>
                <a:stCxn id="524" idx="0"/>
                <a:endCxn id="518"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9"/>
              <p:cNvCxnSpPr>
                <a:stCxn id="522" idx="5"/>
                <a:endCxn id="524"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538" name="Google Shape;538;p9"/>
              <p:cNvCxnSpPr>
                <a:stCxn id="521" idx="6"/>
                <a:endCxn id="524"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539" name="Google Shape;539;p9"/>
              <p:cNvCxnSpPr>
                <a:stCxn id="521" idx="5"/>
                <a:endCxn id="523"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9"/>
              <p:cNvCxnSpPr>
                <a:stCxn id="518" idx="4"/>
                <a:endCxn id="519"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541" name="Google Shape;541;p9"/>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2" name="Google Shape;542;p9"/>
              <p:cNvCxnSpPr>
                <a:stCxn id="524" idx="4"/>
                <a:endCxn id="541"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543" name="Google Shape;543;p9"/>
              <p:cNvCxnSpPr>
                <a:stCxn id="541" idx="1"/>
                <a:endCxn id="519"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544" name="Google Shape;544;p9"/>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5" name="Google Shape;545;p9"/>
              <p:cNvCxnSpPr>
                <a:stCxn id="541" idx="2"/>
                <a:endCxn id="544"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9"/>
              <p:cNvCxnSpPr>
                <a:stCxn id="544" idx="1"/>
                <a:endCxn id="523"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9"/>
              <p:cNvCxnSpPr>
                <a:stCxn id="544" idx="7"/>
                <a:endCxn id="519"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8" name="Shape 548"/>
        <p:cNvGrpSpPr/>
        <p:nvPr/>
      </p:nvGrpSpPr>
      <p:grpSpPr>
        <a:xfrm>
          <a:off x="0" y="0"/>
          <a:ext cx="0" cy="0"/>
          <a:chOff x="0" y="0"/>
          <a:chExt cx="0" cy="0"/>
        </a:xfrm>
      </p:grpSpPr>
      <p:sp>
        <p:nvSpPr>
          <p:cNvPr id="549" name="Google Shape;549;p10"/>
          <p:cNvSpPr/>
          <p:nvPr>
            <p:ph idx="2" type="pic"/>
          </p:nvPr>
        </p:nvSpPr>
        <p:spPr>
          <a:xfrm>
            <a:off x="-25" y="-13725"/>
            <a:ext cx="9144000" cy="5157300"/>
          </a:xfrm>
          <a:prstGeom prst="rect">
            <a:avLst/>
          </a:prstGeom>
          <a:noFill/>
          <a:ln>
            <a:noFill/>
          </a:ln>
        </p:spPr>
      </p:sp>
      <p:sp>
        <p:nvSpPr>
          <p:cNvPr id="550" name="Google Shape;550;p10"/>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lnSpc>
                <a:spcPct val="115000"/>
              </a:lnSpc>
              <a:spcBef>
                <a:spcPts val="0"/>
              </a:spcBef>
              <a:spcAft>
                <a:spcPts val="0"/>
              </a:spcAft>
              <a:buSzPts val="3000"/>
              <a:buNone/>
              <a:defRPr sz="2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1" name="Shape 551"/>
        <p:cNvGrpSpPr/>
        <p:nvPr/>
      </p:nvGrpSpPr>
      <p:grpSpPr>
        <a:xfrm>
          <a:off x="0" y="0"/>
          <a:ext cx="0" cy="0"/>
          <a:chOff x="0" y="0"/>
          <a:chExt cx="0" cy="0"/>
        </a:xfrm>
      </p:grpSpPr>
      <p:sp>
        <p:nvSpPr>
          <p:cNvPr id="552" name="Google Shape;552;p11"/>
          <p:cNvSpPr txBox="1"/>
          <p:nvPr>
            <p:ph hasCustomPrompt="1" type="title"/>
          </p:nvPr>
        </p:nvSpPr>
        <p:spPr>
          <a:xfrm>
            <a:off x="1284000" y="1714512"/>
            <a:ext cx="6576000" cy="1207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53" name="Google Shape;553;p11"/>
          <p:cNvSpPr txBox="1"/>
          <p:nvPr>
            <p:ph idx="1" type="subTitle"/>
          </p:nvPr>
        </p:nvSpPr>
        <p:spPr>
          <a:xfrm>
            <a:off x="1284000" y="2922288"/>
            <a:ext cx="6576000" cy="506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554" name="Google Shape;554;p11"/>
          <p:cNvGrpSpPr/>
          <p:nvPr/>
        </p:nvGrpSpPr>
        <p:grpSpPr>
          <a:xfrm>
            <a:off x="-1196147" y="-548842"/>
            <a:ext cx="13880920" cy="6874700"/>
            <a:chOff x="-1196147" y="-548842"/>
            <a:chExt cx="13880920" cy="6874700"/>
          </a:xfrm>
        </p:grpSpPr>
        <p:grpSp>
          <p:nvGrpSpPr>
            <p:cNvPr id="555" name="Google Shape;555;p11"/>
            <p:cNvGrpSpPr/>
            <p:nvPr/>
          </p:nvGrpSpPr>
          <p:grpSpPr>
            <a:xfrm>
              <a:off x="-1196147" y="-548842"/>
              <a:ext cx="3657841" cy="4417628"/>
              <a:chOff x="-1196147" y="-548842"/>
              <a:chExt cx="3657841" cy="4417628"/>
            </a:xfrm>
          </p:grpSpPr>
          <p:sp>
            <p:nvSpPr>
              <p:cNvPr id="556" name="Google Shape;556;p11"/>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7" name="Google Shape;557;p11"/>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8" name="Google Shape;558;p11"/>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9" name="Google Shape;559;p11"/>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0" name="Google Shape;560;p11"/>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1" name="Google Shape;561;p11"/>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2" name="Google Shape;562;p11"/>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3" name="Google Shape;563;p11"/>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64" name="Google Shape;564;p11"/>
              <p:cNvCxnSpPr>
                <a:stCxn id="560" idx="5"/>
                <a:endCxn id="559"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11"/>
              <p:cNvCxnSpPr>
                <a:stCxn id="561" idx="4"/>
                <a:endCxn id="559"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11"/>
              <p:cNvCxnSpPr>
                <a:stCxn id="556" idx="6"/>
                <a:endCxn id="560"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567" name="Google Shape;567;p11"/>
              <p:cNvCxnSpPr>
                <a:stCxn id="560" idx="7"/>
                <a:endCxn id="561"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568" name="Google Shape;568;p11"/>
              <p:cNvCxnSpPr>
                <a:stCxn id="561" idx="6"/>
                <a:endCxn id="557"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569" name="Google Shape;569;p11"/>
              <p:cNvCxnSpPr>
                <a:stCxn id="559" idx="7"/>
                <a:endCxn id="557"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570" name="Google Shape;570;p11"/>
              <p:cNvCxnSpPr>
                <a:stCxn id="556" idx="6"/>
                <a:endCxn id="562"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571" name="Google Shape;571;p11"/>
              <p:cNvCxnSpPr>
                <a:stCxn id="562" idx="6"/>
                <a:endCxn id="559"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572" name="Google Shape;572;p11"/>
              <p:cNvCxnSpPr>
                <a:stCxn id="562" idx="6"/>
                <a:endCxn id="558"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573" name="Google Shape;573;p11"/>
              <p:cNvCxnSpPr>
                <a:stCxn id="558" idx="7"/>
                <a:endCxn id="563"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574" name="Google Shape;574;p11"/>
              <p:cNvCxnSpPr>
                <a:stCxn id="559" idx="6"/>
                <a:endCxn id="563"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575" name="Google Shape;575;p11"/>
              <p:cNvCxnSpPr>
                <a:stCxn id="563" idx="0"/>
                <a:endCxn id="557"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11"/>
              <p:cNvCxnSpPr>
                <a:stCxn id="561" idx="5"/>
                <a:endCxn id="563"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11"/>
              <p:cNvCxnSpPr>
                <a:stCxn id="560" idx="6"/>
                <a:endCxn id="563"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11"/>
              <p:cNvCxnSpPr>
                <a:stCxn id="560" idx="4"/>
                <a:endCxn id="558"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579" name="Google Shape;579;p11"/>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80" name="Google Shape;580;p11"/>
              <p:cNvCxnSpPr>
                <a:stCxn id="563" idx="4"/>
                <a:endCxn id="579"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11"/>
              <p:cNvCxnSpPr>
                <a:stCxn id="579" idx="1"/>
                <a:endCxn id="558"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11"/>
              <p:cNvCxnSpPr>
                <a:stCxn id="579" idx="1"/>
                <a:endCxn id="559"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583" name="Google Shape;583;p11"/>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84" name="Google Shape;584;p11"/>
              <p:cNvCxnSpPr>
                <a:stCxn id="561" idx="0"/>
                <a:endCxn id="583"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585" name="Google Shape;585;p11"/>
              <p:cNvCxnSpPr>
                <a:stCxn id="557" idx="0"/>
                <a:endCxn id="583"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586" name="Google Shape;586;p11"/>
            <p:cNvGrpSpPr/>
            <p:nvPr/>
          </p:nvGrpSpPr>
          <p:grpSpPr>
            <a:xfrm>
              <a:off x="6988759" y="2308882"/>
              <a:ext cx="5696014" cy="4016976"/>
              <a:chOff x="6988759" y="2308882"/>
              <a:chExt cx="5696014" cy="4016976"/>
            </a:xfrm>
          </p:grpSpPr>
          <p:sp>
            <p:nvSpPr>
              <p:cNvPr id="587" name="Google Shape;587;p11"/>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8" name="Google Shape;588;p11"/>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9" name="Google Shape;589;p11"/>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0" name="Google Shape;590;p11"/>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1" name="Google Shape;591;p11"/>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2" name="Google Shape;592;p11"/>
              <p:cNvSpPr/>
              <p:nvPr/>
            </p:nvSpPr>
            <p:spPr>
              <a:xfrm flipH="1" rot="10800000">
                <a:off x="8847429" y="6195358"/>
                <a:ext cx="130500" cy="130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3" name="Google Shape;593;p11"/>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4" name="Google Shape;594;p11"/>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95" name="Google Shape;595;p11"/>
              <p:cNvCxnSpPr>
                <a:stCxn id="591" idx="5"/>
                <a:endCxn id="590"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11"/>
              <p:cNvCxnSpPr>
                <a:stCxn id="592" idx="4"/>
                <a:endCxn id="590"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597" name="Google Shape;597;p11"/>
              <p:cNvCxnSpPr>
                <a:stCxn id="587" idx="6"/>
                <a:endCxn id="590"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598" name="Google Shape;598;p11"/>
              <p:cNvCxnSpPr>
                <a:stCxn id="587" idx="0"/>
                <a:endCxn id="591"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599" name="Google Shape;599;p11"/>
              <p:cNvCxnSpPr>
                <a:stCxn id="591" idx="7"/>
                <a:endCxn id="592"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600" name="Google Shape;600;p11"/>
              <p:cNvCxnSpPr>
                <a:stCxn id="592" idx="6"/>
                <a:endCxn id="588"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601" name="Google Shape;601;p11"/>
              <p:cNvCxnSpPr>
                <a:stCxn id="590" idx="7"/>
                <a:endCxn id="588"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602" name="Google Shape;602;p11"/>
              <p:cNvCxnSpPr>
                <a:stCxn id="587" idx="5"/>
                <a:endCxn id="593"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603" name="Google Shape;603;p11"/>
              <p:cNvCxnSpPr>
                <a:stCxn id="593" idx="7"/>
                <a:endCxn id="590"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11"/>
              <p:cNvCxnSpPr>
                <a:stCxn id="593" idx="7"/>
                <a:endCxn id="589"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605" name="Google Shape;605;p11"/>
              <p:cNvCxnSpPr>
                <a:stCxn id="589" idx="0"/>
                <a:endCxn id="590"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11"/>
              <p:cNvCxnSpPr>
                <a:stCxn id="594" idx="1"/>
                <a:endCxn id="588"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11"/>
              <p:cNvCxnSpPr>
                <a:stCxn id="591" idx="6"/>
                <a:endCxn id="594"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11"/>
              <p:cNvCxnSpPr>
                <a:stCxn id="588" idx="4"/>
                <a:endCxn id="589"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609" name="Google Shape;609;p11"/>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0" name="Google Shape;610;p11"/>
              <p:cNvCxnSpPr>
                <a:stCxn id="594" idx="2"/>
                <a:endCxn id="609" idx="7"/>
              </p:cNvCxnSpPr>
              <p:nvPr/>
            </p:nvCxnSpPr>
            <p:spPr>
              <a:xfrm rot="10800000">
                <a:off x="11116973" y="3873115"/>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11"/>
              <p:cNvCxnSpPr>
                <a:stCxn id="609" idx="2"/>
                <a:endCxn id="589"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612" name="Google Shape;612;p11"/>
              <p:cNvCxnSpPr>
                <a:stCxn id="609" idx="0"/>
                <a:endCxn id="588"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11"/>
              <p:cNvCxnSpPr>
                <a:stCxn id="609" idx="1"/>
                <a:endCxn id="590"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614" name="Google Shape;614;p11"/>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5" name="Google Shape;615;p11"/>
              <p:cNvCxnSpPr>
                <a:stCxn id="589" idx="3"/>
                <a:endCxn id="614"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616" name="Google Shape;616;p11"/>
              <p:cNvCxnSpPr>
                <a:stCxn id="614" idx="0"/>
                <a:endCxn id="593"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617" name="Google Shape;617;p11"/>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8" name="Google Shape;618;p11"/>
              <p:cNvCxnSpPr>
                <a:stCxn id="587" idx="6"/>
                <a:endCxn id="617"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11"/>
              <p:cNvCxnSpPr>
                <a:stCxn id="593" idx="0"/>
                <a:endCxn id="617"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11"/>
              <p:cNvCxnSpPr>
                <a:stCxn id="617" idx="6"/>
                <a:endCxn id="590"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621" name="Google Shape;621;p11"/>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22" name="Google Shape;622;p11"/>
              <p:cNvCxnSpPr>
                <a:stCxn id="614" idx="5"/>
                <a:endCxn id="621"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11"/>
              <p:cNvCxnSpPr>
                <a:stCxn id="621" idx="7"/>
                <a:endCxn id="589"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624" name="Google Shape;624;p11"/>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25" name="Google Shape;625;p11"/>
              <p:cNvCxnSpPr>
                <a:stCxn id="614" idx="0"/>
                <a:endCxn id="624"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11"/>
              <p:cNvCxnSpPr>
                <a:stCxn id="624" idx="1"/>
                <a:endCxn id="593"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11"/>
              <p:cNvCxnSpPr>
                <a:stCxn id="624" idx="6"/>
                <a:endCxn id="589"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28" name="Shape 62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629" name="Shape 629"/>
        <p:cNvGrpSpPr/>
        <p:nvPr/>
      </p:nvGrpSpPr>
      <p:grpSpPr>
        <a:xfrm>
          <a:off x="0" y="0"/>
          <a:ext cx="0" cy="0"/>
          <a:chOff x="0" y="0"/>
          <a:chExt cx="0" cy="0"/>
        </a:xfrm>
      </p:grpSpPr>
      <p:sp>
        <p:nvSpPr>
          <p:cNvPr id="630" name="Google Shape;630;p1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631" name="Google Shape;631;p13"/>
          <p:cNvGrpSpPr/>
          <p:nvPr/>
        </p:nvGrpSpPr>
        <p:grpSpPr>
          <a:xfrm>
            <a:off x="119288" y="163238"/>
            <a:ext cx="8837200" cy="4388712"/>
            <a:chOff x="119288" y="163238"/>
            <a:chExt cx="8837200" cy="4388712"/>
          </a:xfrm>
        </p:grpSpPr>
        <p:grpSp>
          <p:nvGrpSpPr>
            <p:cNvPr id="632" name="Google Shape;632;p13"/>
            <p:cNvGrpSpPr/>
            <p:nvPr/>
          </p:nvGrpSpPr>
          <p:grpSpPr>
            <a:xfrm flipH="1" rot="10800000">
              <a:off x="8658213" y="4229275"/>
              <a:ext cx="298275" cy="322675"/>
              <a:chOff x="8667225" y="681525"/>
              <a:chExt cx="298275" cy="322675"/>
            </a:xfrm>
          </p:grpSpPr>
          <p:sp>
            <p:nvSpPr>
              <p:cNvPr id="633" name="Google Shape;633;p13"/>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4" name="Google Shape;634;p13"/>
              <p:cNvSpPr/>
              <p:nvPr/>
            </p:nvSpPr>
            <p:spPr>
              <a:xfrm rot="10800000">
                <a:off x="8825400" y="68152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5" name="Google Shape;635;p13"/>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636" name="Google Shape;636;p13"/>
            <p:cNvGrpSpPr/>
            <p:nvPr/>
          </p:nvGrpSpPr>
          <p:grpSpPr>
            <a:xfrm flipH="1" rot="10800000">
              <a:off x="119288" y="163238"/>
              <a:ext cx="406275" cy="563575"/>
              <a:chOff x="140150" y="4340075"/>
              <a:chExt cx="406275" cy="563575"/>
            </a:xfrm>
          </p:grpSpPr>
          <p:sp>
            <p:nvSpPr>
              <p:cNvPr id="637" name="Google Shape;637;p13"/>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8" name="Google Shape;638;p13"/>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9" name="Google Shape;639;p13"/>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0" name="Google Shape;640;p13"/>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641" name="Google Shape;641;p13"/>
          <p:cNvGrpSpPr/>
          <p:nvPr/>
        </p:nvGrpSpPr>
        <p:grpSpPr>
          <a:xfrm>
            <a:off x="-989788" y="-671217"/>
            <a:ext cx="10544675" cy="8105803"/>
            <a:chOff x="-989788" y="-671217"/>
            <a:chExt cx="10544675" cy="8105803"/>
          </a:xfrm>
        </p:grpSpPr>
        <p:grpSp>
          <p:nvGrpSpPr>
            <p:cNvPr id="642" name="Google Shape;642;p13"/>
            <p:cNvGrpSpPr/>
            <p:nvPr/>
          </p:nvGrpSpPr>
          <p:grpSpPr>
            <a:xfrm flipH="1">
              <a:off x="6491263" y="-671217"/>
              <a:ext cx="3063625" cy="3321711"/>
              <a:chOff x="-460575" y="-671217"/>
              <a:chExt cx="3063625" cy="3321711"/>
            </a:xfrm>
          </p:grpSpPr>
          <p:cxnSp>
            <p:nvCxnSpPr>
              <p:cNvPr id="643" name="Google Shape;643;p13"/>
              <p:cNvCxnSpPr>
                <a:stCxn id="644" idx="6"/>
                <a:endCxn id="64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645" name="Google Shape;645;p13"/>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6" name="Google Shape;646;p13"/>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7" name="Google Shape;647;p13"/>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8" name="Google Shape;648;p13"/>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9" name="Google Shape;649;p13"/>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50" name="Google Shape;650;p13"/>
              <p:cNvCxnSpPr>
                <a:stCxn id="649" idx="4"/>
                <a:endCxn id="647"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651" name="Google Shape;651;p13"/>
              <p:cNvCxnSpPr>
                <a:stCxn id="648" idx="4"/>
                <a:endCxn id="64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13"/>
              <p:cNvCxnSpPr>
                <a:stCxn id="648" idx="5"/>
                <a:endCxn id="649"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653" name="Google Shape;653;p13"/>
              <p:cNvCxnSpPr>
                <a:stCxn id="648" idx="0"/>
                <a:endCxn id="64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654" name="Google Shape;654;p13"/>
              <p:cNvCxnSpPr>
                <a:stCxn id="648" idx="7"/>
                <a:endCxn id="64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655" name="Google Shape;655;p13"/>
              <p:cNvCxnSpPr>
                <a:stCxn id="646" idx="5"/>
                <a:endCxn id="64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656" name="Google Shape;656;p13"/>
              <p:cNvCxnSpPr>
                <a:stCxn id="646" idx="6"/>
                <a:endCxn id="64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657" name="Google Shape;657;p13"/>
              <p:cNvCxnSpPr>
                <a:stCxn id="658" idx="1"/>
                <a:endCxn id="64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659" name="Google Shape;659;p13"/>
              <p:cNvCxnSpPr>
                <a:stCxn id="649" idx="0"/>
                <a:endCxn id="644"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660" name="Google Shape;660;p13"/>
              <p:cNvCxnSpPr>
                <a:stCxn id="649" idx="0"/>
                <a:endCxn id="658"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661" name="Google Shape;661;p13"/>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62" name="Google Shape;662;p13"/>
              <p:cNvCxnSpPr>
                <a:stCxn id="646" idx="5"/>
                <a:endCxn id="66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663" name="Google Shape;663;p13"/>
              <p:cNvCxnSpPr>
                <a:stCxn id="658" idx="7"/>
                <a:endCxn id="66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664" name="Google Shape;664;p13"/>
              <p:cNvCxnSpPr>
                <a:stCxn id="661" idx="6"/>
                <a:endCxn id="64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665" name="Google Shape;665;p13"/>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66" name="Google Shape;666;p13"/>
              <p:cNvCxnSpPr>
                <a:stCxn id="665" idx="0"/>
                <a:endCxn id="64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667" name="Google Shape;667;p13"/>
              <p:cNvCxnSpPr>
                <a:stCxn id="665" idx="6"/>
                <a:endCxn id="64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668" name="Google Shape;668;p13"/>
              <p:cNvCxnSpPr>
                <a:stCxn id="665" idx="5"/>
                <a:endCxn id="64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669" name="Google Shape;669;p13"/>
              <p:cNvCxnSpPr>
                <a:stCxn id="665" idx="5"/>
                <a:endCxn id="64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658" name="Google Shape;658;p13"/>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4" name="Google Shape;644;p13"/>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670" name="Google Shape;670;p13"/>
            <p:cNvGrpSpPr/>
            <p:nvPr/>
          </p:nvGrpSpPr>
          <p:grpSpPr>
            <a:xfrm rot="459949">
              <a:off x="-831023" y="4514858"/>
              <a:ext cx="4123087" cy="2656599"/>
              <a:chOff x="720013" y="4544655"/>
              <a:chExt cx="4122933" cy="2656500"/>
            </a:xfrm>
          </p:grpSpPr>
          <p:sp>
            <p:nvSpPr>
              <p:cNvPr id="671" name="Google Shape;671;p13"/>
              <p:cNvSpPr/>
              <p:nvPr/>
            </p:nvSpPr>
            <p:spPr>
              <a:xfrm rot="-9417549">
                <a:off x="4549660" y="470131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2" name="Google Shape;672;p13"/>
              <p:cNvSpPr/>
              <p:nvPr/>
            </p:nvSpPr>
            <p:spPr>
              <a:xfrm rot="-9417549">
                <a:off x="1761182" y="493644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3" name="Google Shape;673;p13"/>
              <p:cNvSpPr/>
              <p:nvPr/>
            </p:nvSpPr>
            <p:spPr>
              <a:xfrm rot="-9421326">
                <a:off x="3012797" y="4851722"/>
                <a:ext cx="265897" cy="26589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4" name="Google Shape;674;p13"/>
              <p:cNvSpPr/>
              <p:nvPr/>
            </p:nvSpPr>
            <p:spPr>
              <a:xfrm rot="-9414352">
                <a:off x="2945862" y="6000076"/>
                <a:ext cx="86426" cy="864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5" name="Google Shape;675;p13"/>
              <p:cNvSpPr/>
              <p:nvPr/>
            </p:nvSpPr>
            <p:spPr>
              <a:xfrm rot="-9422930">
                <a:off x="3430718" y="6873877"/>
                <a:ext cx="63855" cy="6385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6" name="Google Shape;676;p13"/>
              <p:cNvSpPr/>
              <p:nvPr/>
            </p:nvSpPr>
            <p:spPr>
              <a:xfrm rot="-9414352">
                <a:off x="1807960" y="6172505"/>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7" name="Google Shape;677;p13"/>
              <p:cNvSpPr/>
              <p:nvPr/>
            </p:nvSpPr>
            <p:spPr>
              <a:xfrm rot="-9414352">
                <a:off x="3731053" y="4665484"/>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8" name="Google Shape;678;p13"/>
              <p:cNvSpPr/>
              <p:nvPr/>
            </p:nvSpPr>
            <p:spPr>
              <a:xfrm rot="-9421558">
                <a:off x="740331" y="4726434"/>
                <a:ext cx="130664" cy="13066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79" name="Google Shape;679;p13"/>
              <p:cNvCxnSpPr>
                <a:stCxn id="675" idx="5"/>
                <a:endCxn id="674" idx="1"/>
              </p:cNvCxnSpPr>
              <p:nvPr/>
            </p:nvCxnSpPr>
            <p:spPr>
              <a:xfrm rot="10340870">
                <a:off x="3060066" y="6057182"/>
                <a:ext cx="335689" cy="845161"/>
              </a:xfrm>
              <a:prstGeom prst="straightConnector1">
                <a:avLst/>
              </a:prstGeom>
              <a:noFill/>
              <a:ln cap="flat" cmpd="sng" w="9525">
                <a:solidFill>
                  <a:schemeClr val="dk2"/>
                </a:solidFill>
                <a:prstDash val="solid"/>
                <a:round/>
                <a:headEnd len="med" w="med" type="none"/>
                <a:tailEnd len="med" w="med" type="none"/>
              </a:ln>
            </p:spPr>
          </p:cxnSp>
          <p:cxnSp>
            <p:nvCxnSpPr>
              <p:cNvPr id="680" name="Google Shape;680;p13"/>
              <p:cNvCxnSpPr>
                <a:stCxn id="676" idx="4"/>
                <a:endCxn id="674" idx="7"/>
              </p:cNvCxnSpPr>
              <p:nvPr/>
            </p:nvCxnSpPr>
            <p:spPr>
              <a:xfrm rot="-459755">
                <a:off x="1865221" y="6103386"/>
                <a:ext cx="1086704" cy="28766"/>
              </a:xfrm>
              <a:prstGeom prst="straightConnector1">
                <a:avLst/>
              </a:prstGeom>
              <a:noFill/>
              <a:ln cap="flat" cmpd="sng" w="9525">
                <a:solidFill>
                  <a:schemeClr val="dk2"/>
                </a:solidFill>
                <a:prstDash val="solid"/>
                <a:round/>
                <a:headEnd len="med" w="med" type="none"/>
                <a:tailEnd len="med" w="med" type="none"/>
              </a:ln>
            </p:spPr>
          </p:cxnSp>
          <p:cxnSp>
            <p:nvCxnSpPr>
              <p:cNvPr id="681" name="Google Shape;681;p13"/>
              <p:cNvCxnSpPr>
                <a:stCxn id="671" idx="0"/>
                <a:endCxn id="675" idx="3"/>
              </p:cNvCxnSpPr>
              <p:nvPr/>
            </p:nvCxnSpPr>
            <p:spPr>
              <a:xfrm flipH="1" rot="-459979">
                <a:off x="3359205" y="4907332"/>
                <a:ext cx="1362781" cy="1904031"/>
              </a:xfrm>
              <a:prstGeom prst="straightConnector1">
                <a:avLst/>
              </a:prstGeom>
              <a:noFill/>
              <a:ln cap="flat" cmpd="sng" w="9525">
                <a:solidFill>
                  <a:schemeClr val="dk2"/>
                </a:solidFill>
                <a:prstDash val="solid"/>
                <a:round/>
                <a:headEnd len="med" w="med" type="none"/>
                <a:tailEnd len="med" w="med" type="none"/>
              </a:ln>
            </p:spPr>
          </p:cxnSp>
          <p:cxnSp>
            <p:nvCxnSpPr>
              <p:cNvPr id="682" name="Google Shape;682;p13"/>
              <p:cNvCxnSpPr>
                <a:stCxn id="675" idx="7"/>
                <a:endCxn id="676" idx="2"/>
              </p:cNvCxnSpPr>
              <p:nvPr/>
            </p:nvCxnSpPr>
            <p:spPr>
              <a:xfrm rot="10340005">
                <a:off x="1943581" y="6132795"/>
                <a:ext cx="1436945" cy="884790"/>
              </a:xfrm>
              <a:prstGeom prst="straightConnector1">
                <a:avLst/>
              </a:prstGeom>
              <a:noFill/>
              <a:ln cap="flat" cmpd="sng" w="9525">
                <a:solidFill>
                  <a:schemeClr val="dk2"/>
                </a:solidFill>
                <a:prstDash val="solid"/>
                <a:round/>
                <a:headEnd len="med" w="med" type="none"/>
                <a:tailEnd len="med" w="med" type="none"/>
              </a:ln>
            </p:spPr>
          </p:cxnSp>
          <p:cxnSp>
            <p:nvCxnSpPr>
              <p:cNvPr id="683" name="Google Shape;683;p13"/>
              <p:cNvCxnSpPr>
                <a:stCxn id="676" idx="6"/>
                <a:endCxn id="672" idx="1"/>
              </p:cNvCxnSpPr>
              <p:nvPr/>
            </p:nvCxnSpPr>
            <p:spPr>
              <a:xfrm flipH="1" rot="10342167">
                <a:off x="1735733" y="5068157"/>
                <a:ext cx="189781" cy="1123022"/>
              </a:xfrm>
              <a:prstGeom prst="straightConnector1">
                <a:avLst/>
              </a:prstGeom>
              <a:noFill/>
              <a:ln cap="flat" cmpd="sng" w="9525">
                <a:solidFill>
                  <a:schemeClr val="dk2"/>
                </a:solidFill>
                <a:prstDash val="solid"/>
                <a:round/>
                <a:headEnd len="med" w="med" type="none"/>
                <a:tailEnd len="med" w="med" type="none"/>
              </a:ln>
            </p:spPr>
          </p:cxnSp>
          <p:cxnSp>
            <p:nvCxnSpPr>
              <p:cNvPr id="684" name="Google Shape;684;p13"/>
              <p:cNvCxnSpPr>
                <a:stCxn id="674" idx="5"/>
                <a:endCxn id="672" idx="1"/>
              </p:cNvCxnSpPr>
              <p:nvPr/>
            </p:nvCxnSpPr>
            <p:spPr>
              <a:xfrm rot="10340111">
                <a:off x="1917642" y="4989902"/>
                <a:ext cx="987422" cy="1083988"/>
              </a:xfrm>
              <a:prstGeom prst="straightConnector1">
                <a:avLst/>
              </a:prstGeom>
              <a:noFill/>
              <a:ln cap="flat" cmpd="sng" w="9525">
                <a:solidFill>
                  <a:schemeClr val="dk2"/>
                </a:solidFill>
                <a:prstDash val="solid"/>
                <a:round/>
                <a:headEnd len="med" w="med" type="none"/>
                <a:tailEnd len="med" w="med" type="none"/>
              </a:ln>
            </p:spPr>
          </p:cxnSp>
          <p:cxnSp>
            <p:nvCxnSpPr>
              <p:cNvPr id="685" name="Google Shape;685;p13"/>
              <p:cNvCxnSpPr>
                <a:stCxn id="671" idx="6"/>
                <a:endCxn id="677" idx="3"/>
              </p:cNvCxnSpPr>
              <p:nvPr/>
            </p:nvCxnSpPr>
            <p:spPr>
              <a:xfrm rot="10340667">
                <a:off x="3820904" y="4643394"/>
                <a:ext cx="727383" cy="146206"/>
              </a:xfrm>
              <a:prstGeom prst="straightConnector1">
                <a:avLst/>
              </a:prstGeom>
              <a:noFill/>
              <a:ln cap="flat" cmpd="sng" w="9525">
                <a:solidFill>
                  <a:schemeClr val="dk2"/>
                </a:solidFill>
                <a:prstDash val="solid"/>
                <a:round/>
                <a:headEnd len="med" w="med" type="none"/>
                <a:tailEnd len="med" w="med" type="none"/>
              </a:ln>
            </p:spPr>
          </p:cxnSp>
          <p:cxnSp>
            <p:nvCxnSpPr>
              <p:cNvPr id="686" name="Google Shape;686;p13"/>
              <p:cNvCxnSpPr>
                <a:stCxn id="671" idx="7"/>
                <a:endCxn id="674" idx="3"/>
              </p:cNvCxnSpPr>
              <p:nvPr/>
            </p:nvCxnSpPr>
            <p:spPr>
              <a:xfrm flipH="1" rot="-459621">
                <a:off x="2953399" y="4896950"/>
                <a:ext cx="1676663" cy="1022849"/>
              </a:xfrm>
              <a:prstGeom prst="straightConnector1">
                <a:avLst/>
              </a:prstGeom>
              <a:noFill/>
              <a:ln cap="flat" cmpd="sng" w="9525">
                <a:solidFill>
                  <a:schemeClr val="dk2"/>
                </a:solidFill>
                <a:prstDash val="solid"/>
                <a:round/>
                <a:headEnd len="med" w="med" type="none"/>
                <a:tailEnd len="med" w="med" type="none"/>
              </a:ln>
            </p:spPr>
          </p:cxnSp>
          <p:cxnSp>
            <p:nvCxnSpPr>
              <p:cNvPr id="687" name="Google Shape;687;p13"/>
              <p:cNvCxnSpPr>
                <a:stCxn id="677" idx="7"/>
                <a:endCxn id="673" idx="3"/>
              </p:cNvCxnSpPr>
              <p:nvPr/>
            </p:nvCxnSpPr>
            <p:spPr>
              <a:xfrm flipH="1" rot="-458883">
                <a:off x="3256947" y="4756715"/>
                <a:ext cx="489151" cy="146206"/>
              </a:xfrm>
              <a:prstGeom prst="straightConnector1">
                <a:avLst/>
              </a:prstGeom>
              <a:noFill/>
              <a:ln cap="flat" cmpd="sng" w="9525">
                <a:solidFill>
                  <a:schemeClr val="dk2"/>
                </a:solidFill>
                <a:prstDash val="solid"/>
                <a:round/>
                <a:headEnd len="med" w="med" type="none"/>
                <a:tailEnd len="med" w="med" type="none"/>
              </a:ln>
            </p:spPr>
          </p:cxnSp>
          <p:cxnSp>
            <p:nvCxnSpPr>
              <p:cNvPr id="688" name="Google Shape;688;p13"/>
              <p:cNvCxnSpPr>
                <a:stCxn id="673" idx="0"/>
                <a:endCxn id="674" idx="5"/>
              </p:cNvCxnSpPr>
              <p:nvPr/>
            </p:nvCxnSpPr>
            <p:spPr>
              <a:xfrm flipH="1" rot="-457956">
                <a:off x="2913686" y="5119069"/>
                <a:ext cx="239421" cy="872103"/>
              </a:xfrm>
              <a:prstGeom prst="straightConnector1">
                <a:avLst/>
              </a:prstGeom>
              <a:noFill/>
              <a:ln cap="flat" cmpd="sng" w="9525">
                <a:solidFill>
                  <a:schemeClr val="dk2"/>
                </a:solidFill>
                <a:prstDash val="solid"/>
                <a:round/>
                <a:headEnd len="med" w="med" type="none"/>
                <a:tailEnd len="med" w="med" type="none"/>
              </a:ln>
            </p:spPr>
          </p:cxnSp>
          <p:cxnSp>
            <p:nvCxnSpPr>
              <p:cNvPr id="689" name="Google Shape;689;p13"/>
              <p:cNvCxnSpPr>
                <a:stCxn id="678" idx="2"/>
                <a:endCxn id="672" idx="6"/>
              </p:cNvCxnSpPr>
              <p:nvPr/>
            </p:nvCxnSpPr>
            <p:spPr>
              <a:xfrm rot="-459512">
                <a:off x="880378" y="4757982"/>
                <a:ext cx="871171" cy="276969"/>
              </a:xfrm>
              <a:prstGeom prst="straightConnector1">
                <a:avLst/>
              </a:prstGeom>
              <a:noFill/>
              <a:ln cap="flat" cmpd="sng" w="9525">
                <a:solidFill>
                  <a:schemeClr val="dk2"/>
                </a:solidFill>
                <a:prstDash val="solid"/>
                <a:round/>
                <a:headEnd len="med" w="med" type="none"/>
                <a:tailEnd len="med" w="med" type="none"/>
              </a:ln>
            </p:spPr>
          </p:cxnSp>
          <p:cxnSp>
            <p:nvCxnSpPr>
              <p:cNvPr id="690" name="Google Shape;690;p13"/>
              <p:cNvCxnSpPr>
                <a:stCxn id="675" idx="6"/>
                <a:endCxn id="678" idx="1"/>
              </p:cNvCxnSpPr>
              <p:nvPr/>
            </p:nvCxnSpPr>
            <p:spPr>
              <a:xfrm rot="10340068">
                <a:off x="977936" y="4687960"/>
                <a:ext cx="2307521" cy="2369889"/>
              </a:xfrm>
              <a:prstGeom prst="straightConnector1">
                <a:avLst/>
              </a:prstGeom>
              <a:noFill/>
              <a:ln cap="flat" cmpd="sng" w="9525">
                <a:solidFill>
                  <a:schemeClr val="dk2"/>
                </a:solidFill>
                <a:prstDash val="solid"/>
                <a:round/>
                <a:headEnd len="med" w="med" type="none"/>
                <a:tailEnd len="med" w="med" type="none"/>
              </a:ln>
            </p:spPr>
          </p:cxnSp>
          <p:sp>
            <p:nvSpPr>
              <p:cNvPr id="691" name="Google Shape;691;p13"/>
              <p:cNvSpPr/>
              <p:nvPr/>
            </p:nvSpPr>
            <p:spPr>
              <a:xfrm rot="-9414352">
                <a:off x="1960639" y="4664187"/>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92" name="Google Shape;692;p13"/>
              <p:cNvCxnSpPr>
                <a:stCxn id="678" idx="3"/>
                <a:endCxn id="691" idx="7"/>
              </p:cNvCxnSpPr>
              <p:nvPr/>
            </p:nvCxnSpPr>
            <p:spPr>
              <a:xfrm rot="-459667">
                <a:off x="868246" y="4693901"/>
                <a:ext cx="1093662" cy="102929"/>
              </a:xfrm>
              <a:prstGeom prst="straightConnector1">
                <a:avLst/>
              </a:prstGeom>
              <a:noFill/>
              <a:ln cap="flat" cmpd="sng" w="9525">
                <a:solidFill>
                  <a:schemeClr val="dk2"/>
                </a:solidFill>
                <a:prstDash val="solid"/>
                <a:round/>
                <a:headEnd len="med" w="med" type="none"/>
                <a:tailEnd len="med" w="med" type="none"/>
              </a:ln>
            </p:spPr>
          </p:cxnSp>
          <p:cxnSp>
            <p:nvCxnSpPr>
              <p:cNvPr id="693" name="Google Shape;693;p13"/>
              <p:cNvCxnSpPr>
                <a:stCxn id="691" idx="2"/>
                <a:endCxn id="673" idx="6"/>
              </p:cNvCxnSpPr>
              <p:nvPr/>
            </p:nvCxnSpPr>
            <p:spPr>
              <a:xfrm rot="-459508">
                <a:off x="2061896" y="4659992"/>
                <a:ext cx="943213" cy="337216"/>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13"/>
              <p:cNvCxnSpPr>
                <a:stCxn id="691" idx="0"/>
                <a:endCxn id="672" idx="4"/>
              </p:cNvCxnSpPr>
              <p:nvPr/>
            </p:nvCxnSpPr>
            <p:spPr>
              <a:xfrm flipH="1" rot="-463310">
                <a:off x="1838574" y="4757163"/>
                <a:ext cx="160758" cy="174674"/>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13"/>
              <p:cNvCxnSpPr>
                <a:stCxn id="691" idx="1"/>
                <a:endCxn id="674" idx="5"/>
              </p:cNvCxnSpPr>
              <p:nvPr/>
            </p:nvCxnSpPr>
            <p:spPr>
              <a:xfrm rot="-459275">
                <a:off x="2108012" y="4689612"/>
                <a:ext cx="777024" cy="1371563"/>
              </a:xfrm>
              <a:prstGeom prst="straightConnector1">
                <a:avLst/>
              </a:prstGeom>
              <a:noFill/>
              <a:ln cap="flat" cmpd="sng" w="9525">
                <a:solidFill>
                  <a:schemeClr val="dk2"/>
                </a:solidFill>
                <a:prstDash val="solid"/>
                <a:round/>
                <a:headEnd len="med" w="med" type="none"/>
                <a:tailEnd len="med" w="med" type="none"/>
              </a:ln>
            </p:spPr>
          </p:cxnSp>
          <p:sp>
            <p:nvSpPr>
              <p:cNvPr id="696" name="Google Shape;696;p13"/>
              <p:cNvSpPr/>
              <p:nvPr/>
            </p:nvSpPr>
            <p:spPr>
              <a:xfrm rot="-9417549">
                <a:off x="3933996" y="4880048"/>
                <a:ext cx="128773" cy="12877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97" name="Google Shape;697;p13"/>
              <p:cNvCxnSpPr>
                <a:stCxn id="673" idx="2"/>
                <a:endCxn id="696" idx="7"/>
              </p:cNvCxnSpPr>
              <p:nvPr/>
            </p:nvCxnSpPr>
            <p:spPr>
              <a:xfrm rot="-460738">
                <a:off x="3266626" y="4991469"/>
                <a:ext cx="673540" cy="22105"/>
              </a:xfrm>
              <a:prstGeom prst="straightConnector1">
                <a:avLst/>
              </a:prstGeom>
              <a:noFill/>
              <a:ln cap="flat" cmpd="sng" w="9525">
                <a:solidFill>
                  <a:schemeClr val="dk2"/>
                </a:solidFill>
                <a:prstDash val="solid"/>
                <a:round/>
                <a:headEnd len="med" w="med" type="none"/>
                <a:tailEnd len="med" w="med" type="none"/>
              </a:ln>
            </p:spPr>
          </p:cxnSp>
          <p:cxnSp>
            <p:nvCxnSpPr>
              <p:cNvPr id="698" name="Google Shape;698;p13"/>
              <p:cNvCxnSpPr>
                <a:stCxn id="696" idx="3"/>
                <a:endCxn id="671" idx="7"/>
              </p:cNvCxnSpPr>
              <p:nvPr/>
            </p:nvCxnSpPr>
            <p:spPr>
              <a:xfrm flipH="1" rot="10340841">
                <a:off x="4051630" y="4823477"/>
                <a:ext cx="509135" cy="6326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13"/>
              <p:cNvCxnSpPr>
                <a:stCxn id="674" idx="4"/>
                <a:endCxn id="696" idx="0"/>
              </p:cNvCxnSpPr>
              <p:nvPr/>
            </p:nvCxnSpPr>
            <p:spPr>
              <a:xfrm flipH="1" rot="10339578">
                <a:off x="2943686" y="5072692"/>
                <a:ext cx="1091878" cy="861794"/>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700" name="Shape 700"/>
        <p:cNvGrpSpPr/>
        <p:nvPr/>
      </p:nvGrpSpPr>
      <p:grpSpPr>
        <a:xfrm>
          <a:off x="0" y="0"/>
          <a:ext cx="0" cy="0"/>
          <a:chOff x="0" y="0"/>
          <a:chExt cx="0" cy="0"/>
        </a:xfrm>
      </p:grpSpPr>
      <p:sp>
        <p:nvSpPr>
          <p:cNvPr id="701" name="Google Shape;701;p14"/>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02" name="Google Shape;702;p14"/>
          <p:cNvGrpSpPr/>
          <p:nvPr/>
        </p:nvGrpSpPr>
        <p:grpSpPr>
          <a:xfrm>
            <a:off x="190301" y="174004"/>
            <a:ext cx="8808974" cy="4007621"/>
            <a:chOff x="190301" y="174004"/>
            <a:chExt cx="8808974" cy="4007621"/>
          </a:xfrm>
        </p:grpSpPr>
        <p:grpSp>
          <p:nvGrpSpPr>
            <p:cNvPr id="703" name="Google Shape;703;p14"/>
            <p:cNvGrpSpPr/>
            <p:nvPr/>
          </p:nvGrpSpPr>
          <p:grpSpPr>
            <a:xfrm rot="10800000">
              <a:off x="190301" y="3858950"/>
              <a:ext cx="298275" cy="322675"/>
              <a:chOff x="8667225" y="681525"/>
              <a:chExt cx="298275" cy="322675"/>
            </a:xfrm>
          </p:grpSpPr>
          <p:sp>
            <p:nvSpPr>
              <p:cNvPr id="704" name="Google Shape;704;p14"/>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5" name="Google Shape;705;p14"/>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6" name="Google Shape;706;p14"/>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707" name="Google Shape;707;p14"/>
            <p:cNvGrpSpPr/>
            <p:nvPr/>
          </p:nvGrpSpPr>
          <p:grpSpPr>
            <a:xfrm rot="-5139163">
              <a:off x="8591694" y="201328"/>
              <a:ext cx="406266" cy="379191"/>
              <a:chOff x="140150" y="4657175"/>
              <a:chExt cx="406275" cy="379200"/>
            </a:xfrm>
          </p:grpSpPr>
          <p:sp>
            <p:nvSpPr>
              <p:cNvPr id="708" name="Google Shape;708;p14"/>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9" name="Google Shape;709;p14"/>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0" name="Google Shape;710;p14"/>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1" name="Google Shape;711;p14"/>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712" name="Google Shape;712;p14"/>
          <p:cNvGrpSpPr/>
          <p:nvPr/>
        </p:nvGrpSpPr>
        <p:grpSpPr>
          <a:xfrm>
            <a:off x="115024" y="-2374836"/>
            <a:ext cx="8971639" cy="9886184"/>
            <a:chOff x="115024" y="-2374836"/>
            <a:chExt cx="8971639" cy="9886184"/>
          </a:xfrm>
        </p:grpSpPr>
        <p:grpSp>
          <p:nvGrpSpPr>
            <p:cNvPr id="713" name="Google Shape;713;p14"/>
            <p:cNvGrpSpPr/>
            <p:nvPr/>
          </p:nvGrpSpPr>
          <p:grpSpPr>
            <a:xfrm flipH="1">
              <a:off x="115024" y="-2374836"/>
              <a:ext cx="3687215" cy="3485542"/>
              <a:chOff x="5337386" y="-2374836"/>
              <a:chExt cx="3687215" cy="3485542"/>
            </a:xfrm>
          </p:grpSpPr>
          <p:sp>
            <p:nvSpPr>
              <p:cNvPr id="714" name="Google Shape;714;p14"/>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5" name="Google Shape;715;p14"/>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6" name="Google Shape;716;p14"/>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7" name="Google Shape;717;p14"/>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8" name="Google Shape;718;p14"/>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9" name="Google Shape;719;p14"/>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0" name="Google Shape;720;p14"/>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1" name="Google Shape;721;p14"/>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22" name="Google Shape;722;p14"/>
              <p:cNvCxnSpPr>
                <a:stCxn id="718" idx="5"/>
                <a:endCxn id="717"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723" name="Google Shape;723;p14"/>
              <p:cNvCxnSpPr>
                <a:stCxn id="719" idx="4"/>
                <a:endCxn id="717"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724" name="Google Shape;724;p14"/>
              <p:cNvCxnSpPr>
                <a:stCxn id="714" idx="0"/>
                <a:endCxn id="718"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725" name="Google Shape;725;p14"/>
              <p:cNvCxnSpPr>
                <a:stCxn id="718" idx="6"/>
                <a:endCxn id="719"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726" name="Google Shape;726;p14"/>
              <p:cNvCxnSpPr>
                <a:stCxn id="719" idx="6"/>
                <a:endCxn id="715"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727" name="Google Shape;727;p14"/>
              <p:cNvCxnSpPr>
                <a:stCxn id="717" idx="6"/>
                <a:endCxn id="715"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728" name="Google Shape;728;p14"/>
              <p:cNvCxnSpPr>
                <a:stCxn id="714" idx="6"/>
                <a:endCxn id="720"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729" name="Google Shape;729;p14"/>
              <p:cNvCxnSpPr>
                <a:stCxn id="714" idx="7"/>
                <a:endCxn id="717"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730" name="Google Shape;730;p14"/>
              <p:cNvCxnSpPr>
                <a:stCxn id="720" idx="7"/>
                <a:endCxn id="716"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731" name="Google Shape;731;p14"/>
              <p:cNvCxnSpPr>
                <a:stCxn id="716" idx="0"/>
                <a:endCxn id="717"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732" name="Google Shape;732;p14"/>
              <p:cNvCxnSpPr>
                <a:stCxn id="721" idx="2"/>
                <a:endCxn id="715"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733" name="Google Shape;733;p14"/>
              <p:cNvCxnSpPr>
                <a:stCxn id="719" idx="7"/>
                <a:endCxn id="721"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734" name="Google Shape;734;p14"/>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35" name="Google Shape;735;p14"/>
              <p:cNvCxnSpPr>
                <a:stCxn id="721" idx="3"/>
                <a:endCxn id="734"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736" name="Google Shape;736;p14"/>
              <p:cNvCxnSpPr>
                <a:stCxn id="734" idx="2"/>
                <a:endCxn id="716"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737" name="Google Shape;737;p14"/>
              <p:cNvCxnSpPr>
                <a:stCxn id="734" idx="0"/>
                <a:endCxn id="715"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738" name="Google Shape;738;p14"/>
              <p:cNvCxnSpPr>
                <a:stCxn id="734" idx="1"/>
                <a:endCxn id="717"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739" name="Google Shape;739;p14"/>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40" name="Google Shape;740;p14"/>
              <p:cNvCxnSpPr>
                <a:stCxn id="716" idx="2"/>
                <a:endCxn id="739"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741" name="Google Shape;741;p14"/>
              <p:cNvCxnSpPr>
                <a:stCxn id="739" idx="3"/>
                <a:endCxn id="714"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742" name="Google Shape;742;p14"/>
              <p:cNvCxnSpPr>
                <a:stCxn id="717" idx="4"/>
                <a:endCxn id="739"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743" name="Google Shape;743;p14"/>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44" name="Google Shape;744;p14"/>
              <p:cNvCxnSpPr>
                <a:stCxn id="717" idx="0"/>
                <a:endCxn id="743"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745" name="Google Shape;745;p14"/>
              <p:cNvCxnSpPr>
                <a:stCxn id="718" idx="7"/>
                <a:endCxn id="743"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746" name="Google Shape;746;p14"/>
            <p:cNvGrpSpPr/>
            <p:nvPr/>
          </p:nvGrpSpPr>
          <p:grpSpPr>
            <a:xfrm>
              <a:off x="4731484" y="3997585"/>
              <a:ext cx="4355179" cy="3513764"/>
              <a:chOff x="720009" y="3852908"/>
              <a:chExt cx="4355179" cy="3513764"/>
            </a:xfrm>
          </p:grpSpPr>
          <p:sp>
            <p:nvSpPr>
              <p:cNvPr id="747" name="Google Shape;747;p14"/>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8" name="Google Shape;748;p14"/>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9" name="Google Shape;749;p14"/>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0" name="Google Shape;750;p14"/>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1" name="Google Shape;751;p14"/>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2" name="Google Shape;752;p14"/>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3" name="Google Shape;753;p14"/>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4" name="Google Shape;754;p14"/>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55" name="Google Shape;755;p14"/>
              <p:cNvCxnSpPr>
                <a:stCxn id="752" idx="4"/>
                <a:endCxn id="750"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756" name="Google Shape;756;p14"/>
              <p:cNvCxnSpPr>
                <a:stCxn id="747" idx="7"/>
                <a:endCxn id="751"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757" name="Google Shape;757;p14"/>
              <p:cNvCxnSpPr>
                <a:stCxn id="751" idx="7"/>
                <a:endCxn id="752"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758" name="Google Shape;758;p14"/>
              <p:cNvCxnSpPr>
                <a:stCxn id="752" idx="6"/>
                <a:endCxn id="748"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759" name="Google Shape;759;p14"/>
              <p:cNvCxnSpPr>
                <a:stCxn id="750" idx="7"/>
                <a:endCxn id="748"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760" name="Google Shape;760;p14"/>
              <p:cNvCxnSpPr>
                <a:stCxn id="747" idx="6"/>
                <a:endCxn id="753"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761" name="Google Shape;761;p14"/>
              <p:cNvCxnSpPr>
                <a:stCxn id="753" idx="0"/>
                <a:endCxn id="750"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762" name="Google Shape;762;p14"/>
              <p:cNvCxnSpPr>
                <a:stCxn id="753" idx="5"/>
                <a:endCxn id="749"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14"/>
              <p:cNvCxnSpPr>
                <a:stCxn id="749" idx="0"/>
                <a:endCxn id="750"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14"/>
              <p:cNvCxnSpPr>
                <a:stCxn id="749" idx="7"/>
                <a:endCxn id="754"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765" name="Google Shape;765;p14"/>
              <p:cNvCxnSpPr>
                <a:stCxn id="750" idx="6"/>
                <a:endCxn id="754"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766" name="Google Shape;766;p14"/>
              <p:cNvCxnSpPr>
                <a:stCxn id="754" idx="0"/>
                <a:endCxn id="748"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767" name="Google Shape;767;p14"/>
              <p:cNvCxnSpPr>
                <a:stCxn id="752" idx="5"/>
                <a:endCxn id="754"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768" name="Google Shape;768;p14"/>
              <p:cNvCxnSpPr>
                <a:stCxn id="751" idx="6"/>
                <a:endCxn id="754"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769" name="Google Shape;769;p14"/>
              <p:cNvCxnSpPr>
                <a:stCxn id="751" idx="5"/>
                <a:endCxn id="753"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770" name="Google Shape;770;p14"/>
              <p:cNvCxnSpPr>
                <a:stCxn id="748" idx="4"/>
                <a:endCxn id="749"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771" name="Google Shape;771;p14"/>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72" name="Google Shape;772;p14"/>
              <p:cNvCxnSpPr>
                <a:stCxn id="754" idx="4"/>
                <a:endCxn id="771"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773" name="Google Shape;773;p14"/>
              <p:cNvCxnSpPr>
                <a:stCxn id="771" idx="1"/>
                <a:endCxn id="749"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774" name="Google Shape;774;p14"/>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75" name="Google Shape;775;p14"/>
              <p:cNvCxnSpPr>
                <a:stCxn id="771" idx="2"/>
                <a:endCxn id="774"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776" name="Google Shape;776;p14"/>
              <p:cNvCxnSpPr>
                <a:stCxn id="774" idx="1"/>
                <a:endCxn id="753"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777" name="Google Shape;777;p14"/>
              <p:cNvCxnSpPr>
                <a:stCxn id="774" idx="7"/>
                <a:endCxn id="749"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
    <p:spTree>
      <p:nvGrpSpPr>
        <p:cNvPr id="778" name="Shape 778"/>
        <p:cNvGrpSpPr/>
        <p:nvPr/>
      </p:nvGrpSpPr>
      <p:grpSpPr>
        <a:xfrm>
          <a:off x="0" y="0"/>
          <a:ext cx="0" cy="0"/>
          <a:chOff x="0" y="0"/>
          <a:chExt cx="0" cy="0"/>
        </a:xfrm>
      </p:grpSpPr>
      <p:sp>
        <p:nvSpPr>
          <p:cNvPr id="779" name="Google Shape;779;p15"/>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80" name="Google Shape;780;p15"/>
          <p:cNvGrpSpPr/>
          <p:nvPr/>
        </p:nvGrpSpPr>
        <p:grpSpPr>
          <a:xfrm>
            <a:off x="119476" y="1141150"/>
            <a:ext cx="7318880" cy="3862644"/>
            <a:chOff x="119476" y="1141150"/>
            <a:chExt cx="7318880" cy="3862644"/>
          </a:xfrm>
        </p:grpSpPr>
        <p:grpSp>
          <p:nvGrpSpPr>
            <p:cNvPr id="781" name="Google Shape;781;p15"/>
            <p:cNvGrpSpPr/>
            <p:nvPr/>
          </p:nvGrpSpPr>
          <p:grpSpPr>
            <a:xfrm rot="10800000">
              <a:off x="119476" y="1141150"/>
              <a:ext cx="298275" cy="322675"/>
              <a:chOff x="8667225" y="681525"/>
              <a:chExt cx="298275" cy="322675"/>
            </a:xfrm>
          </p:grpSpPr>
          <p:sp>
            <p:nvSpPr>
              <p:cNvPr id="782" name="Google Shape;782;p15"/>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3" name="Google Shape;783;p15"/>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4" name="Google Shape;784;p15"/>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785" name="Google Shape;785;p15"/>
            <p:cNvGrpSpPr/>
            <p:nvPr/>
          </p:nvGrpSpPr>
          <p:grpSpPr>
            <a:xfrm rot="-5139163">
              <a:off x="6960991" y="4509560"/>
              <a:ext cx="254304" cy="683114"/>
              <a:chOff x="140150" y="4353245"/>
              <a:chExt cx="254310" cy="683130"/>
            </a:xfrm>
          </p:grpSpPr>
          <p:sp>
            <p:nvSpPr>
              <p:cNvPr id="786" name="Google Shape;786;p15"/>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7" name="Google Shape;787;p15"/>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8" name="Google Shape;788;p15"/>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9" name="Google Shape;789;p15"/>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790" name="Google Shape;790;p15"/>
          <p:cNvGrpSpPr/>
          <p:nvPr/>
        </p:nvGrpSpPr>
        <p:grpSpPr>
          <a:xfrm>
            <a:off x="-3264108" y="1062527"/>
            <a:ext cx="12699758" cy="5125916"/>
            <a:chOff x="-3264108" y="1062527"/>
            <a:chExt cx="12699758" cy="5125916"/>
          </a:xfrm>
        </p:grpSpPr>
        <p:grpSp>
          <p:nvGrpSpPr>
            <p:cNvPr id="791" name="Google Shape;791;p15"/>
            <p:cNvGrpSpPr/>
            <p:nvPr/>
          </p:nvGrpSpPr>
          <p:grpSpPr>
            <a:xfrm rot="10800000">
              <a:off x="7825876" y="2716263"/>
              <a:ext cx="1609774" cy="2641456"/>
              <a:chOff x="-225924" y="-192037"/>
              <a:chExt cx="1609774" cy="2641456"/>
            </a:xfrm>
          </p:grpSpPr>
          <p:cxnSp>
            <p:nvCxnSpPr>
              <p:cNvPr id="792" name="Google Shape;792;p15"/>
              <p:cNvCxnSpPr>
                <a:stCxn id="793" idx="7"/>
                <a:endCxn id="794"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794" name="Google Shape;794;p15"/>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5" name="Google Shape;795;p15"/>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6" name="Google Shape;796;p15"/>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7" name="Google Shape;797;p15"/>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8" name="Google Shape;798;p15"/>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9" name="Google Shape;799;p15"/>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00" name="Google Shape;800;p15"/>
              <p:cNvCxnSpPr>
                <a:stCxn id="799" idx="4"/>
                <a:endCxn id="796"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801" name="Google Shape;801;p15"/>
              <p:cNvCxnSpPr>
                <a:stCxn id="798" idx="4"/>
                <a:endCxn id="796"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802" name="Google Shape;802;p15"/>
              <p:cNvCxnSpPr>
                <a:stCxn id="798" idx="5"/>
                <a:endCxn id="799"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803" name="Google Shape;803;p15"/>
              <p:cNvCxnSpPr>
                <a:stCxn id="798" idx="0"/>
                <a:endCxn id="795"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15"/>
              <p:cNvCxnSpPr>
                <a:stCxn id="798" idx="7"/>
                <a:endCxn id="793"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805" name="Google Shape;805;p15"/>
              <p:cNvCxnSpPr>
                <a:stCxn id="795" idx="5"/>
                <a:endCxn id="793"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806" name="Google Shape;806;p15"/>
              <p:cNvCxnSpPr>
                <a:stCxn id="795" idx="6"/>
                <a:endCxn id="794"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807" name="Google Shape;807;p15"/>
              <p:cNvCxnSpPr>
                <a:stCxn id="797" idx="2"/>
                <a:endCxn id="795"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808" name="Google Shape;808;p15"/>
              <p:cNvCxnSpPr>
                <a:stCxn id="799" idx="0"/>
                <a:endCxn id="793"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809" name="Google Shape;809;p15"/>
              <p:cNvCxnSpPr>
                <a:stCxn id="799" idx="0"/>
                <a:endCxn id="797"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793" name="Google Shape;793;p15"/>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810" name="Google Shape;810;p15"/>
            <p:cNvGrpSpPr/>
            <p:nvPr/>
          </p:nvGrpSpPr>
          <p:grpSpPr>
            <a:xfrm rot="2030497">
              <a:off x="-2581586" y="1819329"/>
              <a:ext cx="3816850" cy="3612312"/>
              <a:chOff x="-100549" y="47919"/>
              <a:chExt cx="4607849" cy="4360923"/>
            </a:xfrm>
          </p:grpSpPr>
          <p:sp>
            <p:nvSpPr>
              <p:cNvPr id="811" name="Google Shape;811;p15"/>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2" name="Google Shape;812;p15"/>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3" name="Google Shape;813;p15"/>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4" name="Google Shape;814;p15"/>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5" name="Google Shape;815;p15"/>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6" name="Google Shape;816;p15"/>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7" name="Google Shape;817;p15"/>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8" name="Google Shape;818;p15"/>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19" name="Google Shape;819;p15"/>
              <p:cNvCxnSpPr>
                <a:stCxn id="815" idx="5"/>
                <a:endCxn id="814"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820" name="Google Shape;820;p15"/>
              <p:cNvCxnSpPr>
                <a:stCxn id="816" idx="4"/>
                <a:endCxn id="814"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821" name="Google Shape;821;p15"/>
              <p:cNvCxnSpPr>
                <a:stCxn id="811" idx="6"/>
                <a:endCxn id="814"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822" name="Google Shape;822;p15"/>
              <p:cNvCxnSpPr>
                <a:stCxn id="811" idx="0"/>
                <a:endCxn id="815"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823" name="Google Shape;823;p15"/>
              <p:cNvCxnSpPr>
                <a:stCxn id="815" idx="7"/>
                <a:endCxn id="816"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824" name="Google Shape;824;p15"/>
              <p:cNvCxnSpPr>
                <a:stCxn id="816" idx="6"/>
                <a:endCxn id="812"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15"/>
              <p:cNvCxnSpPr>
                <a:stCxn id="814" idx="7"/>
                <a:endCxn id="812"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15"/>
              <p:cNvCxnSpPr>
                <a:stCxn id="811" idx="5"/>
                <a:endCxn id="817"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15"/>
              <p:cNvCxnSpPr>
                <a:stCxn id="817" idx="7"/>
                <a:endCxn id="814"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15"/>
              <p:cNvCxnSpPr>
                <a:stCxn id="817" idx="5"/>
                <a:endCxn id="813"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829" name="Google Shape;829;p15"/>
              <p:cNvCxnSpPr>
                <a:stCxn id="813" idx="0"/>
                <a:endCxn id="814"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830" name="Google Shape;830;p15"/>
              <p:cNvCxnSpPr>
                <a:stCxn id="813" idx="7"/>
                <a:endCxn id="818"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831" name="Google Shape;831;p15"/>
              <p:cNvCxnSpPr>
                <a:stCxn id="814" idx="6"/>
                <a:endCxn id="818"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832" name="Google Shape;832;p15"/>
              <p:cNvCxnSpPr>
                <a:stCxn id="818" idx="0"/>
                <a:endCxn id="812"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833" name="Google Shape;833;p15"/>
              <p:cNvCxnSpPr>
                <a:stCxn id="815" idx="4"/>
                <a:endCxn id="813"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834" name="Google Shape;834;p15"/>
              <p:cNvCxnSpPr>
                <a:stCxn id="812" idx="4"/>
                <a:endCxn id="813"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835" name="Google Shape;835;p15"/>
              <p:cNvCxnSpPr>
                <a:stCxn id="811" idx="5"/>
                <a:endCxn id="813"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836" name="Google Shape;836;p15"/>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37" name="Google Shape;837;p15"/>
              <p:cNvCxnSpPr>
                <a:stCxn id="818" idx="4"/>
                <a:endCxn id="836"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838" name="Google Shape;838;p15"/>
              <p:cNvCxnSpPr>
                <a:stCxn id="836" idx="2"/>
                <a:endCxn id="813"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839" name="Google Shape;839;p15"/>
              <p:cNvCxnSpPr>
                <a:stCxn id="836" idx="0"/>
                <a:endCxn id="812"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840" name="Google Shape;840;p15"/>
              <p:cNvCxnSpPr>
                <a:stCxn id="836" idx="1"/>
                <a:endCxn id="814"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841" name="Google Shape;841;p15"/>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42" name="Google Shape;842;p15"/>
              <p:cNvCxnSpPr>
                <a:stCxn id="836" idx="2"/>
                <a:endCxn id="841"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843" name="Google Shape;843;p15"/>
              <p:cNvCxnSpPr>
                <a:stCxn id="841" idx="1"/>
                <a:endCxn id="817"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1_1_1">
    <p:spTree>
      <p:nvGrpSpPr>
        <p:cNvPr id="844" name="Shape 844"/>
        <p:cNvGrpSpPr/>
        <p:nvPr/>
      </p:nvGrpSpPr>
      <p:grpSpPr>
        <a:xfrm>
          <a:off x="0" y="0"/>
          <a:ext cx="0" cy="0"/>
          <a:chOff x="0" y="0"/>
          <a:chExt cx="0" cy="0"/>
        </a:xfrm>
      </p:grpSpPr>
      <p:sp>
        <p:nvSpPr>
          <p:cNvPr id="845" name="Google Shape;845;p1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846" name="Google Shape;846;p16"/>
          <p:cNvGrpSpPr/>
          <p:nvPr/>
        </p:nvGrpSpPr>
        <p:grpSpPr>
          <a:xfrm>
            <a:off x="3132451" y="3639438"/>
            <a:ext cx="5812012" cy="1415987"/>
            <a:chOff x="3132451" y="3639438"/>
            <a:chExt cx="5812012" cy="1415987"/>
          </a:xfrm>
        </p:grpSpPr>
        <p:grpSp>
          <p:nvGrpSpPr>
            <p:cNvPr id="847" name="Google Shape;847;p16"/>
            <p:cNvGrpSpPr/>
            <p:nvPr/>
          </p:nvGrpSpPr>
          <p:grpSpPr>
            <a:xfrm flipH="1" rot="10800000">
              <a:off x="8538188" y="3639438"/>
              <a:ext cx="406275" cy="563575"/>
              <a:chOff x="140150" y="4340075"/>
              <a:chExt cx="406275" cy="563575"/>
            </a:xfrm>
          </p:grpSpPr>
          <p:sp>
            <p:nvSpPr>
              <p:cNvPr id="848" name="Google Shape;848;p16"/>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49" name="Google Shape;849;p16"/>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0" name="Google Shape;850;p16"/>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1" name="Google Shape;851;p16"/>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852" name="Google Shape;852;p16"/>
            <p:cNvGrpSpPr/>
            <p:nvPr/>
          </p:nvGrpSpPr>
          <p:grpSpPr>
            <a:xfrm rot="10800000">
              <a:off x="3132451" y="4732750"/>
              <a:ext cx="298275" cy="322675"/>
              <a:chOff x="8667225" y="681525"/>
              <a:chExt cx="298275" cy="322675"/>
            </a:xfrm>
          </p:grpSpPr>
          <p:sp>
            <p:nvSpPr>
              <p:cNvPr id="853" name="Google Shape;853;p16"/>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4" name="Google Shape;854;p16"/>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5" name="Google Shape;855;p16"/>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856" name="Google Shape;856;p16"/>
          <p:cNvGrpSpPr/>
          <p:nvPr/>
        </p:nvGrpSpPr>
        <p:grpSpPr>
          <a:xfrm>
            <a:off x="-497962" y="-2402532"/>
            <a:ext cx="9442425" cy="7984626"/>
            <a:chOff x="-497962" y="-2402532"/>
            <a:chExt cx="9442425" cy="7984626"/>
          </a:xfrm>
        </p:grpSpPr>
        <p:grpSp>
          <p:nvGrpSpPr>
            <p:cNvPr id="857" name="Google Shape;857;p16"/>
            <p:cNvGrpSpPr/>
            <p:nvPr/>
          </p:nvGrpSpPr>
          <p:grpSpPr>
            <a:xfrm>
              <a:off x="4589284" y="-2402532"/>
              <a:ext cx="4355179" cy="2890037"/>
              <a:chOff x="4589284" y="-2402532"/>
              <a:chExt cx="4355179" cy="2890037"/>
            </a:xfrm>
          </p:grpSpPr>
          <p:sp>
            <p:nvSpPr>
              <p:cNvPr id="858" name="Google Shape;858;p16"/>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9" name="Google Shape;859;p16"/>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0" name="Google Shape;860;p16"/>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1" name="Google Shape;861;p16"/>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2" name="Google Shape;862;p16"/>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3" name="Google Shape;863;p16"/>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4" name="Google Shape;864;p16"/>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5" name="Google Shape;865;p16"/>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66" name="Google Shape;866;p16"/>
              <p:cNvCxnSpPr>
                <a:stCxn id="862" idx="5"/>
                <a:endCxn id="861"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16"/>
              <p:cNvCxnSpPr>
                <a:stCxn id="863" idx="4"/>
                <a:endCxn id="861"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16"/>
              <p:cNvCxnSpPr>
                <a:stCxn id="858" idx="6"/>
                <a:endCxn id="862"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16"/>
              <p:cNvCxnSpPr>
                <a:stCxn id="862" idx="7"/>
                <a:endCxn id="863"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16"/>
              <p:cNvCxnSpPr>
                <a:stCxn id="863" idx="6"/>
                <a:endCxn id="859"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16"/>
              <p:cNvCxnSpPr>
                <a:stCxn id="861" idx="7"/>
                <a:endCxn id="859"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16"/>
              <p:cNvCxnSpPr>
                <a:stCxn id="858" idx="6"/>
                <a:endCxn id="864"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16"/>
              <p:cNvCxnSpPr>
                <a:stCxn id="864" idx="6"/>
                <a:endCxn id="861"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874" name="Google Shape;874;p16"/>
              <p:cNvCxnSpPr>
                <a:stCxn id="864" idx="5"/>
                <a:endCxn id="860"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875" name="Google Shape;875;p16"/>
              <p:cNvCxnSpPr>
                <a:stCxn id="860" idx="0"/>
                <a:endCxn id="861"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876" name="Google Shape;876;p16"/>
              <p:cNvCxnSpPr>
                <a:stCxn id="860" idx="7"/>
                <a:endCxn id="865"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877" name="Google Shape;877;p16"/>
              <p:cNvCxnSpPr>
                <a:stCxn id="861" idx="6"/>
                <a:endCxn id="865"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878" name="Google Shape;878;p16"/>
              <p:cNvCxnSpPr>
                <a:stCxn id="865" idx="0"/>
                <a:endCxn id="859"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879" name="Google Shape;879;p16"/>
              <p:cNvCxnSpPr>
                <a:stCxn id="863" idx="5"/>
                <a:endCxn id="865"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16"/>
              <p:cNvCxnSpPr>
                <a:stCxn id="862" idx="6"/>
                <a:endCxn id="865"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16"/>
              <p:cNvCxnSpPr>
                <a:stCxn id="862" idx="4"/>
                <a:endCxn id="860"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16"/>
              <p:cNvCxnSpPr>
                <a:stCxn id="859" idx="4"/>
                <a:endCxn id="860"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883" name="Google Shape;883;p16"/>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84" name="Google Shape;884;p16"/>
              <p:cNvCxnSpPr>
                <a:stCxn id="865" idx="4"/>
                <a:endCxn id="883"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885" name="Google Shape;885;p16"/>
              <p:cNvCxnSpPr>
                <a:stCxn id="883" idx="1"/>
                <a:endCxn id="860"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886" name="Google Shape;886;p16"/>
              <p:cNvCxnSpPr>
                <a:stCxn id="883" idx="0"/>
                <a:endCxn id="859"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887" name="Google Shape;887;p16"/>
              <p:cNvCxnSpPr>
                <a:stCxn id="883" idx="1"/>
                <a:endCxn id="861"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888" name="Google Shape;888;p16"/>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89" name="Google Shape;889;p16"/>
              <p:cNvCxnSpPr>
                <a:stCxn id="883" idx="2"/>
                <a:endCxn id="888"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890" name="Google Shape;890;p16"/>
              <p:cNvCxnSpPr>
                <a:stCxn id="888" idx="1"/>
                <a:endCxn id="864"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891" name="Google Shape;891;p16"/>
              <p:cNvCxnSpPr>
                <a:stCxn id="888" idx="7"/>
                <a:endCxn id="860"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892" name="Google Shape;892;p16"/>
            <p:cNvGrpSpPr/>
            <p:nvPr/>
          </p:nvGrpSpPr>
          <p:grpSpPr>
            <a:xfrm flipH="1" rot="10800000">
              <a:off x="-497962" y="2260383"/>
              <a:ext cx="3063625" cy="3321711"/>
              <a:chOff x="-460575" y="-671217"/>
              <a:chExt cx="3063625" cy="3321711"/>
            </a:xfrm>
          </p:grpSpPr>
          <p:cxnSp>
            <p:nvCxnSpPr>
              <p:cNvPr id="893" name="Google Shape;893;p16"/>
              <p:cNvCxnSpPr>
                <a:stCxn id="894" idx="6"/>
                <a:endCxn id="89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895" name="Google Shape;895;p16"/>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6" name="Google Shape;896;p16"/>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7" name="Google Shape;897;p16"/>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8" name="Google Shape;898;p16"/>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9" name="Google Shape;899;p16"/>
              <p:cNvSpPr/>
              <p:nvPr/>
            </p:nvSpPr>
            <p:spPr>
              <a:xfrm>
                <a:off x="382937" y="1317277"/>
                <a:ext cx="1569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00" name="Google Shape;900;p16"/>
              <p:cNvCxnSpPr>
                <a:stCxn id="899" idx="4"/>
                <a:endCxn id="897" idx="0"/>
              </p:cNvCxnSpPr>
              <p:nvPr/>
            </p:nvCxnSpPr>
            <p:spPr>
              <a:xfrm flipH="1">
                <a:off x="169187" y="1474777"/>
                <a:ext cx="292200" cy="1018200"/>
              </a:xfrm>
              <a:prstGeom prst="straightConnector1">
                <a:avLst/>
              </a:prstGeom>
              <a:noFill/>
              <a:ln cap="flat" cmpd="sng" w="9525">
                <a:solidFill>
                  <a:schemeClr val="dk2"/>
                </a:solidFill>
                <a:prstDash val="solid"/>
                <a:round/>
                <a:headEnd len="med" w="med" type="none"/>
                <a:tailEnd len="med" w="med" type="none"/>
              </a:ln>
            </p:spPr>
          </p:cxnSp>
          <p:cxnSp>
            <p:nvCxnSpPr>
              <p:cNvPr id="901" name="Google Shape;901;p16"/>
              <p:cNvCxnSpPr>
                <a:stCxn id="898" idx="4"/>
                <a:endCxn id="89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902" name="Google Shape;902;p16"/>
              <p:cNvCxnSpPr>
                <a:stCxn id="898" idx="5"/>
                <a:endCxn id="899" idx="1"/>
              </p:cNvCxnSpPr>
              <p:nvPr/>
            </p:nvCxnSpPr>
            <p:spPr>
              <a:xfrm>
                <a:off x="199829" y="960741"/>
                <a:ext cx="206100" cy="379500"/>
              </a:xfrm>
              <a:prstGeom prst="straightConnector1">
                <a:avLst/>
              </a:prstGeom>
              <a:noFill/>
              <a:ln cap="flat" cmpd="sng" w="9525">
                <a:solidFill>
                  <a:schemeClr val="dk2"/>
                </a:solidFill>
                <a:prstDash val="solid"/>
                <a:round/>
                <a:headEnd len="med" w="med" type="none"/>
                <a:tailEnd len="med" w="med" type="none"/>
              </a:ln>
            </p:spPr>
          </p:cxnSp>
          <p:cxnSp>
            <p:nvCxnSpPr>
              <p:cNvPr id="903" name="Google Shape;903;p16"/>
              <p:cNvCxnSpPr>
                <a:stCxn id="898" idx="0"/>
                <a:endCxn id="89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904" name="Google Shape;904;p16"/>
              <p:cNvCxnSpPr>
                <a:stCxn id="898" idx="7"/>
                <a:endCxn id="89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905" name="Google Shape;905;p16"/>
              <p:cNvCxnSpPr>
                <a:stCxn id="896" idx="5"/>
                <a:endCxn id="89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906" name="Google Shape;906;p16"/>
              <p:cNvCxnSpPr>
                <a:stCxn id="896" idx="6"/>
                <a:endCxn id="89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907" name="Google Shape;907;p16"/>
              <p:cNvCxnSpPr>
                <a:stCxn id="908" idx="1"/>
                <a:endCxn id="89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909" name="Google Shape;909;p16"/>
              <p:cNvCxnSpPr>
                <a:stCxn id="899" idx="0"/>
                <a:endCxn id="894" idx="4"/>
              </p:cNvCxnSpPr>
              <p:nvPr/>
            </p:nvCxnSpPr>
            <p:spPr>
              <a:xfrm rot="10800000">
                <a:off x="378587" y="456577"/>
                <a:ext cx="82800" cy="860700"/>
              </a:xfrm>
              <a:prstGeom prst="straightConnector1">
                <a:avLst/>
              </a:prstGeom>
              <a:noFill/>
              <a:ln cap="flat" cmpd="sng" w="9525">
                <a:solidFill>
                  <a:schemeClr val="dk2"/>
                </a:solidFill>
                <a:prstDash val="solid"/>
                <a:round/>
                <a:headEnd len="med" w="med" type="none"/>
                <a:tailEnd len="med" w="med" type="none"/>
              </a:ln>
            </p:spPr>
          </p:cxnSp>
          <p:cxnSp>
            <p:nvCxnSpPr>
              <p:cNvPr id="910" name="Google Shape;910;p16"/>
              <p:cNvCxnSpPr>
                <a:stCxn id="899" idx="0"/>
                <a:endCxn id="908" idx="3"/>
              </p:cNvCxnSpPr>
              <p:nvPr/>
            </p:nvCxnSpPr>
            <p:spPr>
              <a:xfrm flipH="1" rot="10800000">
                <a:off x="461387" y="268177"/>
                <a:ext cx="335100" cy="1049100"/>
              </a:xfrm>
              <a:prstGeom prst="straightConnector1">
                <a:avLst/>
              </a:prstGeom>
              <a:noFill/>
              <a:ln cap="flat" cmpd="sng" w="9525">
                <a:solidFill>
                  <a:schemeClr val="dk2"/>
                </a:solidFill>
                <a:prstDash val="solid"/>
                <a:round/>
                <a:headEnd len="med" w="med" type="none"/>
                <a:tailEnd len="med" w="med" type="none"/>
              </a:ln>
            </p:spPr>
          </p:cxnSp>
          <p:sp>
            <p:nvSpPr>
              <p:cNvPr id="911" name="Google Shape;911;p16"/>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12" name="Google Shape;912;p16"/>
              <p:cNvCxnSpPr>
                <a:stCxn id="896" idx="5"/>
                <a:endCxn id="91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913" name="Google Shape;913;p16"/>
              <p:cNvCxnSpPr>
                <a:stCxn id="908" idx="7"/>
                <a:endCxn id="91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914" name="Google Shape;914;p16"/>
              <p:cNvCxnSpPr>
                <a:stCxn id="911" idx="6"/>
                <a:endCxn id="89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915" name="Google Shape;915;p16"/>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16" name="Google Shape;916;p16"/>
              <p:cNvCxnSpPr>
                <a:stCxn id="915" idx="0"/>
                <a:endCxn id="89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917" name="Google Shape;917;p16"/>
              <p:cNvCxnSpPr>
                <a:stCxn id="915" idx="6"/>
                <a:endCxn id="89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918" name="Google Shape;918;p16"/>
              <p:cNvCxnSpPr>
                <a:stCxn id="915" idx="5"/>
                <a:endCxn id="89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919" name="Google Shape;919;p16"/>
              <p:cNvCxnSpPr>
                <a:stCxn id="915" idx="5"/>
                <a:endCxn id="89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908" name="Google Shape;908;p16"/>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4" name="Google Shape;894;p16"/>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920" name="Shape 920"/>
        <p:cNvGrpSpPr/>
        <p:nvPr/>
      </p:nvGrpSpPr>
      <p:grpSpPr>
        <a:xfrm>
          <a:off x="0" y="0"/>
          <a:ext cx="0" cy="0"/>
          <a:chOff x="0" y="0"/>
          <a:chExt cx="0" cy="0"/>
        </a:xfrm>
      </p:grpSpPr>
      <p:sp>
        <p:nvSpPr>
          <p:cNvPr id="921" name="Google Shape;92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2" name="Google Shape;922;p17"/>
          <p:cNvSpPr txBox="1"/>
          <p:nvPr>
            <p:ph idx="1" type="body"/>
          </p:nvPr>
        </p:nvSpPr>
        <p:spPr>
          <a:xfrm>
            <a:off x="720000" y="1215751"/>
            <a:ext cx="7704000" cy="45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923" name="Google Shape;923;p17"/>
          <p:cNvGrpSpPr/>
          <p:nvPr/>
        </p:nvGrpSpPr>
        <p:grpSpPr>
          <a:xfrm>
            <a:off x="119476" y="1141150"/>
            <a:ext cx="7318880" cy="3862644"/>
            <a:chOff x="119476" y="1141150"/>
            <a:chExt cx="7318880" cy="3862644"/>
          </a:xfrm>
        </p:grpSpPr>
        <p:grpSp>
          <p:nvGrpSpPr>
            <p:cNvPr id="924" name="Google Shape;924;p17"/>
            <p:cNvGrpSpPr/>
            <p:nvPr/>
          </p:nvGrpSpPr>
          <p:grpSpPr>
            <a:xfrm rot="10800000">
              <a:off x="119476" y="1141150"/>
              <a:ext cx="298275" cy="322675"/>
              <a:chOff x="8667225" y="681525"/>
              <a:chExt cx="298275" cy="322675"/>
            </a:xfrm>
          </p:grpSpPr>
          <p:sp>
            <p:nvSpPr>
              <p:cNvPr id="925" name="Google Shape;925;p17"/>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6" name="Google Shape;926;p17"/>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7" name="Google Shape;927;p17"/>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928" name="Google Shape;928;p17"/>
            <p:cNvGrpSpPr/>
            <p:nvPr/>
          </p:nvGrpSpPr>
          <p:grpSpPr>
            <a:xfrm rot="-5139163">
              <a:off x="6960991" y="4509560"/>
              <a:ext cx="254304" cy="683114"/>
              <a:chOff x="140150" y="4353245"/>
              <a:chExt cx="254310" cy="683130"/>
            </a:xfrm>
          </p:grpSpPr>
          <p:sp>
            <p:nvSpPr>
              <p:cNvPr id="929" name="Google Shape;929;p17"/>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0" name="Google Shape;930;p17"/>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1" name="Google Shape;931;p17"/>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2" name="Google Shape;932;p17"/>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933" name="Google Shape;933;p17"/>
          <p:cNvGrpSpPr/>
          <p:nvPr/>
        </p:nvGrpSpPr>
        <p:grpSpPr>
          <a:xfrm>
            <a:off x="-3264108" y="1062527"/>
            <a:ext cx="12699758" cy="5125916"/>
            <a:chOff x="-3264108" y="1062527"/>
            <a:chExt cx="12699758" cy="5125916"/>
          </a:xfrm>
        </p:grpSpPr>
        <p:grpSp>
          <p:nvGrpSpPr>
            <p:cNvPr id="934" name="Google Shape;934;p17"/>
            <p:cNvGrpSpPr/>
            <p:nvPr/>
          </p:nvGrpSpPr>
          <p:grpSpPr>
            <a:xfrm rot="10800000">
              <a:off x="7825876" y="2716263"/>
              <a:ext cx="1609774" cy="2641456"/>
              <a:chOff x="-225924" y="-192037"/>
              <a:chExt cx="1609774" cy="2641456"/>
            </a:xfrm>
          </p:grpSpPr>
          <p:cxnSp>
            <p:nvCxnSpPr>
              <p:cNvPr id="935" name="Google Shape;935;p17"/>
              <p:cNvCxnSpPr>
                <a:stCxn id="936" idx="7"/>
                <a:endCxn id="937"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937" name="Google Shape;937;p17"/>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8" name="Google Shape;938;p17"/>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9" name="Google Shape;939;p17"/>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0" name="Google Shape;940;p17"/>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1" name="Google Shape;941;p17"/>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2" name="Google Shape;942;p17"/>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43" name="Google Shape;943;p17"/>
              <p:cNvCxnSpPr>
                <a:stCxn id="942" idx="4"/>
                <a:endCxn id="939"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944" name="Google Shape;944;p17"/>
              <p:cNvCxnSpPr>
                <a:stCxn id="941" idx="4"/>
                <a:endCxn id="939"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945" name="Google Shape;945;p17"/>
              <p:cNvCxnSpPr>
                <a:stCxn id="941" idx="5"/>
                <a:endCxn id="942"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946" name="Google Shape;946;p17"/>
              <p:cNvCxnSpPr>
                <a:stCxn id="941" idx="0"/>
                <a:endCxn id="938"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947" name="Google Shape;947;p17"/>
              <p:cNvCxnSpPr>
                <a:stCxn id="941" idx="7"/>
                <a:endCxn id="936"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948" name="Google Shape;948;p17"/>
              <p:cNvCxnSpPr>
                <a:stCxn id="938" idx="5"/>
                <a:endCxn id="936"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949" name="Google Shape;949;p17"/>
              <p:cNvCxnSpPr>
                <a:stCxn id="938" idx="6"/>
                <a:endCxn id="937"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950" name="Google Shape;950;p17"/>
              <p:cNvCxnSpPr>
                <a:stCxn id="940" idx="2"/>
                <a:endCxn id="938"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951" name="Google Shape;951;p17"/>
              <p:cNvCxnSpPr>
                <a:stCxn id="942" idx="0"/>
                <a:endCxn id="936"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952" name="Google Shape;952;p17"/>
              <p:cNvCxnSpPr>
                <a:stCxn id="942" idx="0"/>
                <a:endCxn id="940"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936" name="Google Shape;936;p17"/>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953" name="Google Shape;953;p17"/>
            <p:cNvGrpSpPr/>
            <p:nvPr/>
          </p:nvGrpSpPr>
          <p:grpSpPr>
            <a:xfrm rot="2030497">
              <a:off x="-2581586" y="1819329"/>
              <a:ext cx="3816850" cy="3612312"/>
              <a:chOff x="-100549" y="47919"/>
              <a:chExt cx="4607849" cy="4360923"/>
            </a:xfrm>
          </p:grpSpPr>
          <p:sp>
            <p:nvSpPr>
              <p:cNvPr id="954" name="Google Shape;954;p17"/>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5" name="Google Shape;955;p17"/>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6" name="Google Shape;956;p17"/>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7" name="Google Shape;957;p17"/>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8" name="Google Shape;958;p17"/>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9" name="Google Shape;959;p17"/>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0" name="Google Shape;960;p17"/>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1" name="Google Shape;961;p17"/>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62" name="Google Shape;962;p17"/>
              <p:cNvCxnSpPr>
                <a:stCxn id="958" idx="5"/>
                <a:endCxn id="957"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963" name="Google Shape;963;p17"/>
              <p:cNvCxnSpPr>
                <a:stCxn id="959" idx="4"/>
                <a:endCxn id="957"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964" name="Google Shape;964;p17"/>
              <p:cNvCxnSpPr>
                <a:stCxn id="954" idx="6"/>
                <a:endCxn id="957"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965" name="Google Shape;965;p17"/>
              <p:cNvCxnSpPr>
                <a:stCxn id="954" idx="0"/>
                <a:endCxn id="958"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966" name="Google Shape;966;p17"/>
              <p:cNvCxnSpPr>
                <a:stCxn id="958" idx="7"/>
                <a:endCxn id="959"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967" name="Google Shape;967;p17"/>
              <p:cNvCxnSpPr>
                <a:stCxn id="959" idx="6"/>
                <a:endCxn id="955"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968" name="Google Shape;968;p17"/>
              <p:cNvCxnSpPr>
                <a:stCxn id="957" idx="7"/>
                <a:endCxn id="955"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969" name="Google Shape;969;p17"/>
              <p:cNvCxnSpPr>
                <a:stCxn id="954" idx="5"/>
                <a:endCxn id="960"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970" name="Google Shape;970;p17"/>
              <p:cNvCxnSpPr>
                <a:stCxn id="960" idx="7"/>
                <a:endCxn id="957"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971" name="Google Shape;971;p17"/>
              <p:cNvCxnSpPr>
                <a:stCxn id="960" idx="5"/>
                <a:endCxn id="956"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972" name="Google Shape;972;p17"/>
              <p:cNvCxnSpPr>
                <a:stCxn id="956" idx="0"/>
                <a:endCxn id="957"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973" name="Google Shape;973;p17"/>
              <p:cNvCxnSpPr>
                <a:stCxn id="956" idx="7"/>
                <a:endCxn id="961"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974" name="Google Shape;974;p17"/>
              <p:cNvCxnSpPr>
                <a:stCxn id="957" idx="6"/>
                <a:endCxn id="961"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975" name="Google Shape;975;p17"/>
              <p:cNvCxnSpPr>
                <a:stCxn id="961" idx="0"/>
                <a:endCxn id="955"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976" name="Google Shape;976;p17"/>
              <p:cNvCxnSpPr>
                <a:stCxn id="958" idx="4"/>
                <a:endCxn id="956"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977" name="Google Shape;977;p17"/>
              <p:cNvCxnSpPr>
                <a:stCxn id="955" idx="4"/>
                <a:endCxn id="956"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978" name="Google Shape;978;p17"/>
              <p:cNvCxnSpPr>
                <a:stCxn id="954" idx="5"/>
                <a:endCxn id="956"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979" name="Google Shape;979;p17"/>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80" name="Google Shape;980;p17"/>
              <p:cNvCxnSpPr>
                <a:stCxn id="961" idx="4"/>
                <a:endCxn id="979"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981" name="Google Shape;981;p17"/>
              <p:cNvCxnSpPr>
                <a:stCxn id="979" idx="2"/>
                <a:endCxn id="956"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982" name="Google Shape;982;p17"/>
              <p:cNvCxnSpPr>
                <a:stCxn id="979" idx="0"/>
                <a:endCxn id="955"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983" name="Google Shape;983;p17"/>
              <p:cNvCxnSpPr>
                <a:stCxn id="979" idx="1"/>
                <a:endCxn id="957"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984" name="Google Shape;984;p17"/>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85" name="Google Shape;985;p17"/>
              <p:cNvCxnSpPr>
                <a:stCxn id="979" idx="2"/>
                <a:endCxn id="984"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986" name="Google Shape;986;p17"/>
              <p:cNvCxnSpPr>
                <a:stCxn id="984" idx="1"/>
                <a:endCxn id="960"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87" name="Shape 987"/>
        <p:cNvGrpSpPr/>
        <p:nvPr/>
      </p:nvGrpSpPr>
      <p:grpSpPr>
        <a:xfrm>
          <a:off x="0" y="0"/>
          <a:ext cx="0" cy="0"/>
          <a:chOff x="0" y="0"/>
          <a:chExt cx="0" cy="0"/>
        </a:xfrm>
      </p:grpSpPr>
      <p:sp>
        <p:nvSpPr>
          <p:cNvPr id="988" name="Google Shape;988;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89" name="Google Shape;989;p18"/>
          <p:cNvSpPr txBox="1"/>
          <p:nvPr>
            <p:ph idx="1" type="subTitle"/>
          </p:nvPr>
        </p:nvSpPr>
        <p:spPr>
          <a:xfrm>
            <a:off x="1200900" y="1706552"/>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0" name="Google Shape;990;p18"/>
          <p:cNvSpPr txBox="1"/>
          <p:nvPr>
            <p:ph idx="2" type="subTitle"/>
          </p:nvPr>
        </p:nvSpPr>
        <p:spPr>
          <a:xfrm>
            <a:off x="1200900" y="2775802"/>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1" name="Google Shape;991;p18"/>
          <p:cNvSpPr txBox="1"/>
          <p:nvPr>
            <p:ph idx="3" type="subTitle"/>
          </p:nvPr>
        </p:nvSpPr>
        <p:spPr>
          <a:xfrm>
            <a:off x="1200900" y="3845049"/>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2" name="Google Shape;992;p18"/>
          <p:cNvSpPr txBox="1"/>
          <p:nvPr>
            <p:ph idx="4" type="subTitle"/>
          </p:nvPr>
        </p:nvSpPr>
        <p:spPr>
          <a:xfrm>
            <a:off x="1200900" y="1243900"/>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3" name="Google Shape;993;p18"/>
          <p:cNvSpPr txBox="1"/>
          <p:nvPr>
            <p:ph idx="5" type="subTitle"/>
          </p:nvPr>
        </p:nvSpPr>
        <p:spPr>
          <a:xfrm>
            <a:off x="1200900" y="2313150"/>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4" name="Google Shape;994;p18"/>
          <p:cNvSpPr txBox="1"/>
          <p:nvPr>
            <p:ph idx="6" type="subTitle"/>
          </p:nvPr>
        </p:nvSpPr>
        <p:spPr>
          <a:xfrm>
            <a:off x="1200900" y="3382388"/>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95" name="Google Shape;995;p18"/>
          <p:cNvGrpSpPr/>
          <p:nvPr/>
        </p:nvGrpSpPr>
        <p:grpSpPr>
          <a:xfrm>
            <a:off x="190301" y="174004"/>
            <a:ext cx="8808974" cy="4007621"/>
            <a:chOff x="190301" y="174004"/>
            <a:chExt cx="8808974" cy="4007621"/>
          </a:xfrm>
        </p:grpSpPr>
        <p:grpSp>
          <p:nvGrpSpPr>
            <p:cNvPr id="996" name="Google Shape;996;p18"/>
            <p:cNvGrpSpPr/>
            <p:nvPr/>
          </p:nvGrpSpPr>
          <p:grpSpPr>
            <a:xfrm rot="10800000">
              <a:off x="190301" y="3858950"/>
              <a:ext cx="298275" cy="322675"/>
              <a:chOff x="8667225" y="681525"/>
              <a:chExt cx="298275" cy="322675"/>
            </a:xfrm>
          </p:grpSpPr>
          <p:sp>
            <p:nvSpPr>
              <p:cNvPr id="997" name="Google Shape;997;p18"/>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98" name="Google Shape;998;p18"/>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99" name="Google Shape;999;p18"/>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000" name="Google Shape;1000;p18"/>
            <p:cNvGrpSpPr/>
            <p:nvPr/>
          </p:nvGrpSpPr>
          <p:grpSpPr>
            <a:xfrm rot="-5139163">
              <a:off x="8591694" y="201328"/>
              <a:ext cx="406266" cy="379191"/>
              <a:chOff x="140150" y="4657175"/>
              <a:chExt cx="406275" cy="379200"/>
            </a:xfrm>
          </p:grpSpPr>
          <p:sp>
            <p:nvSpPr>
              <p:cNvPr id="1001" name="Google Shape;1001;p18"/>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2" name="Google Shape;1002;p18"/>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3" name="Google Shape;1003;p18"/>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4" name="Google Shape;1004;p18"/>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005" name="Google Shape;1005;p18"/>
          <p:cNvGrpSpPr/>
          <p:nvPr/>
        </p:nvGrpSpPr>
        <p:grpSpPr>
          <a:xfrm>
            <a:off x="115024" y="-2374836"/>
            <a:ext cx="8971639" cy="9886184"/>
            <a:chOff x="115024" y="-2374836"/>
            <a:chExt cx="8971639" cy="9886184"/>
          </a:xfrm>
        </p:grpSpPr>
        <p:grpSp>
          <p:nvGrpSpPr>
            <p:cNvPr id="1006" name="Google Shape;1006;p18"/>
            <p:cNvGrpSpPr/>
            <p:nvPr/>
          </p:nvGrpSpPr>
          <p:grpSpPr>
            <a:xfrm flipH="1">
              <a:off x="115024" y="-2374836"/>
              <a:ext cx="3687215" cy="3485542"/>
              <a:chOff x="5337386" y="-2374836"/>
              <a:chExt cx="3687215" cy="3485542"/>
            </a:xfrm>
          </p:grpSpPr>
          <p:sp>
            <p:nvSpPr>
              <p:cNvPr id="1007" name="Google Shape;1007;p18"/>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8" name="Google Shape;1008;p18"/>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9" name="Google Shape;1009;p18"/>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0" name="Google Shape;1010;p18"/>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1" name="Google Shape;1011;p18"/>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2" name="Google Shape;1012;p18"/>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3" name="Google Shape;1013;p18"/>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4" name="Google Shape;1014;p18"/>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15" name="Google Shape;1015;p18"/>
              <p:cNvCxnSpPr>
                <a:stCxn id="1011" idx="5"/>
                <a:endCxn id="1010"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1016" name="Google Shape;1016;p18"/>
              <p:cNvCxnSpPr>
                <a:stCxn id="1012" idx="4"/>
                <a:endCxn id="1010"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017" name="Google Shape;1017;p18"/>
              <p:cNvCxnSpPr>
                <a:stCxn id="1007" idx="0"/>
                <a:endCxn id="1011"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1018" name="Google Shape;1018;p18"/>
              <p:cNvCxnSpPr>
                <a:stCxn id="1011" idx="6"/>
                <a:endCxn id="1012"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1019" name="Google Shape;1019;p18"/>
              <p:cNvCxnSpPr>
                <a:stCxn id="1012" idx="6"/>
                <a:endCxn id="1008"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020" name="Google Shape;1020;p18"/>
              <p:cNvCxnSpPr>
                <a:stCxn id="1010" idx="6"/>
                <a:endCxn id="1008"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1021" name="Google Shape;1021;p18"/>
              <p:cNvCxnSpPr>
                <a:stCxn id="1007" idx="6"/>
                <a:endCxn id="1013"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022" name="Google Shape;1022;p18"/>
              <p:cNvCxnSpPr>
                <a:stCxn id="1007" idx="7"/>
                <a:endCxn id="1010"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023" name="Google Shape;1023;p18"/>
              <p:cNvCxnSpPr>
                <a:stCxn id="1013" idx="7"/>
                <a:endCxn id="1009"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024" name="Google Shape;1024;p18"/>
              <p:cNvCxnSpPr>
                <a:stCxn id="1009" idx="0"/>
                <a:endCxn id="1010"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025" name="Google Shape;1025;p18"/>
              <p:cNvCxnSpPr>
                <a:stCxn id="1014" idx="2"/>
                <a:endCxn id="1008"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026" name="Google Shape;1026;p18"/>
              <p:cNvCxnSpPr>
                <a:stCxn id="1012" idx="7"/>
                <a:endCxn id="1014"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027" name="Google Shape;1027;p18"/>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28" name="Google Shape;1028;p18"/>
              <p:cNvCxnSpPr>
                <a:stCxn id="1014" idx="3"/>
                <a:endCxn id="1027"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029" name="Google Shape;1029;p18"/>
              <p:cNvCxnSpPr>
                <a:stCxn id="1027" idx="2"/>
                <a:endCxn id="1009"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030" name="Google Shape;1030;p18"/>
              <p:cNvCxnSpPr>
                <a:stCxn id="1027" idx="0"/>
                <a:endCxn id="1008"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031" name="Google Shape;1031;p18"/>
              <p:cNvCxnSpPr>
                <a:stCxn id="1027" idx="1"/>
                <a:endCxn id="1010"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032" name="Google Shape;1032;p18"/>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33" name="Google Shape;1033;p18"/>
              <p:cNvCxnSpPr>
                <a:stCxn id="1009" idx="2"/>
                <a:endCxn id="1032"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034" name="Google Shape;1034;p18"/>
              <p:cNvCxnSpPr>
                <a:stCxn id="1032" idx="3"/>
                <a:endCxn id="1007"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035" name="Google Shape;1035;p18"/>
              <p:cNvCxnSpPr>
                <a:stCxn id="1010" idx="4"/>
                <a:endCxn id="1032"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036" name="Google Shape;1036;p18"/>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37" name="Google Shape;1037;p18"/>
              <p:cNvCxnSpPr>
                <a:stCxn id="1010" idx="0"/>
                <a:endCxn id="1036"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1038" name="Google Shape;1038;p18"/>
              <p:cNvCxnSpPr>
                <a:stCxn id="1011" idx="7"/>
                <a:endCxn id="1036"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1039" name="Google Shape;1039;p18"/>
            <p:cNvGrpSpPr/>
            <p:nvPr/>
          </p:nvGrpSpPr>
          <p:grpSpPr>
            <a:xfrm>
              <a:off x="4731484" y="3997585"/>
              <a:ext cx="4355179" cy="3513764"/>
              <a:chOff x="720009" y="3852908"/>
              <a:chExt cx="4355179" cy="3513764"/>
            </a:xfrm>
          </p:grpSpPr>
          <p:sp>
            <p:nvSpPr>
              <p:cNvPr id="1040" name="Google Shape;1040;p18"/>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1" name="Google Shape;1041;p18"/>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2" name="Google Shape;1042;p18"/>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3" name="Google Shape;1043;p18"/>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4" name="Google Shape;1044;p18"/>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5" name="Google Shape;1045;p18"/>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6" name="Google Shape;1046;p18"/>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7" name="Google Shape;1047;p18"/>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48" name="Google Shape;1048;p18"/>
              <p:cNvCxnSpPr>
                <a:stCxn id="1045" idx="4"/>
                <a:endCxn id="1043"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1049" name="Google Shape;1049;p18"/>
              <p:cNvCxnSpPr>
                <a:stCxn id="1040" idx="7"/>
                <a:endCxn id="1044"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1050" name="Google Shape;1050;p18"/>
              <p:cNvCxnSpPr>
                <a:stCxn id="1044" idx="7"/>
                <a:endCxn id="1045"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1051" name="Google Shape;1051;p18"/>
              <p:cNvCxnSpPr>
                <a:stCxn id="1045" idx="6"/>
                <a:endCxn id="1041"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052" name="Google Shape;1052;p18"/>
              <p:cNvCxnSpPr>
                <a:stCxn id="1043" idx="7"/>
                <a:endCxn id="1041"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1053" name="Google Shape;1053;p18"/>
              <p:cNvCxnSpPr>
                <a:stCxn id="1040" idx="6"/>
                <a:endCxn id="1046"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1054" name="Google Shape;1054;p18"/>
              <p:cNvCxnSpPr>
                <a:stCxn id="1046" idx="0"/>
                <a:endCxn id="1043"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1055" name="Google Shape;1055;p18"/>
              <p:cNvCxnSpPr>
                <a:stCxn id="1046" idx="5"/>
                <a:endCxn id="1042"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056" name="Google Shape;1056;p18"/>
              <p:cNvCxnSpPr>
                <a:stCxn id="1042" idx="0"/>
                <a:endCxn id="1043"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1057" name="Google Shape;1057;p18"/>
              <p:cNvCxnSpPr>
                <a:stCxn id="1042" idx="7"/>
                <a:endCxn id="1047"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058" name="Google Shape;1058;p18"/>
              <p:cNvCxnSpPr>
                <a:stCxn id="1043" idx="6"/>
                <a:endCxn id="1047"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1059" name="Google Shape;1059;p18"/>
              <p:cNvCxnSpPr>
                <a:stCxn id="1047" idx="0"/>
                <a:endCxn id="1041"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1060" name="Google Shape;1060;p18"/>
              <p:cNvCxnSpPr>
                <a:stCxn id="1045" idx="5"/>
                <a:endCxn id="1047"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061" name="Google Shape;1061;p18"/>
              <p:cNvCxnSpPr>
                <a:stCxn id="1044" idx="6"/>
                <a:endCxn id="1047"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1062" name="Google Shape;1062;p18"/>
              <p:cNvCxnSpPr>
                <a:stCxn id="1044" idx="5"/>
                <a:endCxn id="1046"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1063" name="Google Shape;1063;p18"/>
              <p:cNvCxnSpPr>
                <a:stCxn id="1041" idx="4"/>
                <a:endCxn id="1042"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064" name="Google Shape;1064;p18"/>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65" name="Google Shape;1065;p18"/>
              <p:cNvCxnSpPr>
                <a:stCxn id="1047" idx="4"/>
                <a:endCxn id="1064"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066" name="Google Shape;1066;p18"/>
              <p:cNvCxnSpPr>
                <a:stCxn id="1064" idx="1"/>
                <a:endCxn id="1042"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1067" name="Google Shape;1067;p18"/>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68" name="Google Shape;1068;p18"/>
              <p:cNvCxnSpPr>
                <a:stCxn id="1064" idx="2"/>
                <a:endCxn id="1067"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069" name="Google Shape;1069;p18"/>
              <p:cNvCxnSpPr>
                <a:stCxn id="1067" idx="1"/>
                <a:endCxn id="1046"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070" name="Google Shape;1070;p18"/>
              <p:cNvCxnSpPr>
                <a:stCxn id="1067" idx="7"/>
                <a:endCxn id="1042"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71" name="Shape 1071"/>
        <p:cNvGrpSpPr/>
        <p:nvPr/>
      </p:nvGrpSpPr>
      <p:grpSpPr>
        <a:xfrm>
          <a:off x="0" y="0"/>
          <a:ext cx="0" cy="0"/>
          <a:chOff x="0" y="0"/>
          <a:chExt cx="0" cy="0"/>
        </a:xfrm>
      </p:grpSpPr>
      <p:sp>
        <p:nvSpPr>
          <p:cNvPr id="1072" name="Google Shape;107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73" name="Google Shape;1073;p19"/>
          <p:cNvSpPr txBox="1"/>
          <p:nvPr>
            <p:ph idx="1" type="subTitle"/>
          </p:nvPr>
        </p:nvSpPr>
        <p:spPr>
          <a:xfrm>
            <a:off x="1574375" y="2056793"/>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4" name="Google Shape;1074;p19"/>
          <p:cNvSpPr txBox="1"/>
          <p:nvPr>
            <p:ph idx="2" type="subTitle"/>
          </p:nvPr>
        </p:nvSpPr>
        <p:spPr>
          <a:xfrm>
            <a:off x="5500976" y="2056793"/>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5" name="Google Shape;1075;p19"/>
          <p:cNvSpPr txBox="1"/>
          <p:nvPr>
            <p:ph idx="3" type="subTitle"/>
          </p:nvPr>
        </p:nvSpPr>
        <p:spPr>
          <a:xfrm>
            <a:off x="1574375" y="3713775"/>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6" name="Google Shape;1076;p19"/>
          <p:cNvSpPr txBox="1"/>
          <p:nvPr>
            <p:ph idx="4" type="subTitle"/>
          </p:nvPr>
        </p:nvSpPr>
        <p:spPr>
          <a:xfrm>
            <a:off x="5500976" y="3713775"/>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7" name="Google Shape;1077;p19"/>
          <p:cNvSpPr txBox="1"/>
          <p:nvPr>
            <p:ph hasCustomPrompt="1" idx="5" type="title"/>
          </p:nvPr>
        </p:nvSpPr>
        <p:spPr>
          <a:xfrm>
            <a:off x="758225" y="1277225"/>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8" name="Google Shape;1078;p19"/>
          <p:cNvSpPr txBox="1"/>
          <p:nvPr>
            <p:ph hasCustomPrompt="1" idx="6" type="title"/>
          </p:nvPr>
        </p:nvSpPr>
        <p:spPr>
          <a:xfrm>
            <a:off x="758225" y="2933700"/>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9" name="Google Shape;1079;p19"/>
          <p:cNvSpPr txBox="1"/>
          <p:nvPr>
            <p:ph hasCustomPrompt="1" idx="7" type="title"/>
          </p:nvPr>
        </p:nvSpPr>
        <p:spPr>
          <a:xfrm>
            <a:off x="4685025" y="1277225"/>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0" name="Google Shape;1080;p19"/>
          <p:cNvSpPr txBox="1"/>
          <p:nvPr>
            <p:ph hasCustomPrompt="1" idx="8" type="title"/>
          </p:nvPr>
        </p:nvSpPr>
        <p:spPr>
          <a:xfrm>
            <a:off x="4685025" y="2933700"/>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1" name="Google Shape;1081;p19"/>
          <p:cNvSpPr txBox="1"/>
          <p:nvPr>
            <p:ph idx="9" type="subTitle"/>
          </p:nvPr>
        </p:nvSpPr>
        <p:spPr>
          <a:xfrm>
            <a:off x="1574375" y="1277225"/>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2" name="Google Shape;1082;p19"/>
          <p:cNvSpPr txBox="1"/>
          <p:nvPr>
            <p:ph idx="13" type="subTitle"/>
          </p:nvPr>
        </p:nvSpPr>
        <p:spPr>
          <a:xfrm>
            <a:off x="5500975" y="1277225"/>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3" name="Google Shape;1083;p19"/>
          <p:cNvSpPr txBox="1"/>
          <p:nvPr>
            <p:ph idx="14" type="subTitle"/>
          </p:nvPr>
        </p:nvSpPr>
        <p:spPr>
          <a:xfrm>
            <a:off x="1574375" y="2933701"/>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4" name="Google Shape;1084;p19"/>
          <p:cNvSpPr txBox="1"/>
          <p:nvPr>
            <p:ph idx="15" type="subTitle"/>
          </p:nvPr>
        </p:nvSpPr>
        <p:spPr>
          <a:xfrm>
            <a:off x="5500975" y="2933701"/>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085" name="Google Shape;1085;p19"/>
          <p:cNvGrpSpPr/>
          <p:nvPr/>
        </p:nvGrpSpPr>
        <p:grpSpPr>
          <a:xfrm>
            <a:off x="119288" y="163238"/>
            <a:ext cx="8837200" cy="4388712"/>
            <a:chOff x="119288" y="163238"/>
            <a:chExt cx="8837200" cy="4388712"/>
          </a:xfrm>
        </p:grpSpPr>
        <p:grpSp>
          <p:nvGrpSpPr>
            <p:cNvPr id="1086" name="Google Shape;1086;p19"/>
            <p:cNvGrpSpPr/>
            <p:nvPr/>
          </p:nvGrpSpPr>
          <p:grpSpPr>
            <a:xfrm flipH="1" rot="10800000">
              <a:off x="8658213" y="4229275"/>
              <a:ext cx="298275" cy="322675"/>
              <a:chOff x="8667225" y="681525"/>
              <a:chExt cx="298275" cy="322675"/>
            </a:xfrm>
          </p:grpSpPr>
          <p:sp>
            <p:nvSpPr>
              <p:cNvPr id="1087" name="Google Shape;1087;p19"/>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8" name="Google Shape;1088;p19"/>
              <p:cNvSpPr/>
              <p:nvPr/>
            </p:nvSpPr>
            <p:spPr>
              <a:xfrm rot="10800000">
                <a:off x="8825400" y="68152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9" name="Google Shape;1089;p19"/>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090" name="Google Shape;1090;p19"/>
            <p:cNvGrpSpPr/>
            <p:nvPr/>
          </p:nvGrpSpPr>
          <p:grpSpPr>
            <a:xfrm flipH="1" rot="10800000">
              <a:off x="119288" y="163238"/>
              <a:ext cx="406275" cy="563575"/>
              <a:chOff x="140150" y="4340075"/>
              <a:chExt cx="406275" cy="563575"/>
            </a:xfrm>
          </p:grpSpPr>
          <p:sp>
            <p:nvSpPr>
              <p:cNvPr id="1091" name="Google Shape;1091;p19"/>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2" name="Google Shape;1092;p19"/>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3" name="Google Shape;1093;p19"/>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4" name="Google Shape;1094;p19"/>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095" name="Google Shape;1095;p19"/>
          <p:cNvGrpSpPr/>
          <p:nvPr/>
        </p:nvGrpSpPr>
        <p:grpSpPr>
          <a:xfrm>
            <a:off x="-977947" y="-671217"/>
            <a:ext cx="10532835" cy="7946710"/>
            <a:chOff x="-977947" y="-671217"/>
            <a:chExt cx="10532835" cy="7946710"/>
          </a:xfrm>
        </p:grpSpPr>
        <p:grpSp>
          <p:nvGrpSpPr>
            <p:cNvPr id="1096" name="Google Shape;1096;p19"/>
            <p:cNvGrpSpPr/>
            <p:nvPr/>
          </p:nvGrpSpPr>
          <p:grpSpPr>
            <a:xfrm flipH="1">
              <a:off x="6491263" y="-671217"/>
              <a:ext cx="3063625" cy="3321711"/>
              <a:chOff x="-460575" y="-671217"/>
              <a:chExt cx="3063625" cy="3321711"/>
            </a:xfrm>
          </p:grpSpPr>
          <p:cxnSp>
            <p:nvCxnSpPr>
              <p:cNvPr id="1097" name="Google Shape;1097;p19"/>
              <p:cNvCxnSpPr>
                <a:stCxn id="1098" idx="6"/>
                <a:endCxn id="1099"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1099" name="Google Shape;1099;p19"/>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0" name="Google Shape;1100;p19"/>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1" name="Google Shape;1101;p19"/>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2" name="Google Shape;1102;p19"/>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3" name="Google Shape;1103;p19"/>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04" name="Google Shape;1104;p19"/>
              <p:cNvCxnSpPr>
                <a:stCxn id="1103" idx="4"/>
                <a:endCxn id="1101"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1105" name="Google Shape;1105;p19"/>
              <p:cNvCxnSpPr>
                <a:stCxn id="1102" idx="4"/>
                <a:endCxn id="1101"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1106" name="Google Shape;1106;p19"/>
              <p:cNvCxnSpPr>
                <a:stCxn id="1102" idx="5"/>
                <a:endCxn id="1103"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1107" name="Google Shape;1107;p19"/>
              <p:cNvCxnSpPr>
                <a:stCxn id="1102" idx="0"/>
                <a:endCxn id="1100"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1108" name="Google Shape;1108;p19"/>
              <p:cNvCxnSpPr>
                <a:stCxn id="1102" idx="7"/>
                <a:endCxn id="1098"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1109" name="Google Shape;1109;p19"/>
              <p:cNvCxnSpPr>
                <a:stCxn id="1100" idx="5"/>
                <a:endCxn id="1098"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1110" name="Google Shape;1110;p19"/>
              <p:cNvCxnSpPr>
                <a:stCxn id="1100" idx="6"/>
                <a:endCxn id="1099"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1111" name="Google Shape;1111;p19"/>
              <p:cNvCxnSpPr>
                <a:stCxn id="1112" idx="1"/>
                <a:endCxn id="1100"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1113" name="Google Shape;1113;p19"/>
              <p:cNvCxnSpPr>
                <a:stCxn id="1103" idx="0"/>
                <a:endCxn id="1098"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1114" name="Google Shape;1114;p19"/>
              <p:cNvCxnSpPr>
                <a:stCxn id="1103" idx="0"/>
                <a:endCxn id="1112"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1115" name="Google Shape;1115;p19"/>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16" name="Google Shape;1116;p19"/>
              <p:cNvCxnSpPr>
                <a:stCxn id="1100" idx="5"/>
                <a:endCxn id="1115"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1117" name="Google Shape;1117;p19"/>
              <p:cNvCxnSpPr>
                <a:stCxn id="1112" idx="7"/>
                <a:endCxn id="1115"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1118" name="Google Shape;1118;p19"/>
              <p:cNvCxnSpPr>
                <a:stCxn id="1115" idx="6"/>
                <a:endCxn id="1099"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1119" name="Google Shape;1119;p19"/>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20" name="Google Shape;1120;p19"/>
              <p:cNvCxnSpPr>
                <a:stCxn id="1119" idx="0"/>
                <a:endCxn id="1100"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1121" name="Google Shape;1121;p19"/>
              <p:cNvCxnSpPr>
                <a:stCxn id="1119" idx="6"/>
                <a:endCxn id="1098"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1122" name="Google Shape;1122;p19"/>
              <p:cNvCxnSpPr>
                <a:stCxn id="1119" idx="5"/>
                <a:endCxn id="1102"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1123" name="Google Shape;1123;p19"/>
              <p:cNvCxnSpPr>
                <a:stCxn id="1119" idx="5"/>
                <a:endCxn id="1101"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1112" name="Google Shape;1112;p19"/>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8" name="Google Shape;1098;p19"/>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124" name="Google Shape;1124;p19"/>
            <p:cNvGrpSpPr/>
            <p:nvPr/>
          </p:nvGrpSpPr>
          <p:grpSpPr>
            <a:xfrm rot="339523">
              <a:off x="-863991" y="4569268"/>
              <a:ext cx="4061023" cy="2512132"/>
              <a:chOff x="720013" y="4616655"/>
              <a:chExt cx="4061133" cy="2512200"/>
            </a:xfrm>
          </p:grpSpPr>
          <p:sp>
            <p:nvSpPr>
              <p:cNvPr id="1125" name="Google Shape;1125;p19"/>
              <p:cNvSpPr/>
              <p:nvPr/>
            </p:nvSpPr>
            <p:spPr>
              <a:xfrm rot="-9417549">
                <a:off x="4549660" y="470131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6" name="Google Shape;1126;p19"/>
              <p:cNvSpPr/>
              <p:nvPr/>
            </p:nvSpPr>
            <p:spPr>
              <a:xfrm rot="-9417549">
                <a:off x="1761182" y="493644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7" name="Google Shape;1127;p19"/>
              <p:cNvSpPr/>
              <p:nvPr/>
            </p:nvSpPr>
            <p:spPr>
              <a:xfrm rot="-9421326">
                <a:off x="3012797" y="4851722"/>
                <a:ext cx="265897" cy="26589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8" name="Google Shape;1128;p19"/>
              <p:cNvSpPr/>
              <p:nvPr/>
            </p:nvSpPr>
            <p:spPr>
              <a:xfrm rot="-9414352">
                <a:off x="2945862" y="6000076"/>
                <a:ext cx="86426" cy="864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9" name="Google Shape;1129;p19"/>
              <p:cNvSpPr/>
              <p:nvPr/>
            </p:nvSpPr>
            <p:spPr>
              <a:xfrm rot="-9422930">
                <a:off x="3430718" y="6873877"/>
                <a:ext cx="63855" cy="6385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0" name="Google Shape;1130;p19"/>
              <p:cNvSpPr/>
              <p:nvPr/>
            </p:nvSpPr>
            <p:spPr>
              <a:xfrm rot="-9414352">
                <a:off x="1807960" y="6172505"/>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1" name="Google Shape;1131;p19"/>
              <p:cNvSpPr/>
              <p:nvPr/>
            </p:nvSpPr>
            <p:spPr>
              <a:xfrm rot="-9414352">
                <a:off x="3731053" y="4665484"/>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2" name="Google Shape;1132;p19"/>
              <p:cNvSpPr/>
              <p:nvPr/>
            </p:nvSpPr>
            <p:spPr>
              <a:xfrm rot="-9421558">
                <a:off x="740331" y="4726434"/>
                <a:ext cx="130664" cy="13066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33" name="Google Shape;1133;p19"/>
              <p:cNvCxnSpPr>
                <a:stCxn id="1129" idx="5"/>
                <a:endCxn id="1128" idx="1"/>
              </p:cNvCxnSpPr>
              <p:nvPr/>
            </p:nvCxnSpPr>
            <p:spPr>
              <a:xfrm rot="10460456">
                <a:off x="3045371" y="6063279"/>
                <a:ext cx="365079" cy="832966"/>
              </a:xfrm>
              <a:prstGeom prst="straightConnector1">
                <a:avLst/>
              </a:prstGeom>
              <a:noFill/>
              <a:ln cap="flat" cmpd="sng" w="9525">
                <a:solidFill>
                  <a:schemeClr val="dk2"/>
                </a:solidFill>
                <a:prstDash val="solid"/>
                <a:round/>
                <a:headEnd len="med" w="med" type="none"/>
                <a:tailEnd len="med" w="med" type="none"/>
              </a:ln>
            </p:spPr>
          </p:cxnSp>
          <p:cxnSp>
            <p:nvCxnSpPr>
              <p:cNvPr id="1134" name="Google Shape;1134;p19"/>
              <p:cNvCxnSpPr>
                <a:stCxn id="1130" idx="4"/>
                <a:endCxn id="1128" idx="7"/>
              </p:cNvCxnSpPr>
              <p:nvPr/>
            </p:nvCxnSpPr>
            <p:spPr>
              <a:xfrm flipH="1" rot="10460763">
                <a:off x="1865029" y="6113097"/>
                <a:ext cx="1087089" cy="9343"/>
              </a:xfrm>
              <a:prstGeom prst="straightConnector1">
                <a:avLst/>
              </a:prstGeom>
              <a:noFill/>
              <a:ln cap="flat" cmpd="sng" w="9525">
                <a:solidFill>
                  <a:schemeClr val="dk2"/>
                </a:solidFill>
                <a:prstDash val="solid"/>
                <a:round/>
                <a:headEnd len="med" w="med" type="none"/>
                <a:tailEnd len="med" w="med" type="none"/>
              </a:ln>
            </p:spPr>
          </p:cxnSp>
          <p:cxnSp>
            <p:nvCxnSpPr>
              <p:cNvPr id="1135" name="Google Shape;1135;p19"/>
              <p:cNvCxnSpPr>
                <a:stCxn id="1125" idx="0"/>
                <a:endCxn id="1129" idx="3"/>
              </p:cNvCxnSpPr>
              <p:nvPr/>
            </p:nvCxnSpPr>
            <p:spPr>
              <a:xfrm flipH="1" rot="-339783">
                <a:off x="3393035" y="4884097"/>
                <a:ext cx="1295121" cy="1950801"/>
              </a:xfrm>
              <a:prstGeom prst="straightConnector1">
                <a:avLst/>
              </a:prstGeom>
              <a:noFill/>
              <a:ln cap="flat" cmpd="sng" w="9525">
                <a:solidFill>
                  <a:schemeClr val="dk2"/>
                </a:solidFill>
                <a:prstDash val="solid"/>
                <a:round/>
                <a:headEnd len="med" w="med" type="none"/>
                <a:tailEnd len="med" w="med" type="none"/>
              </a:ln>
            </p:spPr>
          </p:cxnSp>
          <p:cxnSp>
            <p:nvCxnSpPr>
              <p:cNvPr id="1136" name="Google Shape;1136;p19"/>
              <p:cNvCxnSpPr>
                <a:stCxn id="1129" idx="7"/>
                <a:endCxn id="1130" idx="2"/>
              </p:cNvCxnSpPr>
              <p:nvPr/>
            </p:nvCxnSpPr>
            <p:spPr>
              <a:xfrm rot="10460582">
                <a:off x="1928581" y="6158259"/>
                <a:ext cx="1466944" cy="833861"/>
              </a:xfrm>
              <a:prstGeom prst="straightConnector1">
                <a:avLst/>
              </a:prstGeom>
              <a:noFill/>
              <a:ln cap="flat" cmpd="sng" w="9525">
                <a:solidFill>
                  <a:schemeClr val="dk2"/>
                </a:solidFill>
                <a:prstDash val="solid"/>
                <a:round/>
                <a:headEnd len="med" w="med" type="none"/>
                <a:tailEnd len="med" w="med" type="none"/>
              </a:ln>
            </p:spPr>
          </p:cxnSp>
          <p:cxnSp>
            <p:nvCxnSpPr>
              <p:cNvPr id="1137" name="Google Shape;1137;p19"/>
              <p:cNvCxnSpPr>
                <a:stCxn id="1130" idx="6"/>
                <a:endCxn id="1126" idx="1"/>
              </p:cNvCxnSpPr>
              <p:nvPr/>
            </p:nvCxnSpPr>
            <p:spPr>
              <a:xfrm flipH="1" rot="10462833">
                <a:off x="1755412" y="5065169"/>
                <a:ext cx="150121" cy="1129000"/>
              </a:xfrm>
              <a:prstGeom prst="straightConnector1">
                <a:avLst/>
              </a:prstGeom>
              <a:noFill/>
              <a:ln cap="flat" cmpd="sng" w="9525">
                <a:solidFill>
                  <a:schemeClr val="dk2"/>
                </a:solidFill>
                <a:prstDash val="solid"/>
                <a:round/>
                <a:headEnd len="med" w="med" type="none"/>
                <a:tailEnd len="med" w="med" type="none"/>
              </a:ln>
            </p:spPr>
          </p:cxnSp>
          <p:cxnSp>
            <p:nvCxnSpPr>
              <p:cNvPr id="1138" name="Google Shape;1138;p19"/>
              <p:cNvCxnSpPr>
                <a:stCxn id="1128" idx="5"/>
                <a:endCxn id="1126" idx="1"/>
              </p:cNvCxnSpPr>
              <p:nvPr/>
            </p:nvCxnSpPr>
            <p:spPr>
              <a:xfrm rot="10460368">
                <a:off x="1898704" y="5007487"/>
                <a:ext cx="1024998" cy="1048819"/>
              </a:xfrm>
              <a:prstGeom prst="straightConnector1">
                <a:avLst/>
              </a:prstGeom>
              <a:noFill/>
              <a:ln cap="flat" cmpd="sng" w="9525">
                <a:solidFill>
                  <a:schemeClr val="dk2"/>
                </a:solidFill>
                <a:prstDash val="solid"/>
                <a:round/>
                <a:headEnd len="med" w="med" type="none"/>
                <a:tailEnd len="med" w="med" type="none"/>
              </a:ln>
            </p:spPr>
          </p:cxnSp>
          <p:cxnSp>
            <p:nvCxnSpPr>
              <p:cNvPr id="1139" name="Google Shape;1139;p19"/>
              <p:cNvCxnSpPr>
                <a:stCxn id="1125" idx="6"/>
                <a:endCxn id="1131" idx="3"/>
              </p:cNvCxnSpPr>
              <p:nvPr/>
            </p:nvCxnSpPr>
            <p:spPr>
              <a:xfrm rot="10459888">
                <a:off x="3818606" y="4656348"/>
                <a:ext cx="731979" cy="120599"/>
              </a:xfrm>
              <a:prstGeom prst="straightConnector1">
                <a:avLst/>
              </a:prstGeom>
              <a:noFill/>
              <a:ln cap="flat" cmpd="sng" w="9525">
                <a:solidFill>
                  <a:schemeClr val="dk2"/>
                </a:solidFill>
                <a:prstDash val="solid"/>
                <a:round/>
                <a:headEnd len="med" w="med" type="none"/>
                <a:tailEnd len="med" w="med" type="none"/>
              </a:ln>
            </p:spPr>
          </p:cxnSp>
          <p:cxnSp>
            <p:nvCxnSpPr>
              <p:cNvPr id="1140" name="Google Shape;1140;p19"/>
              <p:cNvCxnSpPr>
                <a:stCxn id="1125" idx="7"/>
                <a:endCxn id="1128" idx="3"/>
              </p:cNvCxnSpPr>
              <p:nvPr/>
            </p:nvCxnSpPr>
            <p:spPr>
              <a:xfrm flipH="1" rot="-339569">
                <a:off x="2971884" y="4867995"/>
                <a:ext cx="1639693" cy="1081059"/>
              </a:xfrm>
              <a:prstGeom prst="straightConnector1">
                <a:avLst/>
              </a:prstGeom>
              <a:noFill/>
              <a:ln cap="flat" cmpd="sng" w="9525">
                <a:solidFill>
                  <a:schemeClr val="dk2"/>
                </a:solidFill>
                <a:prstDash val="solid"/>
                <a:round/>
                <a:headEnd len="med" w="med" type="none"/>
                <a:tailEnd len="med" w="med" type="none"/>
              </a:ln>
            </p:spPr>
          </p:cxnSp>
          <p:cxnSp>
            <p:nvCxnSpPr>
              <p:cNvPr id="1141" name="Google Shape;1141;p19"/>
              <p:cNvCxnSpPr>
                <a:stCxn id="1131" idx="7"/>
                <a:endCxn id="1127" idx="3"/>
              </p:cNvCxnSpPr>
              <p:nvPr/>
            </p:nvCxnSpPr>
            <p:spPr>
              <a:xfrm flipH="1" rot="-339665">
                <a:off x="3259894" y="4748265"/>
                <a:ext cx="483558" cy="163106"/>
              </a:xfrm>
              <a:prstGeom prst="straightConnector1">
                <a:avLst/>
              </a:prstGeom>
              <a:noFill/>
              <a:ln cap="flat" cmpd="sng" w="9525">
                <a:solidFill>
                  <a:schemeClr val="dk2"/>
                </a:solidFill>
                <a:prstDash val="solid"/>
                <a:round/>
                <a:headEnd len="med" w="med" type="none"/>
                <a:tailEnd len="med" w="med" type="none"/>
              </a:ln>
            </p:spPr>
          </p:cxnSp>
          <p:cxnSp>
            <p:nvCxnSpPr>
              <p:cNvPr id="1142" name="Google Shape;1142;p19"/>
              <p:cNvCxnSpPr>
                <a:stCxn id="1127" idx="0"/>
                <a:endCxn id="1128" idx="5"/>
              </p:cNvCxnSpPr>
              <p:nvPr/>
            </p:nvCxnSpPr>
            <p:spPr>
              <a:xfrm flipH="1" rot="-341652">
                <a:off x="2929081" y="5115280"/>
                <a:ext cx="208629" cy="879981"/>
              </a:xfrm>
              <a:prstGeom prst="straightConnector1">
                <a:avLst/>
              </a:prstGeom>
              <a:noFill/>
              <a:ln cap="flat" cmpd="sng" w="9525">
                <a:solidFill>
                  <a:schemeClr val="dk2"/>
                </a:solidFill>
                <a:prstDash val="solid"/>
                <a:round/>
                <a:headEnd len="med" w="med" type="none"/>
                <a:tailEnd len="med" w="med" type="none"/>
              </a:ln>
            </p:spPr>
          </p:cxnSp>
          <p:cxnSp>
            <p:nvCxnSpPr>
              <p:cNvPr id="1143" name="Google Shape;1143;p19"/>
              <p:cNvCxnSpPr>
                <a:stCxn id="1132" idx="2"/>
                <a:endCxn id="1126" idx="6"/>
              </p:cNvCxnSpPr>
              <p:nvPr/>
            </p:nvCxnSpPr>
            <p:spPr>
              <a:xfrm rot="-339023">
                <a:off x="875824" y="4773316"/>
                <a:ext cx="880579" cy="246302"/>
              </a:xfrm>
              <a:prstGeom prst="straightConnector1">
                <a:avLst/>
              </a:prstGeom>
              <a:noFill/>
              <a:ln cap="flat" cmpd="sng" w="9525">
                <a:solidFill>
                  <a:schemeClr val="dk2"/>
                </a:solidFill>
                <a:prstDash val="solid"/>
                <a:round/>
                <a:headEnd len="med" w="med" type="none"/>
                <a:tailEnd len="med" w="med" type="none"/>
              </a:ln>
            </p:spPr>
          </p:cxnSp>
          <p:cxnSp>
            <p:nvCxnSpPr>
              <p:cNvPr id="1144" name="Google Shape;1144;p19"/>
              <p:cNvCxnSpPr>
                <a:stCxn id="1129" idx="6"/>
                <a:endCxn id="1132" idx="1"/>
              </p:cNvCxnSpPr>
              <p:nvPr/>
            </p:nvCxnSpPr>
            <p:spPr>
              <a:xfrm rot="10460586">
                <a:off x="937128" y="4728830"/>
                <a:ext cx="2389135" cy="2287850"/>
              </a:xfrm>
              <a:prstGeom prst="straightConnector1">
                <a:avLst/>
              </a:prstGeom>
              <a:noFill/>
              <a:ln cap="flat" cmpd="sng" w="9525">
                <a:solidFill>
                  <a:schemeClr val="dk2"/>
                </a:solidFill>
                <a:prstDash val="solid"/>
                <a:round/>
                <a:headEnd len="med" w="med" type="none"/>
                <a:tailEnd len="med" w="med" type="none"/>
              </a:ln>
            </p:spPr>
          </p:cxnSp>
          <p:sp>
            <p:nvSpPr>
              <p:cNvPr id="1145" name="Google Shape;1145;p19"/>
              <p:cNvSpPr/>
              <p:nvPr/>
            </p:nvSpPr>
            <p:spPr>
              <a:xfrm rot="-9414352">
                <a:off x="1960639" y="4664187"/>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46" name="Google Shape;1146;p19"/>
              <p:cNvCxnSpPr>
                <a:stCxn id="1132" idx="3"/>
                <a:endCxn id="1145" idx="7"/>
              </p:cNvCxnSpPr>
              <p:nvPr/>
            </p:nvCxnSpPr>
            <p:spPr>
              <a:xfrm rot="-339173">
                <a:off x="866711" y="4713112"/>
                <a:ext cx="1096432" cy="64807"/>
              </a:xfrm>
              <a:prstGeom prst="straightConnector1">
                <a:avLst/>
              </a:prstGeom>
              <a:noFill/>
              <a:ln cap="flat" cmpd="sng" w="9525">
                <a:solidFill>
                  <a:schemeClr val="dk2"/>
                </a:solidFill>
                <a:prstDash val="solid"/>
                <a:round/>
                <a:headEnd len="med" w="med" type="none"/>
                <a:tailEnd len="med" w="med" type="none"/>
              </a:ln>
            </p:spPr>
          </p:cxnSp>
          <p:cxnSp>
            <p:nvCxnSpPr>
              <p:cNvPr id="1147" name="Google Shape;1147;p19"/>
              <p:cNvCxnSpPr>
                <a:stCxn id="1145" idx="2"/>
                <a:endCxn id="1127" idx="6"/>
              </p:cNvCxnSpPr>
              <p:nvPr/>
            </p:nvCxnSpPr>
            <p:spPr>
              <a:xfrm rot="-339840">
                <a:off x="2056272" y="4676508"/>
                <a:ext cx="954460" cy="303884"/>
              </a:xfrm>
              <a:prstGeom prst="straightConnector1">
                <a:avLst/>
              </a:prstGeom>
              <a:noFill/>
              <a:ln cap="flat" cmpd="sng" w="9525">
                <a:solidFill>
                  <a:schemeClr val="dk2"/>
                </a:solidFill>
                <a:prstDash val="solid"/>
                <a:round/>
                <a:headEnd len="med" w="med" type="none"/>
                <a:tailEnd len="med" w="med" type="none"/>
              </a:ln>
            </p:spPr>
          </p:cxnSp>
          <p:cxnSp>
            <p:nvCxnSpPr>
              <p:cNvPr id="1148" name="Google Shape;1148;p19"/>
              <p:cNvCxnSpPr>
                <a:stCxn id="1145" idx="0"/>
                <a:endCxn id="1126" idx="4"/>
              </p:cNvCxnSpPr>
              <p:nvPr/>
            </p:nvCxnSpPr>
            <p:spPr>
              <a:xfrm flipH="1" rot="-340645">
                <a:off x="1841473" y="4754364"/>
                <a:ext cx="154659" cy="179972"/>
              </a:xfrm>
              <a:prstGeom prst="straightConnector1">
                <a:avLst/>
              </a:prstGeom>
              <a:noFill/>
              <a:ln cap="flat" cmpd="sng" w="9525">
                <a:solidFill>
                  <a:schemeClr val="dk2"/>
                </a:solidFill>
                <a:prstDash val="solid"/>
                <a:round/>
                <a:headEnd len="med" w="med" type="none"/>
                <a:tailEnd len="med" w="med" type="none"/>
              </a:ln>
            </p:spPr>
          </p:cxnSp>
          <p:cxnSp>
            <p:nvCxnSpPr>
              <p:cNvPr id="1149" name="Google Shape;1149;p19"/>
              <p:cNvCxnSpPr>
                <a:stCxn id="1145" idx="1"/>
                <a:endCxn id="1128" idx="5"/>
              </p:cNvCxnSpPr>
              <p:nvPr/>
            </p:nvCxnSpPr>
            <p:spPr>
              <a:xfrm rot="-339524">
                <a:off x="2084265" y="4703564"/>
                <a:ext cx="824518" cy="1343659"/>
              </a:xfrm>
              <a:prstGeom prst="straightConnector1">
                <a:avLst/>
              </a:prstGeom>
              <a:noFill/>
              <a:ln cap="flat" cmpd="sng" w="9525">
                <a:solidFill>
                  <a:schemeClr val="dk2"/>
                </a:solidFill>
                <a:prstDash val="solid"/>
                <a:round/>
                <a:headEnd len="med" w="med" type="none"/>
                <a:tailEnd len="med" w="med" type="none"/>
              </a:ln>
            </p:spPr>
          </p:cxnSp>
          <p:sp>
            <p:nvSpPr>
              <p:cNvPr id="1150" name="Google Shape;1150;p19"/>
              <p:cNvSpPr/>
              <p:nvPr/>
            </p:nvSpPr>
            <p:spPr>
              <a:xfrm rot="-9417549">
                <a:off x="3933996" y="4880048"/>
                <a:ext cx="128773" cy="12877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51" name="Google Shape;1151;p19"/>
              <p:cNvCxnSpPr>
                <a:stCxn id="1127" idx="2"/>
                <a:endCxn id="1150" idx="7"/>
              </p:cNvCxnSpPr>
              <p:nvPr/>
            </p:nvCxnSpPr>
            <p:spPr>
              <a:xfrm flipH="1" rot="10459800">
                <a:off x="3266347" y="5001756"/>
                <a:ext cx="674098" cy="1530"/>
              </a:xfrm>
              <a:prstGeom prst="straightConnector1">
                <a:avLst/>
              </a:prstGeom>
              <a:noFill/>
              <a:ln cap="flat" cmpd="sng" w="9525">
                <a:solidFill>
                  <a:schemeClr val="dk2"/>
                </a:solidFill>
                <a:prstDash val="solid"/>
                <a:round/>
                <a:headEnd len="med" w="med" type="none"/>
                <a:tailEnd len="med" w="med" type="none"/>
              </a:ln>
            </p:spPr>
          </p:cxnSp>
          <p:cxnSp>
            <p:nvCxnSpPr>
              <p:cNvPr id="1152" name="Google Shape;1152;p19"/>
              <p:cNvCxnSpPr>
                <a:stCxn id="1150" idx="3"/>
                <a:endCxn id="1125" idx="7"/>
              </p:cNvCxnSpPr>
              <p:nvPr/>
            </p:nvCxnSpPr>
            <p:spPr>
              <a:xfrm flipH="1" rot="10459592">
                <a:off x="4052806" y="4814404"/>
                <a:ext cx="506782" cy="81105"/>
              </a:xfrm>
              <a:prstGeom prst="straightConnector1">
                <a:avLst/>
              </a:prstGeom>
              <a:noFill/>
              <a:ln cap="flat" cmpd="sng" w="9525">
                <a:solidFill>
                  <a:schemeClr val="dk2"/>
                </a:solidFill>
                <a:prstDash val="solid"/>
                <a:round/>
                <a:headEnd len="med" w="med" type="none"/>
                <a:tailEnd len="med" w="med" type="none"/>
              </a:ln>
            </p:spPr>
          </p:cxnSp>
          <p:cxnSp>
            <p:nvCxnSpPr>
              <p:cNvPr id="1153" name="Google Shape;1153;p19"/>
              <p:cNvCxnSpPr>
                <a:stCxn id="1128" idx="4"/>
                <a:endCxn id="1150" idx="0"/>
              </p:cNvCxnSpPr>
              <p:nvPr/>
            </p:nvCxnSpPr>
            <p:spPr>
              <a:xfrm flipH="1" rot="10460266">
                <a:off x="2959037" y="5053792"/>
                <a:ext cx="1061178" cy="899594"/>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54" name="Shape 1154"/>
        <p:cNvGrpSpPr/>
        <p:nvPr/>
      </p:nvGrpSpPr>
      <p:grpSpPr>
        <a:xfrm>
          <a:off x="0" y="0"/>
          <a:ext cx="0" cy="0"/>
          <a:chOff x="0" y="0"/>
          <a:chExt cx="0" cy="0"/>
        </a:xfrm>
      </p:grpSpPr>
      <p:sp>
        <p:nvSpPr>
          <p:cNvPr id="1155" name="Google Shape;1155;p20"/>
          <p:cNvSpPr txBox="1"/>
          <p:nvPr>
            <p:ph type="title"/>
          </p:nvPr>
        </p:nvSpPr>
        <p:spPr>
          <a:xfrm>
            <a:off x="720000" y="44445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56" name="Google Shape;1156;p20"/>
          <p:cNvSpPr txBox="1"/>
          <p:nvPr>
            <p:ph idx="1" type="subTitle"/>
          </p:nvPr>
        </p:nvSpPr>
        <p:spPr>
          <a:xfrm>
            <a:off x="720000"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7" name="Google Shape;1157;p20"/>
          <p:cNvSpPr txBox="1"/>
          <p:nvPr>
            <p:ph idx="2" type="subTitle"/>
          </p:nvPr>
        </p:nvSpPr>
        <p:spPr>
          <a:xfrm>
            <a:off x="3378225"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8" name="Google Shape;1158;p20"/>
          <p:cNvSpPr txBox="1"/>
          <p:nvPr>
            <p:ph idx="3" type="subTitle"/>
          </p:nvPr>
        </p:nvSpPr>
        <p:spPr>
          <a:xfrm>
            <a:off x="720000"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9" name="Google Shape;1159;p20"/>
          <p:cNvSpPr txBox="1"/>
          <p:nvPr>
            <p:ph idx="4" type="subTitle"/>
          </p:nvPr>
        </p:nvSpPr>
        <p:spPr>
          <a:xfrm>
            <a:off x="3378225"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0" name="Google Shape;1160;p20"/>
          <p:cNvSpPr txBox="1"/>
          <p:nvPr>
            <p:ph idx="5" type="subTitle"/>
          </p:nvPr>
        </p:nvSpPr>
        <p:spPr>
          <a:xfrm>
            <a:off x="6036450"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1" name="Google Shape;1161;p20"/>
          <p:cNvSpPr txBox="1"/>
          <p:nvPr>
            <p:ph idx="6" type="subTitle"/>
          </p:nvPr>
        </p:nvSpPr>
        <p:spPr>
          <a:xfrm>
            <a:off x="6036450"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2" name="Google Shape;1162;p20"/>
          <p:cNvSpPr txBox="1"/>
          <p:nvPr>
            <p:ph idx="7" type="subTitle"/>
          </p:nvPr>
        </p:nvSpPr>
        <p:spPr>
          <a:xfrm>
            <a:off x="721075"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3" name="Google Shape;1163;p20"/>
          <p:cNvSpPr txBox="1"/>
          <p:nvPr>
            <p:ph idx="8" type="subTitle"/>
          </p:nvPr>
        </p:nvSpPr>
        <p:spPr>
          <a:xfrm>
            <a:off x="3379300"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4" name="Google Shape;1164;p20"/>
          <p:cNvSpPr txBox="1"/>
          <p:nvPr>
            <p:ph idx="9" type="subTitle"/>
          </p:nvPr>
        </p:nvSpPr>
        <p:spPr>
          <a:xfrm>
            <a:off x="6037525"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5" name="Google Shape;1165;p20"/>
          <p:cNvSpPr txBox="1"/>
          <p:nvPr>
            <p:ph idx="13" type="subTitle"/>
          </p:nvPr>
        </p:nvSpPr>
        <p:spPr>
          <a:xfrm>
            <a:off x="721075"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6" name="Google Shape;1166;p20"/>
          <p:cNvSpPr txBox="1"/>
          <p:nvPr>
            <p:ph idx="14" type="subTitle"/>
          </p:nvPr>
        </p:nvSpPr>
        <p:spPr>
          <a:xfrm>
            <a:off x="3379300"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7" name="Google Shape;1167;p20"/>
          <p:cNvSpPr txBox="1"/>
          <p:nvPr>
            <p:ph idx="15" type="subTitle"/>
          </p:nvPr>
        </p:nvSpPr>
        <p:spPr>
          <a:xfrm>
            <a:off x="6037525"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168" name="Google Shape;1168;p20"/>
          <p:cNvGrpSpPr/>
          <p:nvPr/>
        </p:nvGrpSpPr>
        <p:grpSpPr>
          <a:xfrm>
            <a:off x="-204864" y="-2449186"/>
            <a:ext cx="10500633" cy="8002629"/>
            <a:chOff x="-204864" y="-2449186"/>
            <a:chExt cx="10500633" cy="8002629"/>
          </a:xfrm>
        </p:grpSpPr>
        <p:grpSp>
          <p:nvGrpSpPr>
            <p:cNvPr id="1169" name="Google Shape;1169;p20"/>
            <p:cNvGrpSpPr/>
            <p:nvPr/>
          </p:nvGrpSpPr>
          <p:grpSpPr>
            <a:xfrm flipH="1" rot="10800000">
              <a:off x="-204864" y="-2449186"/>
              <a:ext cx="3687215" cy="3485542"/>
              <a:chOff x="80886" y="4084964"/>
              <a:chExt cx="3687215" cy="3485542"/>
            </a:xfrm>
          </p:grpSpPr>
          <p:sp>
            <p:nvSpPr>
              <p:cNvPr id="1170" name="Google Shape;1170;p20"/>
              <p:cNvSpPr/>
              <p:nvPr/>
            </p:nvSpPr>
            <p:spPr>
              <a:xfrm rot="-1101027">
                <a:off x="720342" y="7424885"/>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1" name="Google Shape;1171;p20"/>
              <p:cNvSpPr/>
              <p:nvPr/>
            </p:nvSpPr>
            <p:spPr>
              <a:xfrm rot="-1100132">
                <a:off x="2615973" y="5125770"/>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2" name="Google Shape;1172;p20"/>
              <p:cNvSpPr/>
              <p:nvPr/>
            </p:nvSpPr>
            <p:spPr>
              <a:xfrm rot="-1104870">
                <a:off x="1609040" y="6221539"/>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3" name="Google Shape;1173;p20"/>
              <p:cNvSpPr/>
              <p:nvPr/>
            </p:nvSpPr>
            <p:spPr>
              <a:xfrm rot="-1091019">
                <a:off x="1005158" y="526072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4" name="Google Shape;1174;p20"/>
              <p:cNvSpPr/>
              <p:nvPr/>
            </p:nvSpPr>
            <p:spPr>
              <a:xfrm rot="-1100623">
                <a:off x="96609" y="4792852"/>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5" name="Google Shape;1175;p20"/>
              <p:cNvSpPr/>
              <p:nvPr/>
            </p:nvSpPr>
            <p:spPr>
              <a:xfrm rot="1492351">
                <a:off x="1849708" y="4917709"/>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6" name="Google Shape;1176;p20"/>
              <p:cNvSpPr/>
              <p:nvPr/>
            </p:nvSpPr>
            <p:spPr>
              <a:xfrm rot="-1091019">
                <a:off x="1409399" y="693391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7" name="Google Shape;1177;p20"/>
              <p:cNvSpPr/>
              <p:nvPr/>
            </p:nvSpPr>
            <p:spPr>
              <a:xfrm rot="-1101100">
                <a:off x="3620332" y="4787157"/>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78" name="Google Shape;1178;p20"/>
              <p:cNvCxnSpPr>
                <a:stCxn id="1174" idx="5"/>
                <a:endCxn id="1173" idx="1"/>
              </p:cNvCxnSpPr>
              <p:nvPr/>
            </p:nvCxnSpPr>
            <p:spPr>
              <a:xfrm>
                <a:off x="209432" y="4879158"/>
                <a:ext cx="800400" cy="405300"/>
              </a:xfrm>
              <a:prstGeom prst="straightConnector1">
                <a:avLst/>
              </a:prstGeom>
              <a:noFill/>
              <a:ln cap="flat" cmpd="sng" w="9525">
                <a:solidFill>
                  <a:schemeClr val="dk2"/>
                </a:solidFill>
                <a:prstDash val="solid"/>
                <a:round/>
                <a:headEnd len="med" w="med" type="none"/>
                <a:tailEnd len="med" w="med" type="none"/>
              </a:ln>
            </p:spPr>
          </p:cxnSp>
          <p:cxnSp>
            <p:nvCxnSpPr>
              <p:cNvPr id="1179" name="Google Shape;1179;p20"/>
              <p:cNvCxnSpPr>
                <a:stCxn id="1175" idx="4"/>
                <a:endCxn id="1173" idx="6"/>
              </p:cNvCxnSpPr>
              <p:nvPr/>
            </p:nvCxnSpPr>
            <p:spPr>
              <a:xfrm flipH="1">
                <a:off x="1089610" y="500001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180" name="Google Shape;1180;p20"/>
              <p:cNvCxnSpPr>
                <a:stCxn id="1170" idx="0"/>
                <a:endCxn id="1174" idx="4"/>
              </p:cNvCxnSpPr>
              <p:nvPr/>
            </p:nvCxnSpPr>
            <p:spPr>
              <a:xfrm rot="10800000">
                <a:off x="174913" y="4909056"/>
                <a:ext cx="589500" cy="2519100"/>
              </a:xfrm>
              <a:prstGeom prst="straightConnector1">
                <a:avLst/>
              </a:prstGeom>
              <a:noFill/>
              <a:ln cap="flat" cmpd="sng" w="9525">
                <a:solidFill>
                  <a:schemeClr val="dk2"/>
                </a:solidFill>
                <a:prstDash val="solid"/>
                <a:round/>
                <a:headEnd len="med" w="med" type="none"/>
                <a:tailEnd len="med" w="med" type="none"/>
              </a:ln>
            </p:spPr>
          </p:cxnSp>
          <p:cxnSp>
            <p:nvCxnSpPr>
              <p:cNvPr id="1181" name="Google Shape;1181;p20"/>
              <p:cNvCxnSpPr>
                <a:stCxn id="1174" idx="6"/>
                <a:endCxn id="1175" idx="2"/>
              </p:cNvCxnSpPr>
              <p:nvPr/>
            </p:nvCxnSpPr>
            <p:spPr>
              <a:xfrm>
                <a:off x="212736" y="4833679"/>
                <a:ext cx="1641000" cy="108900"/>
              </a:xfrm>
              <a:prstGeom prst="straightConnector1">
                <a:avLst/>
              </a:prstGeom>
              <a:noFill/>
              <a:ln cap="flat" cmpd="sng" w="9525">
                <a:solidFill>
                  <a:schemeClr val="dk2"/>
                </a:solidFill>
                <a:prstDash val="solid"/>
                <a:round/>
                <a:headEnd len="med" w="med" type="none"/>
                <a:tailEnd len="med" w="med" type="none"/>
              </a:ln>
            </p:spPr>
          </p:cxnSp>
          <p:cxnSp>
            <p:nvCxnSpPr>
              <p:cNvPr id="1182" name="Google Shape;1182;p20"/>
              <p:cNvCxnSpPr>
                <a:stCxn id="1175" idx="6"/>
                <a:endCxn id="1171" idx="1"/>
              </p:cNvCxnSpPr>
              <p:nvPr/>
            </p:nvCxnSpPr>
            <p:spPr>
              <a:xfrm>
                <a:off x="1932010" y="4979012"/>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183" name="Google Shape;1183;p20"/>
              <p:cNvCxnSpPr>
                <a:stCxn id="1173" idx="6"/>
                <a:endCxn id="1171" idx="1"/>
              </p:cNvCxnSpPr>
              <p:nvPr/>
            </p:nvCxnSpPr>
            <p:spPr>
              <a:xfrm flipH="1" rot="10800000">
                <a:off x="1089518" y="5171086"/>
                <a:ext cx="1535100" cy="119400"/>
              </a:xfrm>
              <a:prstGeom prst="straightConnector1">
                <a:avLst/>
              </a:prstGeom>
              <a:noFill/>
              <a:ln cap="flat" cmpd="sng" w="9525">
                <a:solidFill>
                  <a:srgbClr val="434343"/>
                </a:solidFill>
                <a:prstDash val="solid"/>
                <a:round/>
                <a:headEnd len="med" w="med" type="none"/>
                <a:tailEnd len="med" w="med" type="none"/>
              </a:ln>
            </p:spPr>
          </p:cxnSp>
          <p:cxnSp>
            <p:nvCxnSpPr>
              <p:cNvPr id="1184" name="Google Shape;1184;p20"/>
              <p:cNvCxnSpPr>
                <a:stCxn id="1170" idx="6"/>
                <a:endCxn id="1176" idx="3"/>
              </p:cNvCxnSpPr>
              <p:nvPr/>
            </p:nvCxnSpPr>
            <p:spPr>
              <a:xfrm flipH="1" rot="10800000">
                <a:off x="845713" y="701565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185" name="Google Shape;1185;p20"/>
              <p:cNvCxnSpPr>
                <a:stCxn id="1170" idx="7"/>
                <a:endCxn id="1173" idx="4"/>
              </p:cNvCxnSpPr>
              <p:nvPr/>
            </p:nvCxnSpPr>
            <p:spPr>
              <a:xfrm flipH="1" rot="10800000">
                <a:off x="813513" y="534521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186" name="Google Shape;1186;p20"/>
              <p:cNvCxnSpPr>
                <a:stCxn id="1176" idx="7"/>
                <a:endCxn id="1172" idx="3"/>
              </p:cNvCxnSpPr>
              <p:nvPr/>
            </p:nvCxnSpPr>
            <p:spPr>
              <a:xfrm flipH="1" rot="10800000">
                <a:off x="1472176" y="647326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187" name="Google Shape;1187;p20"/>
              <p:cNvCxnSpPr>
                <a:stCxn id="1172" idx="0"/>
                <a:endCxn id="1173" idx="4"/>
              </p:cNvCxnSpPr>
              <p:nvPr/>
            </p:nvCxnSpPr>
            <p:spPr>
              <a:xfrm rot="10800000">
                <a:off x="1061898" y="534514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188" name="Google Shape;1188;p20"/>
              <p:cNvCxnSpPr>
                <a:stCxn id="1177" idx="2"/>
                <a:endCxn id="1171" idx="6"/>
              </p:cNvCxnSpPr>
              <p:nvPr/>
            </p:nvCxnSpPr>
            <p:spPr>
              <a:xfrm flipH="1">
                <a:off x="2775852" y="4872976"/>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189" name="Google Shape;1189;p20"/>
              <p:cNvCxnSpPr>
                <a:stCxn id="1175" idx="7"/>
                <a:endCxn id="1177" idx="1"/>
              </p:cNvCxnSpPr>
              <p:nvPr/>
            </p:nvCxnSpPr>
            <p:spPr>
              <a:xfrm flipH="1" rot="10800000">
                <a:off x="1933378" y="4823012"/>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190" name="Google Shape;1190;p20"/>
              <p:cNvSpPr/>
              <p:nvPr/>
            </p:nvSpPr>
            <p:spPr>
              <a:xfrm rot="-1091019">
                <a:off x="2738925" y="5764844"/>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91" name="Google Shape;1191;p20"/>
              <p:cNvCxnSpPr>
                <a:stCxn id="1177" idx="3"/>
                <a:endCxn id="1190" idx="6"/>
              </p:cNvCxnSpPr>
              <p:nvPr/>
            </p:nvCxnSpPr>
            <p:spPr>
              <a:xfrm flipH="1">
                <a:off x="2823227" y="491076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192" name="Google Shape;1192;p20"/>
              <p:cNvCxnSpPr>
                <a:stCxn id="1190" idx="2"/>
                <a:endCxn id="1172" idx="6"/>
              </p:cNvCxnSpPr>
              <p:nvPr/>
            </p:nvCxnSpPr>
            <p:spPr>
              <a:xfrm flipH="1">
                <a:off x="1868085" y="582160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193" name="Google Shape;1193;p20"/>
              <p:cNvCxnSpPr>
                <a:stCxn id="1190" idx="0"/>
                <a:endCxn id="1171" idx="4"/>
              </p:cNvCxnSpPr>
              <p:nvPr/>
            </p:nvCxnSpPr>
            <p:spPr>
              <a:xfrm rot="10800000">
                <a:off x="2723685" y="528550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194" name="Google Shape;1194;p20"/>
              <p:cNvCxnSpPr>
                <a:stCxn id="1190" idx="1"/>
                <a:endCxn id="1173" idx="5"/>
              </p:cNvCxnSpPr>
              <p:nvPr/>
            </p:nvCxnSpPr>
            <p:spPr>
              <a:xfrm rot="10800000">
                <a:off x="1086977" y="532358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195" name="Google Shape;1195;p20"/>
              <p:cNvSpPr/>
              <p:nvPr/>
            </p:nvSpPr>
            <p:spPr>
              <a:xfrm rot="-1101027">
                <a:off x="1064264" y="6883862"/>
                <a:ext cx="128642" cy="12864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96" name="Google Shape;1196;p20"/>
              <p:cNvCxnSpPr>
                <a:stCxn id="1172" idx="2"/>
                <a:endCxn id="1195" idx="7"/>
              </p:cNvCxnSpPr>
              <p:nvPr/>
            </p:nvCxnSpPr>
            <p:spPr>
              <a:xfrm flipH="1">
                <a:off x="1157448" y="639649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197" name="Google Shape;1197;p20"/>
              <p:cNvCxnSpPr>
                <a:stCxn id="1195" idx="3"/>
                <a:endCxn id="1170" idx="7"/>
              </p:cNvCxnSpPr>
              <p:nvPr/>
            </p:nvCxnSpPr>
            <p:spPr>
              <a:xfrm flipH="1">
                <a:off x="813535" y="700567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198" name="Google Shape;1198;p20"/>
              <p:cNvCxnSpPr>
                <a:stCxn id="1173" idx="4"/>
                <a:endCxn id="1195" idx="0"/>
              </p:cNvCxnSpPr>
              <p:nvPr/>
            </p:nvCxnSpPr>
            <p:spPr>
              <a:xfrm>
                <a:off x="1061918" y="534508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199" name="Google Shape;1199;p20"/>
              <p:cNvSpPr/>
              <p:nvPr/>
            </p:nvSpPr>
            <p:spPr>
              <a:xfrm rot="-1099262">
                <a:off x="127866" y="4116417"/>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0" name="Google Shape;1200;p20"/>
              <p:cNvCxnSpPr>
                <a:stCxn id="1173" idx="0"/>
                <a:endCxn id="1199" idx="5"/>
              </p:cNvCxnSpPr>
              <p:nvPr/>
            </p:nvCxnSpPr>
            <p:spPr>
              <a:xfrm rot="10800000">
                <a:off x="353618" y="4289386"/>
                <a:ext cx="681300" cy="973500"/>
              </a:xfrm>
              <a:prstGeom prst="straightConnector1">
                <a:avLst/>
              </a:prstGeom>
              <a:noFill/>
              <a:ln cap="flat" cmpd="sng" w="9525">
                <a:solidFill>
                  <a:schemeClr val="dk2"/>
                </a:solidFill>
                <a:prstDash val="solid"/>
                <a:round/>
                <a:headEnd len="med" w="med" type="none"/>
                <a:tailEnd len="med" w="med" type="none"/>
              </a:ln>
            </p:spPr>
          </p:cxnSp>
          <p:cxnSp>
            <p:nvCxnSpPr>
              <p:cNvPr id="1201" name="Google Shape;1201;p20"/>
              <p:cNvCxnSpPr>
                <a:stCxn id="1199" idx="3"/>
                <a:endCxn id="1174" idx="7"/>
              </p:cNvCxnSpPr>
              <p:nvPr/>
            </p:nvCxnSpPr>
            <p:spPr>
              <a:xfrm flipH="1">
                <a:off x="182800" y="4342310"/>
                <a:ext cx="10800" cy="456900"/>
              </a:xfrm>
              <a:prstGeom prst="straightConnector1">
                <a:avLst/>
              </a:prstGeom>
              <a:noFill/>
              <a:ln cap="flat" cmpd="sng" w="9525">
                <a:solidFill>
                  <a:schemeClr val="dk2"/>
                </a:solidFill>
                <a:prstDash val="solid"/>
                <a:round/>
                <a:headEnd len="med" w="med" type="none"/>
                <a:tailEnd len="med" w="med" type="none"/>
              </a:ln>
            </p:spPr>
          </p:cxnSp>
        </p:grpSp>
        <p:grpSp>
          <p:nvGrpSpPr>
            <p:cNvPr id="1202" name="Google Shape;1202;p20"/>
            <p:cNvGrpSpPr/>
            <p:nvPr/>
          </p:nvGrpSpPr>
          <p:grpSpPr>
            <a:xfrm rot="-421830">
              <a:off x="8598623" y="3360541"/>
              <a:ext cx="1574274" cy="2104471"/>
              <a:chOff x="9029676" y="1522075"/>
              <a:chExt cx="1574244" cy="2104431"/>
            </a:xfrm>
          </p:grpSpPr>
          <p:sp>
            <p:nvSpPr>
              <p:cNvPr id="1203" name="Google Shape;1203;p20"/>
              <p:cNvSpPr/>
              <p:nvPr/>
            </p:nvSpPr>
            <p:spPr>
              <a:xfrm rot="-7641847">
                <a:off x="10370037" y="3392622"/>
                <a:ext cx="194767" cy="19476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4" name="Google Shape;1204;p20"/>
              <p:cNvSpPr/>
              <p:nvPr/>
            </p:nvSpPr>
            <p:spPr>
              <a:xfrm rot="-7638918">
                <a:off x="9590149" y="1602649"/>
                <a:ext cx="401352" cy="401352"/>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5" name="Google Shape;1205;p20"/>
              <p:cNvSpPr/>
              <p:nvPr/>
            </p:nvSpPr>
            <p:spPr>
              <a:xfrm rot="-7645431">
                <a:off x="9064532" y="1872415"/>
                <a:ext cx="130326" cy="1303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6" name="Google Shape;1206;p20"/>
              <p:cNvSpPr/>
              <p:nvPr/>
            </p:nvSpPr>
            <p:spPr>
              <a:xfrm rot="-7642235">
                <a:off x="9124887" y="2772190"/>
                <a:ext cx="254050" cy="25405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7" name="Google Shape;1207;p20"/>
              <p:cNvSpPr/>
              <p:nvPr/>
            </p:nvSpPr>
            <p:spPr>
              <a:xfrm rot="-8032821">
                <a:off x="10277840" y="2872634"/>
                <a:ext cx="130274" cy="13027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8" name="Google Shape;1208;p20"/>
              <p:cNvCxnSpPr>
                <a:stCxn id="1206" idx="5"/>
                <a:endCxn id="1205" idx="1"/>
              </p:cNvCxnSpPr>
              <p:nvPr/>
            </p:nvCxnSpPr>
            <p:spPr>
              <a:xfrm rot="-10379402">
                <a:off x="9074526" y="2014202"/>
                <a:ext cx="240901" cy="747223"/>
              </a:xfrm>
              <a:prstGeom prst="straightConnector1">
                <a:avLst/>
              </a:prstGeom>
              <a:noFill/>
              <a:ln cap="flat" cmpd="sng" w="9525">
                <a:solidFill>
                  <a:schemeClr val="dk2"/>
                </a:solidFill>
                <a:prstDash val="solid"/>
                <a:round/>
                <a:headEnd len="med" w="med" type="none"/>
                <a:tailEnd len="med" w="med" type="none"/>
              </a:ln>
            </p:spPr>
          </p:cxnSp>
          <p:cxnSp>
            <p:nvCxnSpPr>
              <p:cNvPr id="1209" name="Google Shape;1209;p20"/>
              <p:cNvCxnSpPr>
                <a:stCxn id="1203" idx="6"/>
                <a:endCxn id="1206" idx="3"/>
              </p:cNvCxnSpPr>
              <p:nvPr/>
            </p:nvCxnSpPr>
            <p:spPr>
              <a:xfrm rot="-10378283">
                <a:off x="9351249" y="2981020"/>
                <a:ext cx="1083643" cy="366672"/>
              </a:xfrm>
              <a:prstGeom prst="straightConnector1">
                <a:avLst/>
              </a:prstGeom>
              <a:noFill/>
              <a:ln cap="flat" cmpd="sng" w="9525">
                <a:solidFill>
                  <a:schemeClr val="dk2"/>
                </a:solidFill>
                <a:prstDash val="solid"/>
                <a:round/>
                <a:headEnd len="med" w="med" type="none"/>
                <a:tailEnd len="med" w="med" type="none"/>
              </a:ln>
            </p:spPr>
          </p:cxnSp>
          <p:cxnSp>
            <p:nvCxnSpPr>
              <p:cNvPr id="1210" name="Google Shape;1210;p20"/>
              <p:cNvCxnSpPr>
                <a:stCxn id="1203" idx="6"/>
                <a:endCxn id="1207" idx="1"/>
              </p:cNvCxnSpPr>
              <p:nvPr/>
            </p:nvCxnSpPr>
            <p:spPr>
              <a:xfrm rot="-10382393">
                <a:off x="10316842" y="3008650"/>
                <a:ext cx="116357" cy="398412"/>
              </a:xfrm>
              <a:prstGeom prst="straightConnector1">
                <a:avLst/>
              </a:prstGeom>
              <a:noFill/>
              <a:ln cap="flat" cmpd="sng" w="9525">
                <a:solidFill>
                  <a:schemeClr val="dk2"/>
                </a:solidFill>
                <a:prstDash val="solid"/>
                <a:round/>
                <a:headEnd len="med" w="med" type="none"/>
                <a:tailEnd len="med" w="med" type="none"/>
              </a:ln>
            </p:spPr>
          </p:cxnSp>
          <p:cxnSp>
            <p:nvCxnSpPr>
              <p:cNvPr id="1211" name="Google Shape;1211;p20"/>
              <p:cNvCxnSpPr>
                <a:stCxn id="1207" idx="6"/>
                <a:endCxn id="1205" idx="2"/>
              </p:cNvCxnSpPr>
              <p:nvPr/>
            </p:nvCxnSpPr>
            <p:spPr>
              <a:xfrm rot="-10378114">
                <a:off x="9118550" y="2061771"/>
                <a:ext cx="1230253" cy="756600"/>
              </a:xfrm>
              <a:prstGeom prst="straightConnector1">
                <a:avLst/>
              </a:prstGeom>
              <a:noFill/>
              <a:ln cap="flat" cmpd="sng" w="9525">
                <a:solidFill>
                  <a:schemeClr val="dk2"/>
                </a:solidFill>
                <a:prstDash val="solid"/>
                <a:round/>
                <a:headEnd len="med" w="med" type="none"/>
                <a:tailEnd len="med" w="med" type="none"/>
              </a:ln>
            </p:spPr>
          </p:cxnSp>
          <p:cxnSp>
            <p:nvCxnSpPr>
              <p:cNvPr id="1212" name="Google Shape;1212;p20"/>
              <p:cNvCxnSpPr>
                <a:stCxn id="1207" idx="6"/>
                <a:endCxn id="1204" idx="2"/>
              </p:cNvCxnSpPr>
              <p:nvPr/>
            </p:nvCxnSpPr>
            <p:spPr>
              <a:xfrm rot="-10378946">
                <a:off x="9857069" y="1989946"/>
                <a:ext cx="496016" cy="873851"/>
              </a:xfrm>
              <a:prstGeom prst="straightConnector1">
                <a:avLst/>
              </a:prstGeom>
              <a:noFill/>
              <a:ln cap="flat" cmpd="sng" w="9525">
                <a:solidFill>
                  <a:schemeClr val="dk2"/>
                </a:solidFill>
                <a:prstDash val="solid"/>
                <a:round/>
                <a:headEnd len="med" w="med" type="none"/>
                <a:tailEnd len="med" w="med" type="none"/>
              </a:ln>
            </p:spPr>
          </p:cxnSp>
          <p:cxnSp>
            <p:nvCxnSpPr>
              <p:cNvPr id="1213" name="Google Shape;1213;p20"/>
              <p:cNvCxnSpPr>
                <a:stCxn id="1206" idx="4"/>
                <a:endCxn id="1204" idx="1"/>
              </p:cNvCxnSpPr>
              <p:nvPr/>
            </p:nvCxnSpPr>
            <p:spPr>
              <a:xfrm flipH="1" rot="-10376656">
                <a:off x="9404647" y="1980058"/>
                <a:ext cx="307730" cy="864213"/>
              </a:xfrm>
              <a:prstGeom prst="straightConnector1">
                <a:avLst/>
              </a:prstGeom>
              <a:noFill/>
              <a:ln cap="flat" cmpd="sng" w="9525">
                <a:solidFill>
                  <a:schemeClr val="dk2"/>
                </a:solidFill>
                <a:prstDash val="solid"/>
                <a:round/>
                <a:headEnd len="med" w="med" type="none"/>
                <a:tailEnd len="med" w="med" type="none"/>
              </a:ln>
            </p:spPr>
          </p:cxnSp>
          <p:cxnSp>
            <p:nvCxnSpPr>
              <p:cNvPr id="1214" name="Google Shape;1214;p20"/>
              <p:cNvCxnSpPr>
                <a:stCxn id="1204" idx="7"/>
                <a:endCxn id="1205" idx="4"/>
              </p:cNvCxnSpPr>
              <p:nvPr/>
            </p:nvCxnSpPr>
            <p:spPr>
              <a:xfrm flipH="1" rot="421311">
                <a:off x="9190279" y="1751843"/>
                <a:ext cx="392645" cy="170796"/>
              </a:xfrm>
              <a:prstGeom prst="straightConnector1">
                <a:avLst/>
              </a:prstGeom>
              <a:noFill/>
              <a:ln cap="flat" cmpd="sng" w="9525">
                <a:solidFill>
                  <a:schemeClr val="dk2"/>
                </a:solidFill>
                <a:prstDash val="solid"/>
                <a:round/>
                <a:headEnd len="med" w="med" type="none"/>
                <a:tailEnd len="med" w="med" type="none"/>
              </a:ln>
            </p:spPr>
          </p:cxnSp>
        </p:grpSp>
      </p:grpSp>
      <p:grpSp>
        <p:nvGrpSpPr>
          <p:cNvPr id="1215" name="Google Shape;1215;p20"/>
          <p:cNvGrpSpPr/>
          <p:nvPr/>
        </p:nvGrpSpPr>
        <p:grpSpPr>
          <a:xfrm>
            <a:off x="1055213" y="2247839"/>
            <a:ext cx="7966392" cy="2919030"/>
            <a:chOff x="1055213" y="2247839"/>
            <a:chExt cx="7966392" cy="2919030"/>
          </a:xfrm>
        </p:grpSpPr>
        <p:grpSp>
          <p:nvGrpSpPr>
            <p:cNvPr id="1216" name="Google Shape;1216;p20"/>
            <p:cNvGrpSpPr/>
            <p:nvPr/>
          </p:nvGrpSpPr>
          <p:grpSpPr>
            <a:xfrm rot="6922716">
              <a:off x="8564424" y="2352598"/>
              <a:ext cx="435969" cy="322677"/>
              <a:chOff x="8529533" y="681525"/>
              <a:chExt cx="435967" cy="322675"/>
            </a:xfrm>
          </p:grpSpPr>
          <p:sp>
            <p:nvSpPr>
              <p:cNvPr id="1217" name="Google Shape;1217;p20"/>
              <p:cNvSpPr/>
              <p:nvPr/>
            </p:nvSpPr>
            <p:spPr>
              <a:xfrm rot="10800000">
                <a:off x="8529533" y="886943"/>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8" name="Google Shape;1218;p20"/>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9" name="Google Shape;1219;p20"/>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220" name="Google Shape;1220;p20"/>
            <p:cNvGrpSpPr/>
            <p:nvPr/>
          </p:nvGrpSpPr>
          <p:grpSpPr>
            <a:xfrm rot="-4339891">
              <a:off x="1182221" y="4606017"/>
              <a:ext cx="406263" cy="563558"/>
              <a:chOff x="-4893474" y="4104039"/>
              <a:chExt cx="406275" cy="563575"/>
            </a:xfrm>
          </p:grpSpPr>
          <p:sp>
            <p:nvSpPr>
              <p:cNvPr id="1221" name="Google Shape;1221;p20"/>
              <p:cNvSpPr/>
              <p:nvPr/>
            </p:nvSpPr>
            <p:spPr>
              <a:xfrm rot="10800000">
                <a:off x="-4893474" y="4104039"/>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2" name="Google Shape;1222;p20"/>
              <p:cNvSpPr/>
              <p:nvPr/>
            </p:nvSpPr>
            <p:spPr>
              <a:xfrm rot="10800000">
                <a:off x="-4735299" y="4421139"/>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3" name="Google Shape;1223;p20"/>
              <p:cNvSpPr/>
              <p:nvPr/>
            </p:nvSpPr>
            <p:spPr>
              <a:xfrm rot="10800000">
                <a:off x="-4538499" y="4616314"/>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4" name="Google Shape;1224;p20"/>
              <p:cNvSpPr/>
              <p:nvPr/>
            </p:nvSpPr>
            <p:spPr>
              <a:xfrm rot="10800000">
                <a:off x="-4868574" y="4421139"/>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25" name="Shape 1225"/>
        <p:cNvGrpSpPr/>
        <p:nvPr/>
      </p:nvGrpSpPr>
      <p:grpSpPr>
        <a:xfrm>
          <a:off x="0" y="0"/>
          <a:ext cx="0" cy="0"/>
          <a:chOff x="0" y="0"/>
          <a:chExt cx="0" cy="0"/>
        </a:xfrm>
      </p:grpSpPr>
      <p:sp>
        <p:nvSpPr>
          <p:cNvPr id="1226" name="Google Shape;1226;p21"/>
          <p:cNvSpPr txBox="1"/>
          <p:nvPr>
            <p:ph type="title"/>
          </p:nvPr>
        </p:nvSpPr>
        <p:spPr>
          <a:xfrm>
            <a:off x="2347938" y="564625"/>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7" name="Google Shape;1227;p21"/>
          <p:cNvSpPr txBox="1"/>
          <p:nvPr>
            <p:ph idx="1" type="subTitle"/>
          </p:nvPr>
        </p:nvSpPr>
        <p:spPr>
          <a:xfrm>
            <a:off x="2347900" y="1652350"/>
            <a:ext cx="4448100" cy="105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8" name="Google Shape;1228;p21"/>
          <p:cNvSpPr txBox="1"/>
          <p:nvPr/>
        </p:nvSpPr>
        <p:spPr>
          <a:xfrm>
            <a:off x="2741050" y="3413130"/>
            <a:ext cx="3661800" cy="7890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Mulish"/>
                <a:ea typeface="Mulish"/>
                <a:cs typeface="Mulish"/>
                <a:sym typeface="Mulish"/>
              </a:rPr>
              <a:t>CREDITS:</a:t>
            </a:r>
            <a:r>
              <a:rPr lang="en" sz="1200">
                <a:solidFill>
                  <a:schemeClr val="dk1"/>
                </a:solidFill>
                <a:latin typeface="Mulish"/>
                <a:ea typeface="Mulish"/>
                <a:cs typeface="Mulish"/>
                <a:sym typeface="Mulish"/>
              </a:rPr>
              <a:t>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lang="en" sz="1200">
                <a:solidFill>
                  <a:schemeClr val="dk1"/>
                </a:solidFill>
                <a:latin typeface="Mulish"/>
                <a:ea typeface="Mulish"/>
                <a:cs typeface="Mulish"/>
                <a:sym typeface="Mulish"/>
              </a:rPr>
              <a:t>, and includes icons by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grpSp>
        <p:nvGrpSpPr>
          <p:cNvPr id="1229" name="Google Shape;1229;p21"/>
          <p:cNvGrpSpPr/>
          <p:nvPr/>
        </p:nvGrpSpPr>
        <p:grpSpPr>
          <a:xfrm>
            <a:off x="-1196147" y="-548842"/>
            <a:ext cx="13880920" cy="6874700"/>
            <a:chOff x="-1196147" y="-548842"/>
            <a:chExt cx="13880920" cy="6874700"/>
          </a:xfrm>
        </p:grpSpPr>
        <p:grpSp>
          <p:nvGrpSpPr>
            <p:cNvPr id="1230" name="Google Shape;1230;p21"/>
            <p:cNvGrpSpPr/>
            <p:nvPr/>
          </p:nvGrpSpPr>
          <p:grpSpPr>
            <a:xfrm>
              <a:off x="-1196147" y="-548842"/>
              <a:ext cx="3657841" cy="4417628"/>
              <a:chOff x="-1196147" y="-548842"/>
              <a:chExt cx="3657841" cy="4417628"/>
            </a:xfrm>
          </p:grpSpPr>
          <p:sp>
            <p:nvSpPr>
              <p:cNvPr id="1231" name="Google Shape;1231;p21"/>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2" name="Google Shape;1232;p21"/>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3" name="Google Shape;1233;p21"/>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4" name="Google Shape;1234;p21"/>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5" name="Google Shape;1235;p21"/>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6" name="Google Shape;1236;p21"/>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7" name="Google Shape;1237;p21"/>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8" name="Google Shape;1238;p21"/>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39" name="Google Shape;1239;p21"/>
              <p:cNvCxnSpPr>
                <a:stCxn id="1235" idx="5"/>
                <a:endCxn id="1234"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1240" name="Google Shape;1240;p21"/>
              <p:cNvCxnSpPr>
                <a:stCxn id="1236" idx="4"/>
                <a:endCxn id="1234"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1241" name="Google Shape;1241;p21"/>
              <p:cNvCxnSpPr>
                <a:stCxn id="1231" idx="6"/>
                <a:endCxn id="1235"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1242" name="Google Shape;1242;p21"/>
              <p:cNvCxnSpPr>
                <a:stCxn id="1235" idx="7"/>
                <a:endCxn id="1236"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1243" name="Google Shape;1243;p21"/>
              <p:cNvCxnSpPr>
                <a:stCxn id="1236" idx="6"/>
                <a:endCxn id="1232"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1244" name="Google Shape;1244;p21"/>
              <p:cNvCxnSpPr>
                <a:stCxn id="1234" idx="7"/>
                <a:endCxn id="1232"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1245" name="Google Shape;1245;p21"/>
              <p:cNvCxnSpPr>
                <a:stCxn id="1231" idx="6"/>
                <a:endCxn id="1237"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1246" name="Google Shape;1246;p21"/>
              <p:cNvCxnSpPr>
                <a:stCxn id="1237" idx="6"/>
                <a:endCxn id="1234"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1247" name="Google Shape;1247;p21"/>
              <p:cNvCxnSpPr>
                <a:stCxn id="1237" idx="6"/>
                <a:endCxn id="1233"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1248" name="Google Shape;1248;p21"/>
              <p:cNvCxnSpPr>
                <a:stCxn id="1233" idx="7"/>
                <a:endCxn id="1238"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1249" name="Google Shape;1249;p21"/>
              <p:cNvCxnSpPr>
                <a:stCxn id="1234" idx="6"/>
                <a:endCxn id="1238"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1250" name="Google Shape;1250;p21"/>
              <p:cNvCxnSpPr>
                <a:stCxn id="1238" idx="0"/>
                <a:endCxn id="1232"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1251" name="Google Shape;1251;p21"/>
              <p:cNvCxnSpPr>
                <a:stCxn id="1236" idx="5"/>
                <a:endCxn id="1238"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1252" name="Google Shape;1252;p21"/>
              <p:cNvCxnSpPr>
                <a:stCxn id="1235" idx="6"/>
                <a:endCxn id="1238"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1253" name="Google Shape;1253;p21"/>
              <p:cNvCxnSpPr>
                <a:stCxn id="1235" idx="4"/>
                <a:endCxn id="1233"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1254" name="Google Shape;1254;p21"/>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5" name="Google Shape;1255;p21"/>
              <p:cNvCxnSpPr>
                <a:stCxn id="1238" idx="4"/>
                <a:endCxn id="1254"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1256" name="Google Shape;1256;p21"/>
              <p:cNvCxnSpPr>
                <a:stCxn id="1254" idx="1"/>
                <a:endCxn id="1233"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1257" name="Google Shape;1257;p21"/>
              <p:cNvCxnSpPr>
                <a:stCxn id="1254" idx="1"/>
                <a:endCxn id="1234"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1258" name="Google Shape;1258;p21"/>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9" name="Google Shape;1259;p21"/>
              <p:cNvCxnSpPr>
                <a:stCxn id="1236" idx="0"/>
                <a:endCxn id="1258"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1260" name="Google Shape;1260;p21"/>
              <p:cNvCxnSpPr>
                <a:stCxn id="1232" idx="0"/>
                <a:endCxn id="1258"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1261" name="Google Shape;1261;p21"/>
            <p:cNvGrpSpPr/>
            <p:nvPr/>
          </p:nvGrpSpPr>
          <p:grpSpPr>
            <a:xfrm>
              <a:off x="6988759" y="2308882"/>
              <a:ext cx="5696014" cy="4016976"/>
              <a:chOff x="6988759" y="2308882"/>
              <a:chExt cx="5696014" cy="4016976"/>
            </a:xfrm>
          </p:grpSpPr>
          <p:sp>
            <p:nvSpPr>
              <p:cNvPr id="1262" name="Google Shape;1262;p21"/>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3" name="Google Shape;1263;p21"/>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4" name="Google Shape;1264;p21"/>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5" name="Google Shape;1265;p21"/>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6" name="Google Shape;1266;p21"/>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7" name="Google Shape;1267;p21"/>
              <p:cNvSpPr/>
              <p:nvPr/>
            </p:nvSpPr>
            <p:spPr>
              <a:xfrm flipH="1" rot="10800000">
                <a:off x="8847429" y="6195358"/>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8" name="Google Shape;1268;p21"/>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9" name="Google Shape;1269;p21"/>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70" name="Google Shape;1270;p21"/>
              <p:cNvCxnSpPr>
                <a:stCxn id="1266" idx="5"/>
                <a:endCxn id="1265"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1271" name="Google Shape;1271;p21"/>
              <p:cNvCxnSpPr>
                <a:stCxn id="1267" idx="4"/>
                <a:endCxn id="1265"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1272" name="Google Shape;1272;p21"/>
              <p:cNvCxnSpPr>
                <a:stCxn id="1262" idx="6"/>
                <a:endCxn id="1265"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1273" name="Google Shape;1273;p21"/>
              <p:cNvCxnSpPr>
                <a:stCxn id="1262" idx="0"/>
                <a:endCxn id="1266"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1274" name="Google Shape;1274;p21"/>
              <p:cNvCxnSpPr>
                <a:stCxn id="1266" idx="7"/>
                <a:endCxn id="1267"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1275" name="Google Shape;1275;p21"/>
              <p:cNvCxnSpPr>
                <a:stCxn id="1267" idx="6"/>
                <a:endCxn id="1263"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1276" name="Google Shape;1276;p21"/>
              <p:cNvCxnSpPr>
                <a:stCxn id="1265" idx="7"/>
                <a:endCxn id="1263"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1277" name="Google Shape;1277;p21"/>
              <p:cNvCxnSpPr>
                <a:stCxn id="1262" idx="5"/>
                <a:endCxn id="1268"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1278" name="Google Shape;1278;p21"/>
              <p:cNvCxnSpPr>
                <a:stCxn id="1268" idx="7"/>
                <a:endCxn id="1265"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1279" name="Google Shape;1279;p21"/>
              <p:cNvCxnSpPr>
                <a:stCxn id="1268" idx="7"/>
                <a:endCxn id="1264"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1280" name="Google Shape;1280;p21"/>
              <p:cNvCxnSpPr>
                <a:stCxn id="1264" idx="0"/>
                <a:endCxn id="1265"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1281" name="Google Shape;1281;p21"/>
              <p:cNvCxnSpPr>
                <a:stCxn id="1269" idx="1"/>
                <a:endCxn id="1263"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1282" name="Google Shape;1282;p21"/>
              <p:cNvCxnSpPr>
                <a:stCxn id="1266" idx="6"/>
                <a:endCxn id="1269"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21"/>
              <p:cNvCxnSpPr>
                <a:stCxn id="1263" idx="4"/>
                <a:endCxn id="1264"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1284" name="Google Shape;1284;p21"/>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85" name="Google Shape;1285;p21"/>
              <p:cNvCxnSpPr>
                <a:stCxn id="1269" idx="2"/>
                <a:endCxn id="1284" idx="7"/>
              </p:cNvCxnSpPr>
              <p:nvPr/>
            </p:nvCxnSpPr>
            <p:spPr>
              <a:xfrm rot="10800000">
                <a:off x="11116973" y="3873115"/>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1286" name="Google Shape;1286;p21"/>
              <p:cNvCxnSpPr>
                <a:stCxn id="1284" idx="2"/>
                <a:endCxn id="1264"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1287" name="Google Shape;1287;p21"/>
              <p:cNvCxnSpPr>
                <a:stCxn id="1284" idx="0"/>
                <a:endCxn id="1263"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1288" name="Google Shape;1288;p21"/>
              <p:cNvCxnSpPr>
                <a:stCxn id="1284" idx="1"/>
                <a:endCxn id="1265"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1289" name="Google Shape;1289;p21"/>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0" name="Google Shape;1290;p21"/>
              <p:cNvCxnSpPr>
                <a:stCxn id="1264" idx="3"/>
                <a:endCxn id="1289"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1291" name="Google Shape;1291;p21"/>
              <p:cNvCxnSpPr>
                <a:stCxn id="1289" idx="0"/>
                <a:endCxn id="1268"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1292" name="Google Shape;1292;p21"/>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3" name="Google Shape;1293;p21"/>
              <p:cNvCxnSpPr>
                <a:stCxn id="1262" idx="6"/>
                <a:endCxn id="1292"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1294" name="Google Shape;1294;p21"/>
              <p:cNvCxnSpPr>
                <a:stCxn id="1268" idx="0"/>
                <a:endCxn id="1292"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1295" name="Google Shape;1295;p21"/>
              <p:cNvCxnSpPr>
                <a:stCxn id="1292" idx="6"/>
                <a:endCxn id="1265"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1296" name="Google Shape;1296;p21"/>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7" name="Google Shape;1297;p21"/>
              <p:cNvCxnSpPr>
                <a:stCxn id="1289" idx="5"/>
                <a:endCxn id="1296"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1298" name="Google Shape;1298;p21"/>
              <p:cNvCxnSpPr>
                <a:stCxn id="1296" idx="7"/>
                <a:endCxn id="1264"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1299" name="Google Shape;1299;p21"/>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00" name="Google Shape;1300;p21"/>
              <p:cNvCxnSpPr>
                <a:stCxn id="1289" idx="0"/>
                <a:endCxn id="1299"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1301" name="Google Shape;1301;p21"/>
              <p:cNvCxnSpPr>
                <a:stCxn id="1299" idx="1"/>
                <a:endCxn id="1268"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1302" name="Google Shape;1302;p21"/>
              <p:cNvCxnSpPr>
                <a:stCxn id="1299" idx="6"/>
                <a:endCxn id="1264"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03" name="Shape 1303"/>
        <p:cNvGrpSpPr/>
        <p:nvPr/>
      </p:nvGrpSpPr>
      <p:grpSpPr>
        <a:xfrm>
          <a:off x="0" y="0"/>
          <a:ext cx="0" cy="0"/>
          <a:chOff x="0" y="0"/>
          <a:chExt cx="0" cy="0"/>
        </a:xfrm>
      </p:grpSpPr>
      <p:grpSp>
        <p:nvGrpSpPr>
          <p:cNvPr id="1304" name="Google Shape;1304;p22"/>
          <p:cNvGrpSpPr/>
          <p:nvPr/>
        </p:nvGrpSpPr>
        <p:grpSpPr>
          <a:xfrm>
            <a:off x="119476" y="1141150"/>
            <a:ext cx="7318880" cy="3862644"/>
            <a:chOff x="119476" y="1141150"/>
            <a:chExt cx="7318880" cy="3862644"/>
          </a:xfrm>
        </p:grpSpPr>
        <p:grpSp>
          <p:nvGrpSpPr>
            <p:cNvPr id="1305" name="Google Shape;1305;p22"/>
            <p:cNvGrpSpPr/>
            <p:nvPr/>
          </p:nvGrpSpPr>
          <p:grpSpPr>
            <a:xfrm rot="10800000">
              <a:off x="119476" y="1141150"/>
              <a:ext cx="298275" cy="322675"/>
              <a:chOff x="8667225" y="681525"/>
              <a:chExt cx="298275" cy="322675"/>
            </a:xfrm>
          </p:grpSpPr>
          <p:sp>
            <p:nvSpPr>
              <p:cNvPr id="1306" name="Google Shape;1306;p22"/>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7" name="Google Shape;1307;p22"/>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8" name="Google Shape;1308;p22"/>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09" name="Google Shape;1309;p22"/>
            <p:cNvGrpSpPr/>
            <p:nvPr/>
          </p:nvGrpSpPr>
          <p:grpSpPr>
            <a:xfrm rot="-5139163">
              <a:off x="6960991" y="4509560"/>
              <a:ext cx="254304" cy="683114"/>
              <a:chOff x="140150" y="4353245"/>
              <a:chExt cx="254310" cy="683130"/>
            </a:xfrm>
          </p:grpSpPr>
          <p:sp>
            <p:nvSpPr>
              <p:cNvPr id="1310" name="Google Shape;1310;p22"/>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1" name="Google Shape;1311;p22"/>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2" name="Google Shape;1312;p22"/>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3" name="Google Shape;1313;p22"/>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314" name="Google Shape;1314;p22"/>
          <p:cNvGrpSpPr/>
          <p:nvPr/>
        </p:nvGrpSpPr>
        <p:grpSpPr>
          <a:xfrm>
            <a:off x="-3264108" y="1062527"/>
            <a:ext cx="12699758" cy="5125916"/>
            <a:chOff x="-3264108" y="1062527"/>
            <a:chExt cx="12699758" cy="5125916"/>
          </a:xfrm>
        </p:grpSpPr>
        <p:grpSp>
          <p:nvGrpSpPr>
            <p:cNvPr id="1315" name="Google Shape;1315;p22"/>
            <p:cNvGrpSpPr/>
            <p:nvPr/>
          </p:nvGrpSpPr>
          <p:grpSpPr>
            <a:xfrm rot="10800000">
              <a:off x="7825876" y="2716263"/>
              <a:ext cx="1609774" cy="2641456"/>
              <a:chOff x="-225924" y="-192037"/>
              <a:chExt cx="1609774" cy="2641456"/>
            </a:xfrm>
          </p:grpSpPr>
          <p:cxnSp>
            <p:nvCxnSpPr>
              <p:cNvPr id="1316" name="Google Shape;1316;p22"/>
              <p:cNvCxnSpPr>
                <a:stCxn id="1317" idx="7"/>
                <a:endCxn id="1318"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1318" name="Google Shape;1318;p22"/>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9" name="Google Shape;1319;p22"/>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0" name="Google Shape;1320;p22"/>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1" name="Google Shape;1321;p22"/>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2" name="Google Shape;1322;p22"/>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3" name="Google Shape;1323;p22"/>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24" name="Google Shape;1324;p22"/>
              <p:cNvCxnSpPr>
                <a:stCxn id="1323" idx="4"/>
                <a:endCxn id="1320"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1325" name="Google Shape;1325;p22"/>
              <p:cNvCxnSpPr>
                <a:stCxn id="1322" idx="4"/>
                <a:endCxn id="1320"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1326" name="Google Shape;1326;p22"/>
              <p:cNvCxnSpPr>
                <a:stCxn id="1322" idx="5"/>
                <a:endCxn id="1323"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1327" name="Google Shape;1327;p22"/>
              <p:cNvCxnSpPr>
                <a:stCxn id="1322" idx="0"/>
                <a:endCxn id="1319"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1328" name="Google Shape;1328;p22"/>
              <p:cNvCxnSpPr>
                <a:stCxn id="1322" idx="7"/>
                <a:endCxn id="1317"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1329" name="Google Shape;1329;p22"/>
              <p:cNvCxnSpPr>
                <a:stCxn id="1319" idx="5"/>
                <a:endCxn id="1317"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1330" name="Google Shape;1330;p22"/>
              <p:cNvCxnSpPr>
                <a:stCxn id="1319" idx="6"/>
                <a:endCxn id="1318"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1331" name="Google Shape;1331;p22"/>
              <p:cNvCxnSpPr>
                <a:stCxn id="1321" idx="2"/>
                <a:endCxn id="1319"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1332" name="Google Shape;1332;p22"/>
              <p:cNvCxnSpPr>
                <a:stCxn id="1323" idx="0"/>
                <a:endCxn id="1317"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1333" name="Google Shape;1333;p22"/>
              <p:cNvCxnSpPr>
                <a:stCxn id="1323" idx="0"/>
                <a:endCxn id="1321"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1317" name="Google Shape;1317;p22"/>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34" name="Google Shape;1334;p22"/>
            <p:cNvGrpSpPr/>
            <p:nvPr/>
          </p:nvGrpSpPr>
          <p:grpSpPr>
            <a:xfrm rot="2030497">
              <a:off x="-2581586" y="1819329"/>
              <a:ext cx="3816850" cy="3612312"/>
              <a:chOff x="-100549" y="47919"/>
              <a:chExt cx="4607849" cy="4360923"/>
            </a:xfrm>
          </p:grpSpPr>
          <p:sp>
            <p:nvSpPr>
              <p:cNvPr id="1335" name="Google Shape;1335;p22"/>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6" name="Google Shape;1336;p22"/>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7" name="Google Shape;1337;p22"/>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8" name="Google Shape;1338;p22"/>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9" name="Google Shape;1339;p22"/>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0" name="Google Shape;1340;p22"/>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1" name="Google Shape;1341;p22"/>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2" name="Google Shape;1342;p22"/>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43" name="Google Shape;1343;p22"/>
              <p:cNvCxnSpPr>
                <a:stCxn id="1339" idx="5"/>
                <a:endCxn id="1338"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1344" name="Google Shape;1344;p22"/>
              <p:cNvCxnSpPr>
                <a:stCxn id="1340" idx="4"/>
                <a:endCxn id="1338"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1345" name="Google Shape;1345;p22"/>
              <p:cNvCxnSpPr>
                <a:stCxn id="1335" idx="6"/>
                <a:endCxn id="1338"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1346" name="Google Shape;1346;p22"/>
              <p:cNvCxnSpPr>
                <a:stCxn id="1335" idx="0"/>
                <a:endCxn id="1339"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1347" name="Google Shape;1347;p22"/>
              <p:cNvCxnSpPr>
                <a:stCxn id="1339" idx="7"/>
                <a:endCxn id="1340"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1348" name="Google Shape;1348;p22"/>
              <p:cNvCxnSpPr>
                <a:stCxn id="1340" idx="6"/>
                <a:endCxn id="1336"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1349" name="Google Shape;1349;p22"/>
              <p:cNvCxnSpPr>
                <a:stCxn id="1338" idx="7"/>
                <a:endCxn id="1336"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1350" name="Google Shape;1350;p22"/>
              <p:cNvCxnSpPr>
                <a:stCxn id="1335" idx="5"/>
                <a:endCxn id="1341"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1351" name="Google Shape;1351;p22"/>
              <p:cNvCxnSpPr>
                <a:stCxn id="1341" idx="7"/>
                <a:endCxn id="1338"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1352" name="Google Shape;1352;p22"/>
              <p:cNvCxnSpPr>
                <a:stCxn id="1341" idx="5"/>
                <a:endCxn id="1337"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1353" name="Google Shape;1353;p22"/>
              <p:cNvCxnSpPr>
                <a:stCxn id="1337" idx="0"/>
                <a:endCxn id="1338"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1354" name="Google Shape;1354;p22"/>
              <p:cNvCxnSpPr>
                <a:stCxn id="1337" idx="7"/>
                <a:endCxn id="1342"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1355" name="Google Shape;1355;p22"/>
              <p:cNvCxnSpPr>
                <a:stCxn id="1338" idx="6"/>
                <a:endCxn id="1342"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1356" name="Google Shape;1356;p22"/>
              <p:cNvCxnSpPr>
                <a:stCxn id="1342" idx="0"/>
                <a:endCxn id="1336"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1357" name="Google Shape;1357;p22"/>
              <p:cNvCxnSpPr>
                <a:stCxn id="1339" idx="4"/>
                <a:endCxn id="1337"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1358" name="Google Shape;1358;p22"/>
              <p:cNvCxnSpPr>
                <a:stCxn id="1336" idx="4"/>
                <a:endCxn id="1337"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1359" name="Google Shape;1359;p22"/>
              <p:cNvCxnSpPr>
                <a:stCxn id="1335" idx="5"/>
                <a:endCxn id="1337"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1360" name="Google Shape;1360;p22"/>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61" name="Google Shape;1361;p22"/>
              <p:cNvCxnSpPr>
                <a:stCxn id="1342" idx="4"/>
                <a:endCxn id="1360"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1362" name="Google Shape;1362;p22"/>
              <p:cNvCxnSpPr>
                <a:stCxn id="1360" idx="2"/>
                <a:endCxn id="1337"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1363" name="Google Shape;1363;p22"/>
              <p:cNvCxnSpPr>
                <a:stCxn id="1360" idx="0"/>
                <a:endCxn id="1336"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1364" name="Google Shape;1364;p22"/>
              <p:cNvCxnSpPr>
                <a:stCxn id="1360" idx="1"/>
                <a:endCxn id="1338"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1365" name="Google Shape;1365;p22"/>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66" name="Google Shape;1366;p22"/>
              <p:cNvCxnSpPr>
                <a:stCxn id="1360" idx="2"/>
                <a:endCxn id="1365"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1367" name="Google Shape;1367;p22"/>
              <p:cNvCxnSpPr>
                <a:stCxn id="1365" idx="1"/>
                <a:endCxn id="1341"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68" name="Shape 1368"/>
        <p:cNvGrpSpPr/>
        <p:nvPr/>
      </p:nvGrpSpPr>
      <p:grpSpPr>
        <a:xfrm>
          <a:off x="0" y="0"/>
          <a:ext cx="0" cy="0"/>
          <a:chOff x="0" y="0"/>
          <a:chExt cx="0" cy="0"/>
        </a:xfrm>
      </p:grpSpPr>
      <p:grpSp>
        <p:nvGrpSpPr>
          <p:cNvPr id="1369" name="Google Shape;1369;p23"/>
          <p:cNvGrpSpPr/>
          <p:nvPr/>
        </p:nvGrpSpPr>
        <p:grpSpPr>
          <a:xfrm>
            <a:off x="190301" y="174004"/>
            <a:ext cx="8808974" cy="4007621"/>
            <a:chOff x="190301" y="174004"/>
            <a:chExt cx="8808974" cy="4007621"/>
          </a:xfrm>
        </p:grpSpPr>
        <p:grpSp>
          <p:nvGrpSpPr>
            <p:cNvPr id="1370" name="Google Shape;1370;p23"/>
            <p:cNvGrpSpPr/>
            <p:nvPr/>
          </p:nvGrpSpPr>
          <p:grpSpPr>
            <a:xfrm rot="10800000">
              <a:off x="190301" y="3858950"/>
              <a:ext cx="298275" cy="322675"/>
              <a:chOff x="8667225" y="681525"/>
              <a:chExt cx="298275" cy="322675"/>
            </a:xfrm>
          </p:grpSpPr>
          <p:sp>
            <p:nvSpPr>
              <p:cNvPr id="1371" name="Google Shape;1371;p23"/>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2" name="Google Shape;1372;p23"/>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3" name="Google Shape;1373;p23"/>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74" name="Google Shape;1374;p23"/>
            <p:cNvGrpSpPr/>
            <p:nvPr/>
          </p:nvGrpSpPr>
          <p:grpSpPr>
            <a:xfrm rot="-5139163">
              <a:off x="8591694" y="201328"/>
              <a:ext cx="406266" cy="379191"/>
              <a:chOff x="140150" y="4657175"/>
              <a:chExt cx="406275" cy="379200"/>
            </a:xfrm>
          </p:grpSpPr>
          <p:sp>
            <p:nvSpPr>
              <p:cNvPr id="1375" name="Google Shape;1375;p23"/>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6" name="Google Shape;1376;p23"/>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7" name="Google Shape;1377;p23"/>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8" name="Google Shape;1378;p23"/>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379" name="Google Shape;1379;p23"/>
          <p:cNvGrpSpPr/>
          <p:nvPr/>
        </p:nvGrpSpPr>
        <p:grpSpPr>
          <a:xfrm>
            <a:off x="115024" y="-2374836"/>
            <a:ext cx="8971639" cy="9886184"/>
            <a:chOff x="115024" y="-2374836"/>
            <a:chExt cx="8971639" cy="9886184"/>
          </a:xfrm>
        </p:grpSpPr>
        <p:grpSp>
          <p:nvGrpSpPr>
            <p:cNvPr id="1380" name="Google Shape;1380;p23"/>
            <p:cNvGrpSpPr/>
            <p:nvPr/>
          </p:nvGrpSpPr>
          <p:grpSpPr>
            <a:xfrm flipH="1">
              <a:off x="115024" y="-2374836"/>
              <a:ext cx="3687215" cy="3485542"/>
              <a:chOff x="5337386" y="-2374836"/>
              <a:chExt cx="3687215" cy="3485542"/>
            </a:xfrm>
          </p:grpSpPr>
          <p:sp>
            <p:nvSpPr>
              <p:cNvPr id="1381" name="Google Shape;1381;p23"/>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2" name="Google Shape;1382;p23"/>
              <p:cNvSpPr/>
              <p:nvPr/>
            </p:nvSpPr>
            <p:spPr>
              <a:xfrm rot="9699868">
                <a:off x="6325487" y="-94127"/>
                <a:ext cx="164028" cy="164028"/>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3" name="Google Shape;1383;p23"/>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4" name="Google Shape;1384;p23"/>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5" name="Google Shape;1385;p23"/>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6" name="Google Shape;1386;p23"/>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7" name="Google Shape;1387;p23"/>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8" name="Google Shape;1388;p23"/>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89" name="Google Shape;1389;p23"/>
              <p:cNvCxnSpPr>
                <a:stCxn id="1385" idx="5"/>
                <a:endCxn id="1384"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1390" name="Google Shape;1390;p23"/>
              <p:cNvCxnSpPr>
                <a:stCxn id="1386" idx="4"/>
                <a:endCxn id="1384"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391" name="Google Shape;1391;p23"/>
              <p:cNvCxnSpPr>
                <a:stCxn id="1381" idx="0"/>
                <a:endCxn id="1385"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1392" name="Google Shape;1392;p23"/>
              <p:cNvCxnSpPr>
                <a:stCxn id="1385" idx="6"/>
                <a:endCxn id="1386"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1393" name="Google Shape;1393;p23"/>
              <p:cNvCxnSpPr>
                <a:stCxn id="1386" idx="6"/>
                <a:endCxn id="1382"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394" name="Google Shape;1394;p23"/>
              <p:cNvCxnSpPr>
                <a:stCxn id="1384" idx="6"/>
                <a:endCxn id="1382"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1395" name="Google Shape;1395;p23"/>
              <p:cNvCxnSpPr>
                <a:stCxn id="1381" idx="6"/>
                <a:endCxn id="1387"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396" name="Google Shape;1396;p23"/>
              <p:cNvCxnSpPr>
                <a:stCxn id="1381" idx="7"/>
                <a:endCxn id="1384"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397" name="Google Shape;1397;p23"/>
              <p:cNvCxnSpPr>
                <a:stCxn id="1387" idx="7"/>
                <a:endCxn id="1383"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398" name="Google Shape;1398;p23"/>
              <p:cNvCxnSpPr>
                <a:stCxn id="1383" idx="0"/>
                <a:endCxn id="1384"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399" name="Google Shape;1399;p23"/>
              <p:cNvCxnSpPr>
                <a:stCxn id="1388" idx="2"/>
                <a:endCxn id="1382"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400" name="Google Shape;1400;p23"/>
              <p:cNvCxnSpPr>
                <a:stCxn id="1386" idx="7"/>
                <a:endCxn id="1388"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401" name="Google Shape;1401;p23"/>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2" name="Google Shape;1402;p23"/>
              <p:cNvCxnSpPr>
                <a:stCxn id="1388" idx="3"/>
                <a:endCxn id="1401"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403" name="Google Shape;1403;p23"/>
              <p:cNvCxnSpPr>
                <a:stCxn id="1401" idx="2"/>
                <a:endCxn id="1383"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404" name="Google Shape;1404;p23"/>
              <p:cNvCxnSpPr>
                <a:stCxn id="1401" idx="0"/>
                <a:endCxn id="1382"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405" name="Google Shape;1405;p23"/>
              <p:cNvCxnSpPr>
                <a:stCxn id="1401" idx="1"/>
                <a:endCxn id="1384"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406" name="Google Shape;1406;p23"/>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7" name="Google Shape;1407;p23"/>
              <p:cNvCxnSpPr>
                <a:stCxn id="1383" idx="2"/>
                <a:endCxn id="1406"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408" name="Google Shape;1408;p23"/>
              <p:cNvCxnSpPr>
                <a:stCxn id="1406" idx="3"/>
                <a:endCxn id="1381"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409" name="Google Shape;1409;p23"/>
              <p:cNvCxnSpPr>
                <a:stCxn id="1384" idx="4"/>
                <a:endCxn id="1406"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410" name="Google Shape;1410;p23"/>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11" name="Google Shape;1411;p23"/>
              <p:cNvCxnSpPr>
                <a:stCxn id="1384" idx="0"/>
                <a:endCxn id="1410"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1412" name="Google Shape;1412;p23"/>
              <p:cNvCxnSpPr>
                <a:stCxn id="1385" idx="7"/>
                <a:endCxn id="1410"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1413" name="Google Shape;1413;p23"/>
            <p:cNvGrpSpPr/>
            <p:nvPr/>
          </p:nvGrpSpPr>
          <p:grpSpPr>
            <a:xfrm>
              <a:off x="4731484" y="3997585"/>
              <a:ext cx="4355179" cy="3513764"/>
              <a:chOff x="720009" y="3852908"/>
              <a:chExt cx="4355179" cy="3513764"/>
            </a:xfrm>
          </p:grpSpPr>
          <p:sp>
            <p:nvSpPr>
              <p:cNvPr id="1414" name="Google Shape;1414;p23"/>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5" name="Google Shape;1415;p23"/>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6" name="Google Shape;1416;p23"/>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7" name="Google Shape;1417;p23"/>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8" name="Google Shape;1418;p23"/>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9" name="Google Shape;1419;p23"/>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0" name="Google Shape;1420;p23"/>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1" name="Google Shape;1421;p23"/>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22" name="Google Shape;1422;p23"/>
              <p:cNvCxnSpPr>
                <a:stCxn id="1419" idx="4"/>
                <a:endCxn id="1417"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1423" name="Google Shape;1423;p23"/>
              <p:cNvCxnSpPr>
                <a:stCxn id="1414" idx="7"/>
                <a:endCxn id="1418"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1424" name="Google Shape;1424;p23"/>
              <p:cNvCxnSpPr>
                <a:stCxn id="1418" idx="7"/>
                <a:endCxn id="1419"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1425" name="Google Shape;1425;p23"/>
              <p:cNvCxnSpPr>
                <a:stCxn id="1419" idx="6"/>
                <a:endCxn id="1415"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426" name="Google Shape;1426;p23"/>
              <p:cNvCxnSpPr>
                <a:stCxn id="1417" idx="7"/>
                <a:endCxn id="1415"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1427" name="Google Shape;1427;p23"/>
              <p:cNvCxnSpPr>
                <a:stCxn id="1414" idx="6"/>
                <a:endCxn id="1420"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1428" name="Google Shape;1428;p23"/>
              <p:cNvCxnSpPr>
                <a:stCxn id="1420" idx="0"/>
                <a:endCxn id="1417"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1429" name="Google Shape;1429;p23"/>
              <p:cNvCxnSpPr>
                <a:stCxn id="1420" idx="5"/>
                <a:endCxn id="1416"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430" name="Google Shape;1430;p23"/>
              <p:cNvCxnSpPr>
                <a:stCxn id="1416" idx="0"/>
                <a:endCxn id="1417"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1431" name="Google Shape;1431;p23"/>
              <p:cNvCxnSpPr>
                <a:stCxn id="1416" idx="7"/>
                <a:endCxn id="1421"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432" name="Google Shape;1432;p23"/>
              <p:cNvCxnSpPr>
                <a:stCxn id="1417" idx="6"/>
                <a:endCxn id="1421"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1433" name="Google Shape;1433;p23"/>
              <p:cNvCxnSpPr>
                <a:stCxn id="1421" idx="0"/>
                <a:endCxn id="1415"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1434" name="Google Shape;1434;p23"/>
              <p:cNvCxnSpPr>
                <a:stCxn id="1419" idx="5"/>
                <a:endCxn id="1421"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435" name="Google Shape;1435;p23"/>
              <p:cNvCxnSpPr>
                <a:stCxn id="1418" idx="6"/>
                <a:endCxn id="1421"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1436" name="Google Shape;1436;p23"/>
              <p:cNvCxnSpPr>
                <a:stCxn id="1418" idx="5"/>
                <a:endCxn id="1420"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1437" name="Google Shape;1437;p23"/>
              <p:cNvCxnSpPr>
                <a:stCxn id="1415" idx="4"/>
                <a:endCxn id="1416"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438" name="Google Shape;1438;p23"/>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39" name="Google Shape;1439;p23"/>
              <p:cNvCxnSpPr>
                <a:stCxn id="1421" idx="4"/>
                <a:endCxn id="1438"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440" name="Google Shape;1440;p23"/>
              <p:cNvCxnSpPr>
                <a:stCxn id="1438" idx="1"/>
                <a:endCxn id="1416"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1441" name="Google Shape;1441;p23"/>
              <p:cNvSpPr/>
              <p:nvPr/>
            </p:nvSpPr>
            <p:spPr>
              <a:xfrm rot="8759498">
                <a:off x="1785083" y="4514433"/>
                <a:ext cx="194703" cy="194703"/>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42" name="Google Shape;1442;p23"/>
              <p:cNvCxnSpPr>
                <a:stCxn id="1438" idx="2"/>
                <a:endCxn id="1441"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443" name="Google Shape;1443;p23"/>
              <p:cNvCxnSpPr>
                <a:stCxn id="1441" idx="1"/>
                <a:endCxn id="1420"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444" name="Google Shape;1444;p23"/>
              <p:cNvCxnSpPr>
                <a:stCxn id="1441" idx="7"/>
                <a:endCxn id="1416"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48" name="Shape 1448"/>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449" name="Shape 1449"/>
        <p:cNvGrpSpPr/>
        <p:nvPr/>
      </p:nvGrpSpPr>
      <p:grpSpPr>
        <a:xfrm>
          <a:off x="0" y="0"/>
          <a:ext cx="0" cy="0"/>
          <a:chOff x="0" y="0"/>
          <a:chExt cx="0" cy="0"/>
        </a:xfrm>
      </p:grpSpPr>
      <p:sp>
        <p:nvSpPr>
          <p:cNvPr id="1450" name="Google Shape;1450;p26"/>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Arial"/>
              <a:buNone/>
              <a:defRPr>
                <a:solidFill>
                  <a:schemeClr val="lt1"/>
                </a:solidFill>
                <a:latin typeface="Arial"/>
                <a:ea typeface="Arial"/>
                <a:cs typeface="Arial"/>
                <a:sym typeface="Arial"/>
              </a:defRPr>
            </a:lvl1pPr>
            <a:lvl2pPr lvl="1">
              <a:spcBef>
                <a:spcPts val="0"/>
              </a:spcBef>
              <a:spcAft>
                <a:spcPts val="0"/>
              </a:spcAft>
              <a:buSzPts val="2400"/>
              <a:buFont typeface="Arial"/>
              <a:buNone/>
              <a:defRPr>
                <a:latin typeface="Arial"/>
                <a:ea typeface="Arial"/>
                <a:cs typeface="Arial"/>
                <a:sym typeface="Arial"/>
              </a:defRPr>
            </a:lvl2pPr>
            <a:lvl3pPr lvl="2">
              <a:spcBef>
                <a:spcPts val="0"/>
              </a:spcBef>
              <a:spcAft>
                <a:spcPts val="0"/>
              </a:spcAft>
              <a:buSzPts val="2400"/>
              <a:buFont typeface="Arial"/>
              <a:buNone/>
              <a:defRPr>
                <a:latin typeface="Arial"/>
                <a:ea typeface="Arial"/>
                <a:cs typeface="Arial"/>
                <a:sym typeface="Arial"/>
              </a:defRPr>
            </a:lvl3pPr>
            <a:lvl4pPr lvl="3">
              <a:spcBef>
                <a:spcPts val="0"/>
              </a:spcBef>
              <a:spcAft>
                <a:spcPts val="0"/>
              </a:spcAft>
              <a:buSzPts val="2400"/>
              <a:buFont typeface="Arial"/>
              <a:buNone/>
              <a:defRPr>
                <a:latin typeface="Arial"/>
                <a:ea typeface="Arial"/>
                <a:cs typeface="Arial"/>
                <a:sym typeface="Arial"/>
              </a:defRPr>
            </a:lvl4pPr>
            <a:lvl5pPr lvl="4">
              <a:spcBef>
                <a:spcPts val="0"/>
              </a:spcBef>
              <a:spcAft>
                <a:spcPts val="0"/>
              </a:spcAft>
              <a:buSzPts val="2400"/>
              <a:buFont typeface="Arial"/>
              <a:buNone/>
              <a:defRPr>
                <a:latin typeface="Arial"/>
                <a:ea typeface="Arial"/>
                <a:cs typeface="Arial"/>
                <a:sym typeface="Arial"/>
              </a:defRPr>
            </a:lvl5pPr>
            <a:lvl6pPr lvl="5">
              <a:spcBef>
                <a:spcPts val="0"/>
              </a:spcBef>
              <a:spcAft>
                <a:spcPts val="0"/>
              </a:spcAft>
              <a:buSzPts val="2400"/>
              <a:buFont typeface="Arial"/>
              <a:buNone/>
              <a:defRPr>
                <a:latin typeface="Arial"/>
                <a:ea typeface="Arial"/>
                <a:cs typeface="Arial"/>
                <a:sym typeface="Arial"/>
              </a:defRPr>
            </a:lvl6pPr>
            <a:lvl7pPr lvl="6">
              <a:spcBef>
                <a:spcPts val="0"/>
              </a:spcBef>
              <a:spcAft>
                <a:spcPts val="0"/>
              </a:spcAft>
              <a:buSzPts val="2400"/>
              <a:buFont typeface="Arial"/>
              <a:buNone/>
              <a:defRPr>
                <a:latin typeface="Arial"/>
                <a:ea typeface="Arial"/>
                <a:cs typeface="Arial"/>
                <a:sym typeface="Arial"/>
              </a:defRPr>
            </a:lvl7pPr>
            <a:lvl8pPr lvl="7">
              <a:spcBef>
                <a:spcPts val="0"/>
              </a:spcBef>
              <a:spcAft>
                <a:spcPts val="0"/>
              </a:spcAft>
              <a:buSzPts val="2400"/>
              <a:buFont typeface="Arial"/>
              <a:buNone/>
              <a:defRPr>
                <a:latin typeface="Arial"/>
                <a:ea typeface="Arial"/>
                <a:cs typeface="Arial"/>
                <a:sym typeface="Arial"/>
              </a:defRPr>
            </a:lvl8pPr>
            <a:lvl9pPr lvl="8">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445" name="Shape 1445"/>
        <p:cNvGrpSpPr/>
        <p:nvPr/>
      </p:nvGrpSpPr>
      <p:grpSpPr>
        <a:xfrm>
          <a:off x="0" y="0"/>
          <a:ext cx="0" cy="0"/>
          <a:chOff x="0" y="0"/>
          <a:chExt cx="0" cy="0"/>
        </a:xfrm>
      </p:grpSpPr>
      <p:sp>
        <p:nvSpPr>
          <p:cNvPr id="1446" name="Google Shape;1446;p24"/>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447" name="Google Shape;1447;p24"/>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Tính đơn điệu và cực trị của hàm số</a:t>
            </a:r>
          </a:p>
        </p:txBody>
      </p:sp>
      <p:sp>
        <p:nvSpPr>
          <p:cNvPr id="3" name="Subtitle 2"/>
          <p:cNvSpPr>
            <a:spLocks noGrp="1"/>
          </p:cNvSpPr>
          <p:nvPr>
            <p:ph type="subTitle" idx="1"/>
          </p:nvPr>
        </p:nvSpPr>
        <p:spPr>
          <a:xfrm>
            <a:off x="731520" y="1280160"/>
            <a:ext cx="3931920" cy="3474720"/>
          </a:xfrm>
        </p:spPr>
        <p:txBody>
          <a:bodyPr wrap="square"/>
          <a:lstStyle/>
          <a:p/>
        </p:txBody>
      </p:sp>
      <p:pic>
        <p:nvPicPr>
          <p:cNvPr id="4" name="Picture 3"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Tình huống khởi động</a:t>
            </a:r>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a:xfrm>
            <a:off x="731520" y="1280160"/>
            <a:ext cx="3931920" cy="3474720"/>
          </a:xfrm>
        </p:spPr>
        <p:txBody>
          <a:bodyPr wrap="square"/>
          <a:lstStyle/>
          <a:p>
            <a:r>
              <a:rPr sz="1600">
                <a:solidFill>
                  <a:srgbClr val="2C3E50"/>
                </a:solidFill>
                <a:latin typeface="Times New Roman"/>
              </a:rPr>
              <a:t>• Xét chuyển động của một vật trên một quỹ đạo có hình dạng đồ thị hàm số y = x³ - 3x.</a:t>
            </a:r>
          </a:p>
          <a:p>
            <a:r>
              <a:rPr sz="1600">
                <a:solidFill>
                  <a:srgbClr val="2C3E50"/>
                </a:solidFill>
                <a:latin typeface="Times New Roman"/>
              </a:rPr>
              <a:t>• Hãy xác định khoảng thời gian mà vật đang đi lên (độ cao tăng dần).</a:t>
            </a:r>
          </a:p>
          <a:p>
            <a:r>
              <a:rPr sz="1600">
                <a:solidFill>
                  <a:srgbClr val="2C3E50"/>
                </a:solidFill>
                <a:latin typeface="Times New Roman"/>
              </a:rPr>
              <a:t>• Hãy xác định khoảng thời gian mà vật đang đi xuống (độ cao giảm dần).</a:t>
            </a:r>
          </a:p>
          <a:p>
            <a:r>
              <a:rPr sz="1600">
                <a:solidFill>
                  <a:srgbClr val="2C3E50"/>
                </a:solidFill>
                <a:latin typeface="Times New Roman"/>
              </a:rPr>
              <a:t>• Xác định các điểm mà tại đó vật đạt độ cao cao nhất hoặc thấp nhất cục bộ.</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Tính đơn điệu của hàm số</a:t>
            </a:r>
          </a:p>
        </p:txBody>
      </p:sp>
      <p:sp>
        <p:nvSpPr>
          <p:cNvPr id="3" name="Subtitle 2"/>
          <p:cNvSpPr>
            <a:spLocks noGrp="1"/>
          </p:cNvSpPr>
          <p:nvPr>
            <p:ph type="subTitle" idx="1"/>
          </p:nvPr>
        </p:nvSpPr>
        <p:spPr/>
        <p:txBody>
          <a:bodyPr/>
          <a:lstStyle/>
          <a:p>
            <a:r>
              <a:t>Mối liên hệ giữa đạo hàm và tính đơn điệu</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Giả sử hàm số y = f(x) có đạo hàm trên khoảng K.</a:t>
            </a:r>
          </a:p>
          <a:p>
            <a:r>
              <a:rPr sz="1600">
                <a:solidFill>
                  <a:srgbClr val="2C3E50"/>
                </a:solidFill>
                <a:latin typeface="Times New Roman"/>
              </a:rPr>
              <a:t>• Nếu f'(x) &gt; 0 với mọi x ∈ K thì hàm số đồng biến trên khoảng K.</a:t>
            </a:r>
          </a:p>
          <a:p>
            <a:r>
              <a:rPr sz="1600">
                <a:solidFill>
                  <a:srgbClr val="2C3E50"/>
                </a:solidFill>
                <a:latin typeface="Times New Roman"/>
              </a:rPr>
              <a:t>• Nếu f'(x) &lt; 0 với mọi x ∈ K thì hàm số nghịch biến trên khoảng K.</a:t>
            </a:r>
          </a:p>
          <a:p>
            <a:r>
              <a:rPr sz="1600">
                <a:solidFill>
                  <a:srgbClr val="2C3E50"/>
                </a:solidFill>
                <a:latin typeface="Times New Roman"/>
              </a:rPr>
              <a:t>• Nếu f'(x) = 0 với mọi x ∈ K thì hàm số không đổi (hàm hằng) trên K.</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pic>
        <p:nvPicPr>
          <p:cNvPr id="7" name="Picture 6" descr="image.png"/>
          <p:cNvPicPr>
            <a:picLocks noChangeAspect="1"/>
          </p:cNvPicPr>
          <p:nvPr/>
        </p:nvPicPr>
        <p:blipFill>
          <a:blip r:embed="rId2"/>
          <a:stretch>
            <a:fillRect/>
          </a:stretch>
        </p:blipFill>
        <p:spPr>
          <a:xfrm>
            <a:off x="731520" y="3291839"/>
            <a:ext cx="5386214" cy="548640"/>
          </a:xfrm>
          <a:prstGeom prst="rect">
            <a:avLst/>
          </a:prstGeom>
        </p:spPr>
      </p:pic>
      <p:pic>
        <p:nvPicPr>
          <p:cNvPr id="8" name="Picture 7" descr="image.png"/>
          <p:cNvPicPr>
            <a:picLocks noChangeAspect="1"/>
          </p:cNvPicPr>
          <p:nvPr/>
        </p:nvPicPr>
        <p:blipFill>
          <a:blip r:embed="rId3"/>
          <a:stretch>
            <a:fillRect/>
          </a:stretch>
        </p:blipFill>
        <p:spPr>
          <a:xfrm>
            <a:off x="4846320" y="1280160"/>
            <a:ext cx="3840480" cy="32918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Cực trị của hàm số</a:t>
            </a:r>
          </a:p>
        </p:txBody>
      </p:sp>
      <p:sp>
        <p:nvSpPr>
          <p:cNvPr id="3" name="Subtitle 2"/>
          <p:cNvSpPr>
            <a:spLocks noGrp="1"/>
          </p:cNvSpPr>
          <p:nvPr>
            <p:ph type="subTitle" idx="1"/>
          </p:nvPr>
        </p:nvSpPr>
        <p:spPr/>
        <p:txBody>
          <a:bodyPr/>
          <a:lstStyle/>
          <a:p>
            <a:r>
              <a:t>Định nghĩa cực đại và cực tiểu</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Điểm x₀ được gọi là điểm cực đại của hàm số nếu tồn tại một khoảng lân cận sao cho f(x) &lt; f(x₀) với mọi x thuộc lân cận đó và x ne x₀.</a:t>
            </a:r>
          </a:p>
          <a:p>
            <a:r>
              <a:rPr sz="1600">
                <a:solidFill>
                  <a:srgbClr val="2C3E50"/>
                </a:solidFill>
                <a:latin typeface="Times New Roman"/>
              </a:rPr>
              <a:t>• Điểm x₀ được gọi là điểm cực tiểu của hàm số nếu tồn tại một khoảng lân cận sao cho f(x) &gt; f(x₀) với mọi x thuộc lân cận đó và x ne x₀.</a:t>
            </a:r>
          </a:p>
          <a:p>
            <a:r>
              <a:rPr sz="1600">
                <a:solidFill>
                  <a:srgbClr val="2C3E50"/>
                </a:solidFill>
                <a:latin typeface="Times New Roman"/>
              </a:rPr>
              <a:t>• Nếu hàm số đạt cực trị tại x₀ và có đạo hàm tại đó thì f'(x₀) = 0.</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pic>
        <p:nvPicPr>
          <p:cNvPr id="7" name="Picture 6" descr="image.png"/>
          <p:cNvPicPr>
            <a:picLocks noChangeAspect="1"/>
          </p:cNvPicPr>
          <p:nvPr/>
        </p:nvPicPr>
        <p:blipFill>
          <a:blip r:embed="rId2"/>
          <a:stretch>
            <a:fillRect/>
          </a:stretch>
        </p:blipFill>
        <p:spPr>
          <a:xfrm>
            <a:off x="731520" y="2880360"/>
            <a:ext cx="1895747" cy="548640"/>
          </a:xfrm>
          <a:prstGeom prst="rect">
            <a:avLst/>
          </a:prstGeom>
        </p:spPr>
      </p:pic>
      <p:pic>
        <p:nvPicPr>
          <p:cNvPr id="8" name="Picture 7" descr="image.png"/>
          <p:cNvPicPr>
            <a:picLocks noChangeAspect="1"/>
          </p:cNvPicPr>
          <p:nvPr/>
        </p:nvPicPr>
        <p:blipFill>
          <a:blip r:embed="rId3"/>
          <a:stretch>
            <a:fillRect/>
          </a:stretch>
        </p:blipFill>
        <p:spPr>
          <a:xfrm>
            <a:off x="4846320" y="1280160"/>
            <a:ext cx="3840480" cy="32918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Quy trình tìm khoảng đơn điệu và cực trị</a:t>
            </a:r>
          </a:p>
        </p:txBody>
      </p:sp>
      <p:sp>
        <p:nvSpPr>
          <p:cNvPr id="3" name="Subtitle 2"/>
          <p:cNvSpPr>
            <a:spLocks noGrp="1"/>
          </p:cNvSpPr>
          <p:nvPr>
            <p:ph type="subTitle" idx="1"/>
          </p:nvPr>
        </p:nvSpPr>
        <p:spPr/>
        <p:txBody>
          <a:bodyPr/>
          <a:lstStyle/>
          <a:p>
            <a:r>
              <a:t>Quy tắc 4 bước cơ bản</a:t>
            </a:r>
          </a:p>
        </p:txBody>
      </p:sp>
      <p:sp>
        <p:nvSpPr>
          <p:cNvPr id="4" name="Picture Placeholder 3"/>
          <p:cNvSpPr>
            <a:spLocks noGrp="1"/>
          </p:cNvSpPr>
          <p:nvPr>
            <p:ph type="pic" idx="2"/>
          </p:nvPr>
        </p:nvSpPr>
        <p:spPr>
          <a:xfrm>
            <a:off x="731520" y="1280160"/>
            <a:ext cx="3931920" cy="3474720"/>
          </a:xfrm>
        </p:spPr>
        <p:txBody>
          <a:bodyPr wrap="square"/>
          <a:p>
            <a:r>
              <a:rPr sz="1600">
                <a:solidFill>
                  <a:srgbClr val="2C3E50"/>
                </a:solidFill>
                <a:latin typeface="Times New Roman"/>
              </a:rPr>
              <a:t>• Bước 1: Tìm tập xác định của hàm số.</a:t>
            </a:r>
          </a:p>
          <a:p>
            <a:r>
              <a:rPr sz="1600">
                <a:solidFill>
                  <a:srgbClr val="2C3E50"/>
                </a:solidFill>
                <a:latin typeface="Times New Roman"/>
              </a:rPr>
              <a:t>• Bước 2: Tính đạo hàm f'(x). Tìm các điểm tại đó đạo hàm bằng 0 hoặc không xác định.</a:t>
            </a:r>
          </a:p>
          <a:p>
            <a:r>
              <a:rPr sz="1600">
                <a:solidFill>
                  <a:srgbClr val="2C3E50"/>
                </a:solidFill>
                <a:latin typeface="Times New Roman"/>
              </a:rPr>
              <a:t>• Bước 3: Sắp xếp các điểm theo thứ tự tăng dần và lập bảng biến thiên (xét dấu đạo hàm).</a:t>
            </a:r>
          </a:p>
          <a:p>
            <a:r>
              <a:rPr sz="1600">
                <a:solidFill>
                  <a:srgbClr val="2C3E50"/>
                </a:solidFill>
                <a:latin typeface="Times New Roman"/>
              </a:rPr>
              <a:t>• Bước 4: Đưa ra kết luận về các khoảng đồng biến, nghịch biến và các điểm cực trị của hàm số.</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Các sai lầm thường gặp</a:t>
            </a:r>
          </a:p>
        </p:txBody>
      </p:sp>
      <p:sp>
        <p:nvSpPr>
          <p:cNvPr id="3" name="Subtitle 2"/>
          <p:cNvSpPr>
            <a:spLocks noGrp="1"/>
          </p:cNvSpPr>
          <p:nvPr>
            <p:ph type="subTitle" idx="1"/>
          </p:nvPr>
        </p:nvSpPr>
        <p:spPr/>
        <p:txBody>
          <a:bodyPr/>
          <a:lstStyle/>
          <a:p>
            <a:r>
              <a:t>Lưu ý quan trọng để tránh mất điểm</a:t>
            </a:r>
          </a:p>
        </p:txBody>
      </p:sp>
      <p:sp>
        <p:nvSpPr>
          <p:cNvPr id="4" name="Picture Placeholder 3"/>
          <p:cNvSpPr>
            <a:spLocks noGrp="1"/>
          </p:cNvSpPr>
          <p:nvPr>
            <p:ph type="pic" idx="2"/>
          </p:nvPr>
        </p:nvSpPr>
        <p:spPr>
          <a:xfrm>
            <a:off x="731520" y="1280160"/>
            <a:ext cx="3931920" cy="3474720"/>
          </a:xfrm>
        </p:spPr>
        <p:txBody>
          <a:bodyPr wrap="square"/>
          <a:p>
            <a:r>
              <a:rPr sz="1600">
                <a:solidFill>
                  <a:srgbClr val="2C3E50"/>
                </a:solidFill>
                <a:latin typeface="Times New Roman"/>
              </a:rPr>
              <a:t>• Sai lầm 1: Kết luận khoảng đơn điệu bằng kí hiệu hợp ∪. Đúng phải là tách biệt bằng từ 'và' hoặc dấu chấm phẩy ';'.</a:t>
            </a:r>
          </a:p>
          <a:p>
            <a:r>
              <a:rPr sz="1600">
                <a:solidFill>
                  <a:srgbClr val="2C3E50"/>
                </a:solidFill>
                <a:latin typeface="Times New Roman"/>
              </a:rPr>
              <a:t>• Sai lầm 2: Nhầm lẫn giữa 'điểm cực trị của hàm số' (x₀), 'giá trị cực trị' (y₀) và 'điểm cực trị của đồ thị hàm số' (M(x₀; y₀)).</a:t>
            </a:r>
          </a:p>
          <a:p>
            <a:r>
              <a:rPr sz="1600">
                <a:solidFill>
                  <a:srgbClr val="2C3E50"/>
                </a:solidFill>
                <a:latin typeface="Times New Roman"/>
              </a:rPr>
              <a:t>• Sai lầm 3: Coi điểm đạo hàm bằng 0 là cực trị mà không kiểm tra xem đạo hàm có đổi dấu khi đi qua điểm đó hay không.</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Tóm tắt &amp; Nhiệm vụ về nhà</a:t>
            </a:r>
          </a:p>
        </p:txBody>
      </p:sp>
      <p:sp>
        <p:nvSpPr>
          <p:cNvPr id="3" name="Subtitle 2"/>
          <p:cNvSpPr>
            <a:spLocks noGrp="1"/>
          </p:cNvSpPr>
          <p:nvPr>
            <p:ph type="subTitle" idx="1"/>
          </p:nvPr>
        </p:nvSpPr>
        <p:spPr/>
        <p:txBody>
          <a:bodyPr/>
          <a:lstStyle/>
          <a:p>
            <a:r>
              <a:t>Hệ thống hóa kiến thức</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Nắm vững mối liên hệ mật thiết giữa dấu đạo hàm và chiều biến thiên.</a:t>
            </a:r>
          </a:p>
          <a:p>
            <a:r>
              <a:rPr sz="1600">
                <a:solidFill>
                  <a:srgbClr val="2C3E50"/>
                </a:solidFill>
                <a:latin typeface="Times New Roman"/>
              </a:rPr>
              <a:t>• Nhớ quy tắc đổi dấu của đạo hàm để xác định điểm cực đại (từ dương sang âm) và cực tiểu (từ âm sang dương).</a:t>
            </a:r>
          </a:p>
          <a:p>
            <a:r>
              <a:rPr sz="1600">
                <a:solidFill>
                  <a:srgbClr val="2C3E50"/>
                </a:solidFill>
                <a:latin typeface="Times New Roman"/>
              </a:rPr>
              <a:t>• Nhiệm vụ về nhà: Làm các bài tập 1, 2, 3 trang 15 sách giáo khoa Toán 12.</a:t>
            </a:r>
          </a:p>
          <a:p>
            <a:r>
              <a:rPr sz="1600">
                <a:solidFill>
                  <a:srgbClr val="2C3E50"/>
                </a:solidFill>
                <a:latin typeface="Times New Roman"/>
              </a:rPr>
              <a:t>• Chuẩn bị bài mới: Giá trị lớn nhất và giá trị nhỏ nhất của hàm số.</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iscrete Mathematics: Graph Theory and Networks - 12th Grade by Slidesgo">
  <a:themeElements>
    <a:clrScheme name="Simple Light">
      <a:dk1>
        <a:srgbClr val="1A1A1A"/>
      </a:dk1>
      <a:lt1>
        <a:srgbClr val="FEFDFA"/>
      </a:lt1>
      <a:dk2>
        <a:srgbClr val="434343"/>
      </a:dk2>
      <a:lt2>
        <a:srgbClr val="FF2E20"/>
      </a:lt2>
      <a:accent1>
        <a:srgbClr val="FFD966"/>
      </a:accent1>
      <a:accent2>
        <a:srgbClr val="86CF64"/>
      </a:accent2>
      <a:accent3>
        <a:srgbClr val="04B4D8"/>
      </a:accent3>
      <a:accent4>
        <a:srgbClr val="FFFFFF"/>
      </a:accent4>
      <a:accent5>
        <a:srgbClr val="FFFFFF"/>
      </a:accent5>
      <a:accent6>
        <a:srgbClr val="FFFFFF"/>
      </a:accent6>
      <a:hlink>
        <a:srgbClr val="1A1A1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