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 id="2147483673" r:id="rId5"/>
  </p:sldMasterIdLst>
  <p:notesMasterIdLst>
    <p:notesMasterId r:id="rId6"/>
  </p:notesMasterIdLst>
  <p:sldIdLst>
    <p:sldId id="256" r:id="rId38"/>
    <p:sldId id="257" r:id="rId39"/>
    <p:sldId id="258" r:id="rId40"/>
    <p:sldId id="259" r:id="rId41"/>
    <p:sldId id="260" r:id="rId42"/>
    <p:sldId id="261" r:id="rId43"/>
    <p:sldId id="262" r:id="rId44"/>
    <p:sldId id="263" r:id="rId45"/>
  </p:sldIdLst>
  <p:sldSz cy="5143500" cx="9144000"/>
  <p:notesSz cx="6858000" cy="9144000"/>
  <p:embeddedFontLst>
    <p:embeddedFont>
      <p:font typeface="Mulish"/>
      <p:regular r:id="rId47"/>
      <p:bold r:id="rId48"/>
      <p:italic r:id="rId49"/>
      <p:boldItalic r:id="rId50"/>
    </p:embeddedFont>
    <p:embeddedFont>
      <p:font typeface="Proxima Nova"/>
      <p:regular r:id="rId51"/>
      <p:bold r:id="rId52"/>
      <p:italic r:id="rId53"/>
      <p:boldItalic r:id="rId54"/>
    </p:embeddedFont>
    <p:embeddedFont>
      <p:font typeface="Roboto Medium"/>
      <p:regular r:id="rId55"/>
      <p:bold r:id="rId56"/>
      <p:italic r:id="rId57"/>
      <p:boldItalic r:id="rId58"/>
    </p:embeddedFont>
    <p:embeddedFont>
      <p:font typeface="Amatic SC"/>
      <p:regular r:id="rId59"/>
      <p:bold r:id="rId60"/>
    </p:embeddedFont>
    <p:embeddedFont>
      <p:font typeface="Lato"/>
      <p:regular r:id="rId61"/>
      <p:bold r:id="rId62"/>
      <p:italic r:id="rId63"/>
      <p:boldItalic r:id="rId64"/>
    </p:embeddedFont>
    <p:embeddedFont>
      <p:font typeface="Anaheim"/>
      <p:regular r:id="rId65"/>
      <p:bold r:id="rId66"/>
    </p:embeddedFont>
    <p:embeddedFont>
      <p:font typeface="Proxima Nova Semibold"/>
      <p:regular r:id="rId67"/>
      <p:bold r:id="rId68"/>
      <p:boldItalic r:id="rId69"/>
    </p:embeddedFont>
    <p:embeddedFont>
      <p:font typeface="Albert Sans"/>
      <p:regular r:id="rId70"/>
      <p:bold r:id="rId71"/>
      <p:italic r:id="rId72"/>
      <p:boldItalic r:id="rId73"/>
    </p:embeddedFont>
    <p:embeddedFont>
      <p:font typeface="DM Sans"/>
      <p:regular r:id="rId74"/>
      <p:bold r:id="rId75"/>
      <p:italic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B23887-AB03-4546-9AEC-DF8FEB11CAE1}">
  <a:tblStyle styleId="{8BB23887-AB03-4546-9AEC-DF8FEB11CAE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2413E5F-0A40-43D7-A909-D912CE89E9F1}" styleName="Table_1">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38" Type="http://schemas.openxmlformats.org/officeDocument/2006/relationships/slide" Target="slides/slide1.xml"/><Relationship Id="rId39" Type="http://schemas.openxmlformats.org/officeDocument/2006/relationships/slide" Target="slides/slide2.xml"/><Relationship Id="rId40" Type="http://schemas.openxmlformats.org/officeDocument/2006/relationships/slide" Target="slides/slide3.xml"/><Relationship Id="rId41" Type="http://schemas.openxmlformats.org/officeDocument/2006/relationships/slide" Target="slides/slide4.xml"/><Relationship Id="rId42" Type="http://schemas.openxmlformats.org/officeDocument/2006/relationships/slide" Target="slides/slide5.xml"/><Relationship Id="rId43" Type="http://schemas.openxmlformats.org/officeDocument/2006/relationships/slide" Target="slides/slide6.xml"/><Relationship Id="rId44" Type="http://schemas.openxmlformats.org/officeDocument/2006/relationships/slide" Target="slides/slide7.xml"/><Relationship Id="rId45" Type="http://schemas.openxmlformats.org/officeDocument/2006/relationships/slide" Target="slides/slide8.xml"/><Relationship Id="rId47" Type="http://schemas.openxmlformats.org/officeDocument/2006/relationships/font" Target="fonts/Mulish-regular.fntdata"/><Relationship Id="rId48" Type="http://schemas.openxmlformats.org/officeDocument/2006/relationships/font" Target="fonts/Mulish-bold.fntdata"/><Relationship Id="rId49" Type="http://schemas.openxmlformats.org/officeDocument/2006/relationships/font" Target="fonts/Mulish-italic.fntdata"/><Relationship Id="rId50" Type="http://schemas.openxmlformats.org/officeDocument/2006/relationships/font" Target="fonts/Mulish-boldItalic.fntdata"/><Relationship Id="rId51" Type="http://schemas.openxmlformats.org/officeDocument/2006/relationships/font" Target="fonts/ProximaNova-regular.fntdata"/><Relationship Id="rId52" Type="http://schemas.openxmlformats.org/officeDocument/2006/relationships/font" Target="fonts/ProximaNova-bold.fntdata"/><Relationship Id="rId53" Type="http://schemas.openxmlformats.org/officeDocument/2006/relationships/font" Target="fonts/ProximaNova-italic.fntdata"/><Relationship Id="rId54" Type="http://schemas.openxmlformats.org/officeDocument/2006/relationships/font" Target="fonts/ProximaNova-boldItalic.fntdata"/><Relationship Id="rId55" Type="http://schemas.openxmlformats.org/officeDocument/2006/relationships/font" Target="fonts/RobotoMedium-regular.fntdata"/><Relationship Id="rId56" Type="http://schemas.openxmlformats.org/officeDocument/2006/relationships/font" Target="fonts/RobotoMedium-bold.fntdata"/><Relationship Id="rId57" Type="http://schemas.openxmlformats.org/officeDocument/2006/relationships/font" Target="fonts/RobotoMedium-italic.fntdata"/><Relationship Id="rId58" Type="http://schemas.openxmlformats.org/officeDocument/2006/relationships/font" Target="fonts/RobotoMedium-boldItalic.fntdata"/><Relationship Id="rId59" Type="http://schemas.openxmlformats.org/officeDocument/2006/relationships/font" Target="fonts/AmaticSC-regular.fntdata"/><Relationship Id="rId60" Type="http://schemas.openxmlformats.org/officeDocument/2006/relationships/font" Target="fonts/AmaticSC-bold.fntdata"/><Relationship Id="rId61" Type="http://schemas.openxmlformats.org/officeDocument/2006/relationships/font" Target="fonts/Lato-regular.fntdata"/><Relationship Id="rId62" Type="http://schemas.openxmlformats.org/officeDocument/2006/relationships/font" Target="fonts/Lato-bold.fntdata"/><Relationship Id="rId63" Type="http://schemas.openxmlformats.org/officeDocument/2006/relationships/font" Target="fonts/Lato-italic.fntdata"/><Relationship Id="rId64" Type="http://schemas.openxmlformats.org/officeDocument/2006/relationships/font" Target="fonts/Lato-boldItalic.fntdata"/><Relationship Id="rId65" Type="http://schemas.openxmlformats.org/officeDocument/2006/relationships/font" Target="fonts/Anaheim-regular.fntdata"/><Relationship Id="rId66" Type="http://schemas.openxmlformats.org/officeDocument/2006/relationships/font" Target="fonts/Anaheim-bold.fntdata"/><Relationship Id="rId67" Type="http://schemas.openxmlformats.org/officeDocument/2006/relationships/font" Target="fonts/ProximaNovaSemibold-regular.fntdata"/><Relationship Id="rId68" Type="http://schemas.openxmlformats.org/officeDocument/2006/relationships/font" Target="fonts/ProximaNovaSemibold-bold.fntdata"/><Relationship Id="rId69" Type="http://schemas.openxmlformats.org/officeDocument/2006/relationships/font" Target="fonts/ProximaNovaSemibold-boldItalic.fntdata"/><Relationship Id="rId70" Type="http://schemas.openxmlformats.org/officeDocument/2006/relationships/font" Target="fonts/AlbertSans-regular.fntdata"/><Relationship Id="rId71" Type="http://schemas.openxmlformats.org/officeDocument/2006/relationships/font" Target="fonts/AlbertSans-bold.fntdata"/><Relationship Id="rId72" Type="http://schemas.openxmlformats.org/officeDocument/2006/relationships/font" Target="fonts/AlbertSans-italic.fntdata"/><Relationship Id="rId73" Type="http://schemas.openxmlformats.org/officeDocument/2006/relationships/font" Target="fonts/AlbertSans-boldItalic.fntdata"/><Relationship Id="rId74" Type="http://schemas.openxmlformats.org/officeDocument/2006/relationships/font" Target="fonts/DMSans-regular.fntdata"/><Relationship Id="rId75" Type="http://schemas.openxmlformats.org/officeDocument/2006/relationships/font" Target="fonts/DMSans-bold.fntdata"/><Relationship Id="rId76" Type="http://schemas.openxmlformats.org/officeDocument/2006/relationships/font" Target="fonts/DMSans-italic.fntdata"/><Relationship Id="rId77" Type="http://schemas.openxmlformats.org/officeDocument/2006/relationships/font" Target="fonts/DM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Chào mừng các em đến với bài học quan trọng đầu tiên của chương trình Giải tích lớp 12. Hôm nay chúng ta sẽ cùng tìm hiểu cách dùng công cụ đạo hàm để xét tính đơn điệu và tìm cực trị của một hàm số bất kỳ. Đây là nền tảng cốt lõi cho toàn bộ chương khảo sát hàm số.</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chiếu đồ thị hàm số bậc ba lên màn hình và đặt câu hỏi gợi mở. Hãy khuyến khích học sinh thảo luận nhóm nhanh trong 2 phút để tìm ra các khoảng tăng, giảm của đồ thị và tọa độ các điểm đặc biệt. Từ đó dẫn dắt vào bài toán: Làm thế nào để tìm chính xác các khoảng này mà không cần vẽ đồ thị?</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nhấn mạnh định lý thừa nhận về dấu của đạo hàm. Cần lưu ý cho học sinh điều kiện đủ rộng hơn: Nếu đạo hàm triệt tiêu tại một số hữu hạn điểm trên K thì tính đơn điệu vẫn được giữ nguyên. Đây là cơ sở để lập bảng biến thiên sau này.</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giải thích định nghĩa cực trị bằng ngôn ngữ hình học (đỉnh đồi là cực đại, thung lũng là cực tiểu). Nhấn mạnh định lý Fermat và đưa ra phản ví dụ y = x^3 để học sinh hiểu rằng f'(x_0) = 0 chỉ là điều kiện cần chứ chưa đủ để kết luận cực trị.</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trình bày quy trình 4 bước chuẩn mực để giải quyết mọi bài toán đơn điệu và cực trị của hàm số. Yêu cầu học sinh ghi chép cẩn thận quy trình này vì đây là thuật toán làm bài thi THPT Quốc gia cực kỳ phổ biến.</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hướng dẫn học sinh từng bước áp dụng quy trình 4 bước vào hàm số bậc ba cụ thể. Chiếu đồ thị hàm số bên cạnh để học sinh đối chiếu kết quả tính toán giải tích với hình ảnh hình học thực tế, giúp tăng cường tư duy liên kết.</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phân tích tỉ mỉ từng lỗi sai kinh điển mà học sinh thường mắc phải khi làm bài trắc nghiệm. Nhấn mạnh việc đổi dấu qua nghiệm đơn và giữ nguyên dấu qua nghiệm kép để học sinh không bị bẫy trong các đề thi tuyển sinh.</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tổng kết lại các điểm mấu chốt của bài học hôm nay, giao bài tập về nhà và dặn dò học sinh chuẩn bị bài tiếp theo về Giá trị lớn nhất - Giá trị nhỏ nhất của hàm số. Cảm ơn các em đã chú ý lắng nghe!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800325" y="1468875"/>
            <a:ext cx="7543800" cy="17301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41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2275875" y="3198825"/>
            <a:ext cx="4592400" cy="4758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817341" y="-872068"/>
            <a:ext cx="10581139" cy="7505539"/>
            <a:chOff x="-817341" y="-872068"/>
            <a:chExt cx="10581139" cy="7505539"/>
          </a:xfrm>
        </p:grpSpPr>
        <p:grpSp>
          <p:nvGrpSpPr>
            <p:cNvPr id="12" name="Google Shape;12;p2"/>
            <p:cNvGrpSpPr/>
            <p:nvPr/>
          </p:nvGrpSpPr>
          <p:grpSpPr>
            <a:xfrm>
              <a:off x="4353534" y="3189744"/>
              <a:ext cx="5410264" cy="3443726"/>
              <a:chOff x="4353534" y="3189744"/>
              <a:chExt cx="5410264" cy="3443726"/>
            </a:xfrm>
          </p:grpSpPr>
          <p:sp>
            <p:nvSpPr>
              <p:cNvPr id="13" name="Google Shape;13;p2"/>
              <p:cNvSpPr/>
              <p:nvPr/>
            </p:nvSpPr>
            <p:spPr>
              <a:xfrm rot="10800000">
                <a:off x="9569398" y="5312996"/>
                <a:ext cx="194400" cy="194400"/>
              </a:xfrm>
              <a:prstGeom prst="ellipse">
                <a:avLst/>
              </a:prstGeom>
              <a:solidFill>
                <a:schemeClr val="accent1"/>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 name="Google Shape;14;p2"/>
              <p:cNvSpPr/>
              <p:nvPr/>
            </p:nvSpPr>
            <p:spPr>
              <a:xfrm rot="10800000">
                <a:off x="7135026" y="623234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 name="Google Shape;15;p2"/>
              <p:cNvSpPr/>
              <p:nvPr/>
            </p:nvSpPr>
            <p:spPr>
              <a:xfrm rot="10800000">
                <a:off x="7563119" y="3751240"/>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 name="Google Shape;16;p2"/>
              <p:cNvSpPr/>
              <p:nvPr/>
            </p:nvSpPr>
            <p:spPr>
              <a:xfrm rot="10800000">
                <a:off x="8060378" y="5344924"/>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 name="Google Shape;17;p2"/>
              <p:cNvSpPr/>
              <p:nvPr/>
            </p:nvSpPr>
            <p:spPr>
              <a:xfrm rot="10800000">
                <a:off x="9245065" y="6281371"/>
                <a:ext cx="96300" cy="96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 name="Google Shape;18;p2"/>
              <p:cNvSpPr/>
              <p:nvPr/>
            </p:nvSpPr>
            <p:spPr>
              <a:xfrm rot="10800000">
                <a:off x="8060378" y="650297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 name="Google Shape;19;p2"/>
              <p:cNvSpPr/>
              <p:nvPr/>
            </p:nvSpPr>
            <p:spPr>
              <a:xfrm rot="10800000">
                <a:off x="8948809" y="4403302"/>
                <a:ext cx="130500" cy="130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 name="Google Shape;20;p2"/>
              <p:cNvSpPr/>
              <p:nvPr/>
            </p:nvSpPr>
            <p:spPr>
              <a:xfrm rot="10800000">
                <a:off x="4353534" y="4683377"/>
                <a:ext cx="96300" cy="96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1" name="Google Shape;21;p2"/>
              <p:cNvCxnSpPr>
                <a:stCxn id="17" idx="5"/>
                <a:endCxn id="16" idx="1"/>
              </p:cNvCxnSpPr>
              <p:nvPr/>
            </p:nvCxnSpPr>
            <p:spPr>
              <a:xfrm rot="10800000">
                <a:off x="8171668" y="5456374"/>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22" name="Google Shape;22;p2"/>
              <p:cNvCxnSpPr>
                <a:stCxn id="18" idx="4"/>
                <a:endCxn id="16" idx="0"/>
              </p:cNvCxnSpPr>
              <p:nvPr/>
            </p:nvCxnSpPr>
            <p:spPr>
              <a:xfrm rot="10800000">
                <a:off x="8125628" y="5475470"/>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23" name="Google Shape;23;p2"/>
              <p:cNvCxnSpPr>
                <a:stCxn id="13" idx="6"/>
                <a:endCxn id="16" idx="2"/>
              </p:cNvCxnSpPr>
              <p:nvPr/>
            </p:nvCxnSpPr>
            <p:spPr>
              <a:xfrm rot="10800000">
                <a:off x="8190898" y="5410196"/>
                <a:ext cx="1378500" cy="0"/>
              </a:xfrm>
              <a:prstGeom prst="straightConnector1">
                <a:avLst/>
              </a:prstGeom>
              <a:noFill/>
              <a:ln cap="flat" cmpd="sng" w="9525">
                <a:solidFill>
                  <a:schemeClr val="dk2"/>
                </a:solidFill>
                <a:prstDash val="solid"/>
                <a:round/>
                <a:headEnd len="med" w="med" type="none"/>
                <a:tailEnd len="med" w="med" type="none"/>
              </a:ln>
            </p:spPr>
          </p:cxnSp>
          <p:cxnSp>
            <p:nvCxnSpPr>
              <p:cNvPr id="24" name="Google Shape;24;p2"/>
              <p:cNvCxnSpPr>
                <a:stCxn id="13" idx="0"/>
                <a:endCxn id="17" idx="3"/>
              </p:cNvCxnSpPr>
              <p:nvPr/>
            </p:nvCxnSpPr>
            <p:spPr>
              <a:xfrm flipH="1">
                <a:off x="9327298" y="5507396"/>
                <a:ext cx="339300" cy="788100"/>
              </a:xfrm>
              <a:prstGeom prst="straightConnector1">
                <a:avLst/>
              </a:prstGeom>
              <a:noFill/>
              <a:ln cap="flat" cmpd="sng" w="9525">
                <a:solidFill>
                  <a:schemeClr val="dk2"/>
                </a:solidFill>
                <a:prstDash val="solid"/>
                <a:round/>
                <a:headEnd len="med" w="med" type="none"/>
                <a:tailEnd len="med" w="med" type="none"/>
              </a:ln>
            </p:spPr>
          </p:cxnSp>
          <p:cxnSp>
            <p:nvCxnSpPr>
              <p:cNvPr id="25" name="Google Shape;25;p2"/>
              <p:cNvCxnSpPr>
                <a:stCxn id="17" idx="7"/>
                <a:endCxn id="18" idx="2"/>
              </p:cNvCxnSpPr>
              <p:nvPr/>
            </p:nvCxnSpPr>
            <p:spPr>
              <a:xfrm flipH="1">
                <a:off x="8190868" y="6363568"/>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26" name="Google Shape;26;p2"/>
              <p:cNvCxnSpPr>
                <a:stCxn id="18" idx="6"/>
                <a:endCxn id="14" idx="2"/>
              </p:cNvCxnSpPr>
              <p:nvPr/>
            </p:nvCxnSpPr>
            <p:spPr>
              <a:xfrm rot="10800000">
                <a:off x="7329278" y="6329420"/>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27" name="Google Shape;27;p2"/>
              <p:cNvCxnSpPr>
                <a:stCxn id="16" idx="7"/>
                <a:endCxn id="14" idx="3"/>
              </p:cNvCxnSpPr>
              <p:nvPr/>
            </p:nvCxnSpPr>
            <p:spPr>
              <a:xfrm flipH="1">
                <a:off x="7300989" y="5456313"/>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28" name="Google Shape;28;p2"/>
              <p:cNvCxnSpPr>
                <a:stCxn id="13" idx="5"/>
                <a:endCxn id="19" idx="1"/>
              </p:cNvCxnSpPr>
              <p:nvPr/>
            </p:nvCxnSpPr>
            <p:spPr>
              <a:xfrm rot="10800000">
                <a:off x="9060267" y="4514665"/>
                <a:ext cx="537600" cy="826800"/>
              </a:xfrm>
              <a:prstGeom prst="straightConnector1">
                <a:avLst/>
              </a:prstGeom>
              <a:noFill/>
              <a:ln cap="flat" cmpd="sng" w="9525">
                <a:solidFill>
                  <a:schemeClr val="dk2"/>
                </a:solidFill>
                <a:prstDash val="solid"/>
                <a:round/>
                <a:headEnd len="med" w="med" type="none"/>
                <a:tailEnd len="med" w="med" type="none"/>
              </a:ln>
            </p:spPr>
          </p:cxnSp>
          <p:cxnSp>
            <p:nvCxnSpPr>
              <p:cNvPr id="29" name="Google Shape;29;p2"/>
              <p:cNvCxnSpPr>
                <a:stCxn id="19" idx="7"/>
                <a:endCxn id="16" idx="3"/>
              </p:cNvCxnSpPr>
              <p:nvPr/>
            </p:nvCxnSpPr>
            <p:spPr>
              <a:xfrm flipH="1">
                <a:off x="8171720" y="4514691"/>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30" name="Google Shape;30;p2"/>
              <p:cNvCxnSpPr>
                <a:stCxn id="19" idx="7"/>
                <a:endCxn id="15" idx="1"/>
              </p:cNvCxnSpPr>
              <p:nvPr/>
            </p:nvCxnSpPr>
            <p:spPr>
              <a:xfrm rot="10800000">
                <a:off x="7905620" y="4093791"/>
                <a:ext cx="1062300" cy="420900"/>
              </a:xfrm>
              <a:prstGeom prst="straightConnector1">
                <a:avLst/>
              </a:prstGeom>
              <a:noFill/>
              <a:ln cap="flat" cmpd="sng" w="9525">
                <a:solidFill>
                  <a:schemeClr val="dk2"/>
                </a:solidFill>
                <a:prstDash val="solid"/>
                <a:round/>
                <a:headEnd len="med" w="med" type="none"/>
                <a:tailEnd len="med" w="med" type="none"/>
              </a:ln>
            </p:spPr>
          </p:cxnSp>
          <p:cxnSp>
            <p:nvCxnSpPr>
              <p:cNvPr id="31" name="Google Shape;31;p2"/>
              <p:cNvCxnSpPr>
                <a:stCxn id="15" idx="0"/>
                <a:endCxn id="16" idx="5"/>
              </p:cNvCxnSpPr>
              <p:nvPr/>
            </p:nvCxnSpPr>
            <p:spPr>
              <a:xfrm>
                <a:off x="7763819" y="4152640"/>
                <a:ext cx="315600" cy="1211400"/>
              </a:xfrm>
              <a:prstGeom prst="straightConnector1">
                <a:avLst/>
              </a:prstGeom>
              <a:noFill/>
              <a:ln cap="flat" cmpd="sng" w="9525">
                <a:solidFill>
                  <a:schemeClr val="dk2"/>
                </a:solidFill>
                <a:prstDash val="solid"/>
                <a:round/>
                <a:headEnd len="med" w="med" type="none"/>
                <a:tailEnd len="med" w="med" type="none"/>
              </a:ln>
            </p:spPr>
          </p:cxnSp>
          <p:cxnSp>
            <p:nvCxnSpPr>
              <p:cNvPr id="32" name="Google Shape;32;p2"/>
              <p:cNvCxnSpPr>
                <a:stCxn id="15" idx="7"/>
                <a:endCxn id="20" idx="2"/>
              </p:cNvCxnSpPr>
              <p:nvPr/>
            </p:nvCxnSpPr>
            <p:spPr>
              <a:xfrm flipH="1">
                <a:off x="4449703" y="4093857"/>
                <a:ext cx="3172200" cy="637800"/>
              </a:xfrm>
              <a:prstGeom prst="straightConnector1">
                <a:avLst/>
              </a:prstGeom>
              <a:noFill/>
              <a:ln cap="flat" cmpd="sng" w="9525">
                <a:solidFill>
                  <a:schemeClr val="dk2"/>
                </a:solidFill>
                <a:prstDash val="solid"/>
                <a:round/>
                <a:headEnd len="med" w="med" type="none"/>
                <a:tailEnd len="med" w="med" type="none"/>
              </a:ln>
            </p:spPr>
          </p:cxnSp>
          <p:cxnSp>
            <p:nvCxnSpPr>
              <p:cNvPr id="33" name="Google Shape;33;p2"/>
              <p:cNvCxnSpPr>
                <a:stCxn id="20" idx="1"/>
                <a:endCxn id="14" idx="5"/>
              </p:cNvCxnSpPr>
              <p:nvPr/>
            </p:nvCxnSpPr>
            <p:spPr>
              <a:xfrm>
                <a:off x="4435731" y="4765575"/>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34" name="Google Shape;34;p2"/>
              <p:cNvCxnSpPr>
                <a:stCxn id="17" idx="6"/>
                <a:endCxn id="20" idx="1"/>
              </p:cNvCxnSpPr>
              <p:nvPr/>
            </p:nvCxnSpPr>
            <p:spPr>
              <a:xfrm rot="10800000">
                <a:off x="4435765" y="4765621"/>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35" name="Google Shape;35;p2"/>
              <p:cNvCxnSpPr>
                <a:stCxn id="14" idx="4"/>
                <a:endCxn id="15" idx="0"/>
              </p:cNvCxnSpPr>
              <p:nvPr/>
            </p:nvCxnSpPr>
            <p:spPr>
              <a:xfrm flipH="1" rot="10800000">
                <a:off x="7232226" y="4152748"/>
                <a:ext cx="531600" cy="2079600"/>
              </a:xfrm>
              <a:prstGeom prst="straightConnector1">
                <a:avLst/>
              </a:prstGeom>
              <a:noFill/>
              <a:ln cap="flat" cmpd="sng" w="9525">
                <a:solidFill>
                  <a:schemeClr val="dk2"/>
                </a:solidFill>
                <a:prstDash val="solid"/>
                <a:round/>
                <a:headEnd len="med" w="med" type="none"/>
                <a:tailEnd len="med" w="med" type="none"/>
              </a:ln>
            </p:spPr>
          </p:cxnSp>
          <p:cxnSp>
            <p:nvCxnSpPr>
              <p:cNvPr id="36" name="Google Shape;36;p2"/>
              <p:cNvCxnSpPr>
                <a:stCxn id="13" idx="5"/>
                <a:endCxn id="15" idx="0"/>
              </p:cNvCxnSpPr>
              <p:nvPr/>
            </p:nvCxnSpPr>
            <p:spPr>
              <a:xfrm rot="10800000">
                <a:off x="7763967" y="4152565"/>
                <a:ext cx="1833900" cy="1188900"/>
              </a:xfrm>
              <a:prstGeom prst="straightConnector1">
                <a:avLst/>
              </a:prstGeom>
              <a:noFill/>
              <a:ln cap="flat" cmpd="sng" w="9525">
                <a:solidFill>
                  <a:schemeClr val="dk2"/>
                </a:solidFill>
                <a:prstDash val="solid"/>
                <a:round/>
                <a:headEnd len="med" w="med" type="none"/>
                <a:tailEnd len="med" w="med" type="none"/>
              </a:ln>
            </p:spPr>
          </p:cxnSp>
          <p:sp>
            <p:nvSpPr>
              <p:cNvPr id="37" name="Google Shape;37;p2"/>
              <p:cNvSpPr/>
              <p:nvPr/>
            </p:nvSpPr>
            <p:spPr>
              <a:xfrm rot="10800000">
                <a:off x="5902359" y="4069463"/>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8" name="Google Shape;38;p2"/>
              <p:cNvCxnSpPr>
                <a:stCxn id="20" idx="2"/>
                <a:endCxn id="37" idx="7"/>
              </p:cNvCxnSpPr>
              <p:nvPr/>
            </p:nvCxnSpPr>
            <p:spPr>
              <a:xfrm flipH="1" rot="10800000">
                <a:off x="4449834" y="4180727"/>
                <a:ext cx="1471500" cy="550800"/>
              </a:xfrm>
              <a:prstGeom prst="straightConnector1">
                <a:avLst/>
              </a:prstGeom>
              <a:noFill/>
              <a:ln cap="flat" cmpd="sng" w="9525">
                <a:solidFill>
                  <a:schemeClr val="dk2"/>
                </a:solidFill>
                <a:prstDash val="solid"/>
                <a:round/>
                <a:headEnd len="med" w="med" type="none"/>
                <a:tailEnd len="med" w="med" type="none"/>
              </a:ln>
            </p:spPr>
          </p:cxnSp>
          <p:cxnSp>
            <p:nvCxnSpPr>
              <p:cNvPr id="39" name="Google Shape;39;p2"/>
              <p:cNvCxnSpPr>
                <a:stCxn id="37" idx="2"/>
                <a:endCxn id="15" idx="6"/>
              </p:cNvCxnSpPr>
              <p:nvPr/>
            </p:nvCxnSpPr>
            <p:spPr>
              <a:xfrm flipH="1" rot="10800000">
                <a:off x="6032859" y="3952013"/>
                <a:ext cx="1530300" cy="182700"/>
              </a:xfrm>
              <a:prstGeom prst="straightConnector1">
                <a:avLst/>
              </a:prstGeom>
              <a:noFill/>
              <a:ln cap="flat" cmpd="sng" w="9525">
                <a:solidFill>
                  <a:schemeClr val="dk2"/>
                </a:solidFill>
                <a:prstDash val="solid"/>
                <a:round/>
                <a:headEnd len="med" w="med" type="none"/>
                <a:tailEnd len="med" w="med" type="none"/>
              </a:ln>
            </p:spPr>
          </p:cxnSp>
          <p:cxnSp>
            <p:nvCxnSpPr>
              <p:cNvPr id="40" name="Google Shape;40;p2"/>
              <p:cNvCxnSpPr>
                <a:stCxn id="37" idx="0"/>
                <a:endCxn id="14" idx="4"/>
              </p:cNvCxnSpPr>
              <p:nvPr/>
            </p:nvCxnSpPr>
            <p:spPr>
              <a:xfrm>
                <a:off x="5967609" y="4199963"/>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41" name="Google Shape;41;p2"/>
              <p:cNvCxnSpPr>
                <a:stCxn id="37" idx="1"/>
                <a:endCxn id="16" idx="5"/>
              </p:cNvCxnSpPr>
              <p:nvPr/>
            </p:nvCxnSpPr>
            <p:spPr>
              <a:xfrm>
                <a:off x="6013748" y="4180852"/>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42" name="Google Shape;42;p2"/>
              <p:cNvSpPr/>
              <p:nvPr/>
            </p:nvSpPr>
            <p:spPr>
              <a:xfrm rot="10800000">
                <a:off x="8782916" y="3189744"/>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3" name="Google Shape;43;p2"/>
              <p:cNvCxnSpPr>
                <a:stCxn id="15" idx="2"/>
                <a:endCxn id="42" idx="6"/>
              </p:cNvCxnSpPr>
              <p:nvPr/>
            </p:nvCxnSpPr>
            <p:spPr>
              <a:xfrm flipH="1" rot="10800000">
                <a:off x="7964519" y="3286840"/>
                <a:ext cx="818400" cy="665100"/>
              </a:xfrm>
              <a:prstGeom prst="straightConnector1">
                <a:avLst/>
              </a:prstGeom>
              <a:noFill/>
              <a:ln cap="flat" cmpd="sng" w="9525">
                <a:solidFill>
                  <a:schemeClr val="dk2"/>
                </a:solidFill>
                <a:prstDash val="solid"/>
                <a:round/>
                <a:headEnd len="med" w="med" type="none"/>
                <a:tailEnd len="med" w="med" type="none"/>
              </a:ln>
            </p:spPr>
          </p:cxnSp>
          <p:cxnSp>
            <p:nvCxnSpPr>
              <p:cNvPr id="44" name="Google Shape;44;p2"/>
              <p:cNvCxnSpPr>
                <a:stCxn id="42" idx="1"/>
                <a:endCxn id="19" idx="5"/>
              </p:cNvCxnSpPr>
              <p:nvPr/>
            </p:nvCxnSpPr>
            <p:spPr>
              <a:xfrm>
                <a:off x="8948847" y="3355675"/>
                <a:ext cx="19200" cy="1066800"/>
              </a:xfrm>
              <a:prstGeom prst="straightConnector1">
                <a:avLst/>
              </a:prstGeom>
              <a:noFill/>
              <a:ln cap="flat" cmpd="sng" w="9525">
                <a:solidFill>
                  <a:schemeClr val="dk2"/>
                </a:solidFill>
                <a:prstDash val="solid"/>
                <a:round/>
                <a:headEnd len="med" w="med" type="none"/>
                <a:tailEnd len="med" w="med" type="none"/>
              </a:ln>
            </p:spPr>
          </p:cxnSp>
        </p:grpSp>
        <p:grpSp>
          <p:nvGrpSpPr>
            <p:cNvPr id="45" name="Google Shape;45;p2"/>
            <p:cNvGrpSpPr/>
            <p:nvPr/>
          </p:nvGrpSpPr>
          <p:grpSpPr>
            <a:xfrm>
              <a:off x="-817341" y="-872068"/>
              <a:ext cx="4052739" cy="3509076"/>
              <a:chOff x="-817341" y="-872068"/>
              <a:chExt cx="4052739" cy="3509076"/>
            </a:xfrm>
          </p:grpSpPr>
          <p:sp>
            <p:nvSpPr>
              <p:cNvPr id="46" name="Google Shape;46;p2"/>
              <p:cNvSpPr/>
              <p:nvPr/>
            </p:nvSpPr>
            <p:spPr>
              <a:xfrm rot="10800000">
                <a:off x="3040998" y="322921"/>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 name="Google Shape;47;p2"/>
              <p:cNvSpPr/>
              <p:nvPr/>
            </p:nvSpPr>
            <p:spPr>
              <a:xfrm rot="10800000">
                <a:off x="-550449" y="1549860"/>
                <a:ext cx="194400" cy="194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 name="Google Shape;48;p2"/>
              <p:cNvSpPr/>
              <p:nvPr/>
            </p:nvSpPr>
            <p:spPr>
              <a:xfrm rot="10800000">
                <a:off x="-58406" y="-586660"/>
                <a:ext cx="401400" cy="401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 name="Google Shape;49;p2"/>
              <p:cNvSpPr/>
              <p:nvPr/>
            </p:nvSpPr>
            <p:spPr>
              <a:xfrm rot="10800000">
                <a:off x="374903" y="662437"/>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0" name="Google Shape;50;p2"/>
              <p:cNvSpPr/>
              <p:nvPr/>
            </p:nvSpPr>
            <p:spPr>
              <a:xfrm rot="10800000">
                <a:off x="1102390" y="1217883"/>
                <a:ext cx="96300" cy="9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1" name="Google Shape;51;p2"/>
              <p:cNvSpPr/>
              <p:nvPr/>
            </p:nvSpPr>
            <p:spPr>
              <a:xfrm rot="10800000">
                <a:off x="288828" y="2506508"/>
                <a:ext cx="130500" cy="130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 name="Google Shape;52;p2"/>
              <p:cNvSpPr/>
              <p:nvPr/>
            </p:nvSpPr>
            <p:spPr>
              <a:xfrm rot="10800000">
                <a:off x="1455496" y="369115"/>
                <a:ext cx="130500" cy="130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3" name="Google Shape;53;p2"/>
              <p:cNvSpPr/>
              <p:nvPr/>
            </p:nvSpPr>
            <p:spPr>
              <a:xfrm rot="10800000">
                <a:off x="-817341" y="534290"/>
                <a:ext cx="96300" cy="96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4" name="Google Shape;54;p2"/>
              <p:cNvCxnSpPr>
                <a:stCxn id="50" idx="5"/>
                <a:endCxn id="49" idx="1"/>
              </p:cNvCxnSpPr>
              <p:nvPr/>
            </p:nvCxnSpPr>
            <p:spPr>
              <a:xfrm rot="10800000">
                <a:off x="486193" y="773886"/>
                <a:ext cx="630300" cy="458100"/>
              </a:xfrm>
              <a:prstGeom prst="straightConnector1">
                <a:avLst/>
              </a:prstGeom>
              <a:noFill/>
              <a:ln cap="flat" cmpd="sng" w="9525">
                <a:solidFill>
                  <a:schemeClr val="dk2"/>
                </a:solidFill>
                <a:prstDash val="solid"/>
                <a:round/>
                <a:headEnd len="med" w="med" type="none"/>
                <a:tailEnd len="med" w="med" type="none"/>
              </a:ln>
            </p:spPr>
          </p:cxnSp>
          <p:cxnSp>
            <p:nvCxnSpPr>
              <p:cNvPr id="55" name="Google Shape;55;p2"/>
              <p:cNvCxnSpPr>
                <a:stCxn id="51" idx="4"/>
                <a:endCxn id="49" idx="0"/>
              </p:cNvCxnSpPr>
              <p:nvPr/>
            </p:nvCxnSpPr>
            <p:spPr>
              <a:xfrm flipH="1" rot="10800000">
                <a:off x="354078" y="792908"/>
                <a:ext cx="86100" cy="1713600"/>
              </a:xfrm>
              <a:prstGeom prst="straightConnector1">
                <a:avLst/>
              </a:prstGeom>
              <a:noFill/>
              <a:ln cap="flat" cmpd="sng" w="9525">
                <a:solidFill>
                  <a:schemeClr val="dk2"/>
                </a:solidFill>
                <a:prstDash val="solid"/>
                <a:round/>
                <a:headEnd len="med" w="med" type="none"/>
                <a:tailEnd len="med" w="med" type="none"/>
              </a:ln>
            </p:spPr>
          </p:cxnSp>
          <p:cxnSp>
            <p:nvCxnSpPr>
              <p:cNvPr id="56" name="Google Shape;56;p2"/>
              <p:cNvCxnSpPr>
                <a:stCxn id="46" idx="6"/>
                <a:endCxn id="50" idx="3"/>
              </p:cNvCxnSpPr>
              <p:nvPr/>
            </p:nvCxnSpPr>
            <p:spPr>
              <a:xfrm flipH="1">
                <a:off x="1184598" y="420121"/>
                <a:ext cx="1856400" cy="811800"/>
              </a:xfrm>
              <a:prstGeom prst="straightConnector1">
                <a:avLst/>
              </a:prstGeom>
              <a:noFill/>
              <a:ln cap="flat" cmpd="sng" w="9525">
                <a:solidFill>
                  <a:schemeClr val="dk2"/>
                </a:solidFill>
                <a:prstDash val="solid"/>
                <a:round/>
                <a:headEnd len="med" w="med" type="none"/>
                <a:tailEnd len="med" w="med" type="none"/>
              </a:ln>
            </p:spPr>
          </p:cxnSp>
          <p:cxnSp>
            <p:nvCxnSpPr>
              <p:cNvPr id="57" name="Google Shape;57;p2"/>
              <p:cNvCxnSpPr>
                <a:stCxn id="50" idx="7"/>
                <a:endCxn id="51" idx="2"/>
              </p:cNvCxnSpPr>
              <p:nvPr/>
            </p:nvCxnSpPr>
            <p:spPr>
              <a:xfrm flipH="1">
                <a:off x="419293" y="1300080"/>
                <a:ext cx="697200" cy="1271700"/>
              </a:xfrm>
              <a:prstGeom prst="straightConnector1">
                <a:avLst/>
              </a:prstGeom>
              <a:noFill/>
              <a:ln cap="flat" cmpd="sng" w="9525">
                <a:solidFill>
                  <a:schemeClr val="dk2"/>
                </a:solidFill>
                <a:prstDash val="solid"/>
                <a:round/>
                <a:headEnd len="med" w="med" type="none"/>
                <a:tailEnd len="med" w="med" type="none"/>
              </a:ln>
            </p:spPr>
          </p:cxnSp>
          <p:cxnSp>
            <p:nvCxnSpPr>
              <p:cNvPr id="58" name="Google Shape;58;p2"/>
              <p:cNvCxnSpPr>
                <a:stCxn id="51" idx="6"/>
                <a:endCxn id="47" idx="1"/>
              </p:cNvCxnSpPr>
              <p:nvPr/>
            </p:nvCxnSpPr>
            <p:spPr>
              <a:xfrm rot="10800000">
                <a:off x="-384372" y="1715858"/>
                <a:ext cx="673200" cy="855900"/>
              </a:xfrm>
              <a:prstGeom prst="straightConnector1">
                <a:avLst/>
              </a:prstGeom>
              <a:noFill/>
              <a:ln cap="flat" cmpd="sng" w="9525">
                <a:solidFill>
                  <a:schemeClr val="dk2"/>
                </a:solidFill>
                <a:prstDash val="solid"/>
                <a:round/>
                <a:headEnd len="med" w="med" type="none"/>
                <a:tailEnd len="med" w="med" type="none"/>
              </a:ln>
            </p:spPr>
          </p:cxnSp>
          <p:cxnSp>
            <p:nvCxnSpPr>
              <p:cNvPr id="59" name="Google Shape;59;p2"/>
              <p:cNvCxnSpPr>
                <a:stCxn id="49" idx="7"/>
                <a:endCxn id="47" idx="3"/>
              </p:cNvCxnSpPr>
              <p:nvPr/>
            </p:nvCxnSpPr>
            <p:spPr>
              <a:xfrm flipH="1">
                <a:off x="-384486" y="773825"/>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60" name="Google Shape;60;p2"/>
              <p:cNvCxnSpPr>
                <a:stCxn id="46" idx="6"/>
                <a:endCxn id="52" idx="1"/>
              </p:cNvCxnSpPr>
              <p:nvPr/>
            </p:nvCxnSpPr>
            <p:spPr>
              <a:xfrm flipH="1">
                <a:off x="1566798" y="420121"/>
                <a:ext cx="1474200" cy="60300"/>
              </a:xfrm>
              <a:prstGeom prst="straightConnector1">
                <a:avLst/>
              </a:prstGeom>
              <a:noFill/>
              <a:ln cap="flat" cmpd="sng" w="9525">
                <a:solidFill>
                  <a:schemeClr val="dk2"/>
                </a:solidFill>
                <a:prstDash val="solid"/>
                <a:round/>
                <a:headEnd len="med" w="med" type="none"/>
                <a:tailEnd len="med" w="med" type="none"/>
              </a:ln>
            </p:spPr>
          </p:cxnSp>
          <p:cxnSp>
            <p:nvCxnSpPr>
              <p:cNvPr id="61" name="Google Shape;61;p2"/>
              <p:cNvCxnSpPr>
                <a:stCxn id="52" idx="7"/>
                <a:endCxn id="49" idx="2"/>
              </p:cNvCxnSpPr>
              <p:nvPr/>
            </p:nvCxnSpPr>
            <p:spPr>
              <a:xfrm flipH="1">
                <a:off x="505308" y="480503"/>
                <a:ext cx="969300" cy="247200"/>
              </a:xfrm>
              <a:prstGeom prst="straightConnector1">
                <a:avLst/>
              </a:prstGeom>
              <a:noFill/>
              <a:ln cap="flat" cmpd="sng" w="9525">
                <a:solidFill>
                  <a:schemeClr val="dk2"/>
                </a:solidFill>
                <a:prstDash val="solid"/>
                <a:round/>
                <a:headEnd len="med" w="med" type="none"/>
                <a:tailEnd len="med" w="med" type="none"/>
              </a:ln>
            </p:spPr>
          </p:cxnSp>
          <p:cxnSp>
            <p:nvCxnSpPr>
              <p:cNvPr id="62" name="Google Shape;62;p2"/>
              <p:cNvCxnSpPr>
                <a:stCxn id="52" idx="5"/>
                <a:endCxn id="48" idx="2"/>
              </p:cNvCxnSpPr>
              <p:nvPr/>
            </p:nvCxnSpPr>
            <p:spPr>
              <a:xfrm rot="10800000">
                <a:off x="343008" y="-386074"/>
                <a:ext cx="1131600" cy="774300"/>
              </a:xfrm>
              <a:prstGeom prst="straightConnector1">
                <a:avLst/>
              </a:prstGeom>
              <a:noFill/>
              <a:ln cap="flat" cmpd="sng" w="9525">
                <a:solidFill>
                  <a:schemeClr val="dk2"/>
                </a:solidFill>
                <a:prstDash val="solid"/>
                <a:round/>
                <a:headEnd len="med" w="med" type="none"/>
                <a:tailEnd len="med" w="med" type="none"/>
              </a:ln>
            </p:spPr>
          </p:cxnSp>
          <p:cxnSp>
            <p:nvCxnSpPr>
              <p:cNvPr id="63" name="Google Shape;63;p2"/>
              <p:cNvCxnSpPr>
                <a:stCxn id="48" idx="0"/>
                <a:endCxn id="49" idx="5"/>
              </p:cNvCxnSpPr>
              <p:nvPr/>
            </p:nvCxnSpPr>
            <p:spPr>
              <a:xfrm>
                <a:off x="142294" y="-185260"/>
                <a:ext cx="251700" cy="866700"/>
              </a:xfrm>
              <a:prstGeom prst="straightConnector1">
                <a:avLst/>
              </a:prstGeom>
              <a:noFill/>
              <a:ln cap="flat" cmpd="sng" w="9525">
                <a:solidFill>
                  <a:schemeClr val="dk2"/>
                </a:solidFill>
                <a:prstDash val="solid"/>
                <a:round/>
                <a:headEnd len="med" w="med" type="none"/>
                <a:tailEnd len="med" w="med" type="none"/>
              </a:ln>
            </p:spPr>
          </p:cxnSp>
          <p:cxnSp>
            <p:nvCxnSpPr>
              <p:cNvPr id="64" name="Google Shape;64;p2"/>
              <p:cNvCxnSpPr>
                <a:stCxn id="48" idx="7"/>
                <a:endCxn id="53" idx="3"/>
              </p:cNvCxnSpPr>
              <p:nvPr/>
            </p:nvCxnSpPr>
            <p:spPr>
              <a:xfrm flipH="1">
                <a:off x="-735222" y="-244043"/>
                <a:ext cx="735600" cy="792300"/>
              </a:xfrm>
              <a:prstGeom prst="straightConnector1">
                <a:avLst/>
              </a:prstGeom>
              <a:noFill/>
              <a:ln cap="flat" cmpd="sng" w="9525">
                <a:solidFill>
                  <a:schemeClr val="dk2"/>
                </a:solidFill>
                <a:prstDash val="solid"/>
                <a:round/>
                <a:headEnd len="med" w="med" type="none"/>
                <a:tailEnd len="med" w="med" type="none"/>
              </a:ln>
            </p:spPr>
          </p:cxnSp>
          <p:cxnSp>
            <p:nvCxnSpPr>
              <p:cNvPr id="65" name="Google Shape;65;p2"/>
              <p:cNvCxnSpPr>
                <a:stCxn id="49" idx="6"/>
                <a:endCxn id="53" idx="2"/>
              </p:cNvCxnSpPr>
              <p:nvPr/>
            </p:nvCxnSpPr>
            <p:spPr>
              <a:xfrm rot="10800000">
                <a:off x="-720997" y="582487"/>
                <a:ext cx="1095900" cy="145200"/>
              </a:xfrm>
              <a:prstGeom prst="straightConnector1">
                <a:avLst/>
              </a:prstGeom>
              <a:noFill/>
              <a:ln cap="flat" cmpd="sng" w="9525">
                <a:solidFill>
                  <a:schemeClr val="dk2"/>
                </a:solidFill>
                <a:prstDash val="solid"/>
                <a:round/>
                <a:headEnd len="med" w="med" type="none"/>
                <a:tailEnd len="med" w="med" type="none"/>
              </a:ln>
            </p:spPr>
          </p:cxnSp>
          <p:cxnSp>
            <p:nvCxnSpPr>
              <p:cNvPr id="66" name="Google Shape;66;p2"/>
              <p:cNvCxnSpPr>
                <a:stCxn id="53" idx="0"/>
                <a:endCxn id="47" idx="5"/>
              </p:cNvCxnSpPr>
              <p:nvPr/>
            </p:nvCxnSpPr>
            <p:spPr>
              <a:xfrm>
                <a:off x="-769191" y="630590"/>
                <a:ext cx="247200" cy="947700"/>
              </a:xfrm>
              <a:prstGeom prst="straightConnector1">
                <a:avLst/>
              </a:prstGeom>
              <a:noFill/>
              <a:ln cap="flat" cmpd="sng" w="9525">
                <a:solidFill>
                  <a:schemeClr val="dk2"/>
                </a:solidFill>
                <a:prstDash val="solid"/>
                <a:round/>
                <a:headEnd len="med" w="med" type="none"/>
                <a:tailEnd len="med" w="med" type="none"/>
              </a:ln>
            </p:spPr>
          </p:cxnSp>
          <p:cxnSp>
            <p:nvCxnSpPr>
              <p:cNvPr id="67" name="Google Shape;67;p2"/>
              <p:cNvCxnSpPr>
                <a:stCxn id="51" idx="5"/>
                <a:endCxn id="53" idx="1"/>
              </p:cNvCxnSpPr>
              <p:nvPr/>
            </p:nvCxnSpPr>
            <p:spPr>
              <a:xfrm rot="10800000">
                <a:off x="-735161" y="616419"/>
                <a:ext cx="1043100" cy="1909200"/>
              </a:xfrm>
              <a:prstGeom prst="straightConnector1">
                <a:avLst/>
              </a:prstGeom>
              <a:noFill/>
              <a:ln cap="flat" cmpd="sng" w="9525">
                <a:solidFill>
                  <a:schemeClr val="dk2"/>
                </a:solidFill>
                <a:prstDash val="solid"/>
                <a:round/>
                <a:headEnd len="med" w="med" type="none"/>
                <a:tailEnd len="med" w="med" type="none"/>
              </a:ln>
            </p:spPr>
          </p:cxnSp>
          <p:cxnSp>
            <p:nvCxnSpPr>
              <p:cNvPr id="68" name="Google Shape;68;p2"/>
              <p:cNvCxnSpPr>
                <a:stCxn id="50" idx="6"/>
                <a:endCxn id="53" idx="1"/>
              </p:cNvCxnSpPr>
              <p:nvPr/>
            </p:nvCxnSpPr>
            <p:spPr>
              <a:xfrm rot="10800000">
                <a:off x="-735110" y="616533"/>
                <a:ext cx="1837500" cy="649500"/>
              </a:xfrm>
              <a:prstGeom prst="straightConnector1">
                <a:avLst/>
              </a:prstGeom>
              <a:noFill/>
              <a:ln cap="flat" cmpd="sng" w="9525">
                <a:solidFill>
                  <a:schemeClr val="dk2"/>
                </a:solidFill>
                <a:prstDash val="solid"/>
                <a:round/>
                <a:headEnd len="med" w="med" type="none"/>
                <a:tailEnd len="med" w="med" type="none"/>
              </a:ln>
            </p:spPr>
          </p:cxnSp>
          <p:cxnSp>
            <p:nvCxnSpPr>
              <p:cNvPr id="69" name="Google Shape;69;p2"/>
              <p:cNvCxnSpPr>
                <a:stCxn id="50" idx="4"/>
                <a:endCxn id="48" idx="1"/>
              </p:cNvCxnSpPr>
              <p:nvPr/>
            </p:nvCxnSpPr>
            <p:spPr>
              <a:xfrm rot="10800000">
                <a:off x="284140" y="-244017"/>
                <a:ext cx="866400" cy="1461900"/>
              </a:xfrm>
              <a:prstGeom prst="straightConnector1">
                <a:avLst/>
              </a:prstGeom>
              <a:noFill/>
              <a:ln cap="flat" cmpd="sng" w="9525">
                <a:solidFill>
                  <a:schemeClr val="dk2"/>
                </a:solidFill>
                <a:prstDash val="solid"/>
                <a:round/>
                <a:headEnd len="med" w="med" type="none"/>
                <a:tailEnd len="med" w="med" type="none"/>
              </a:ln>
            </p:spPr>
          </p:cxnSp>
          <p:cxnSp>
            <p:nvCxnSpPr>
              <p:cNvPr id="70" name="Google Shape;70;p2"/>
              <p:cNvCxnSpPr>
                <a:stCxn id="47" idx="4"/>
                <a:endCxn id="48" idx="7"/>
              </p:cNvCxnSpPr>
              <p:nvPr/>
            </p:nvCxnSpPr>
            <p:spPr>
              <a:xfrm flipH="1" rot="10800000">
                <a:off x="-453249" y="-244140"/>
                <a:ext cx="453600" cy="1794000"/>
              </a:xfrm>
              <a:prstGeom prst="straightConnector1">
                <a:avLst/>
              </a:prstGeom>
              <a:noFill/>
              <a:ln cap="flat" cmpd="sng" w="9525">
                <a:solidFill>
                  <a:schemeClr val="dk2"/>
                </a:solidFill>
                <a:prstDash val="solid"/>
                <a:round/>
                <a:headEnd len="med" w="med" type="none"/>
                <a:tailEnd len="med" w="med" type="none"/>
              </a:ln>
            </p:spPr>
          </p:cxnSp>
          <p:cxnSp>
            <p:nvCxnSpPr>
              <p:cNvPr id="71" name="Google Shape;71;p2"/>
              <p:cNvCxnSpPr>
                <a:stCxn id="46" idx="6"/>
                <a:endCxn id="48" idx="1"/>
              </p:cNvCxnSpPr>
              <p:nvPr/>
            </p:nvCxnSpPr>
            <p:spPr>
              <a:xfrm rot="10800000">
                <a:off x="284298" y="-244079"/>
                <a:ext cx="2756700" cy="664200"/>
              </a:xfrm>
              <a:prstGeom prst="straightConnector1">
                <a:avLst/>
              </a:prstGeom>
              <a:noFill/>
              <a:ln cap="flat" cmpd="sng" w="9525">
                <a:solidFill>
                  <a:schemeClr val="dk2"/>
                </a:solidFill>
                <a:prstDash val="solid"/>
                <a:round/>
                <a:headEnd len="med" w="med" type="none"/>
                <a:tailEnd len="med" w="med" type="none"/>
              </a:ln>
            </p:spPr>
          </p:cxnSp>
          <p:sp>
            <p:nvSpPr>
              <p:cNvPr id="72" name="Google Shape;72;p2"/>
              <p:cNvSpPr/>
              <p:nvPr/>
            </p:nvSpPr>
            <p:spPr>
              <a:xfrm rot="10800000">
                <a:off x="-769166" y="-840100"/>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3" name="Google Shape;73;p2"/>
              <p:cNvCxnSpPr>
                <a:stCxn id="53" idx="4"/>
                <a:endCxn id="72" idx="7"/>
              </p:cNvCxnSpPr>
              <p:nvPr/>
            </p:nvCxnSpPr>
            <p:spPr>
              <a:xfrm flipH="1" rot="10800000">
                <a:off x="-769191" y="-728710"/>
                <a:ext cx="19200" cy="1263000"/>
              </a:xfrm>
              <a:prstGeom prst="straightConnector1">
                <a:avLst/>
              </a:prstGeom>
              <a:noFill/>
              <a:ln cap="flat" cmpd="sng" w="9525">
                <a:solidFill>
                  <a:schemeClr val="dk2"/>
                </a:solidFill>
                <a:prstDash val="solid"/>
                <a:round/>
                <a:headEnd len="med" w="med" type="none"/>
                <a:tailEnd len="med" w="med" type="none"/>
              </a:ln>
            </p:spPr>
          </p:cxnSp>
          <p:cxnSp>
            <p:nvCxnSpPr>
              <p:cNvPr id="74" name="Google Shape;74;p2"/>
              <p:cNvCxnSpPr>
                <a:stCxn id="72" idx="2"/>
                <a:endCxn id="48" idx="5"/>
              </p:cNvCxnSpPr>
              <p:nvPr/>
            </p:nvCxnSpPr>
            <p:spPr>
              <a:xfrm>
                <a:off x="-638666" y="-774850"/>
                <a:ext cx="639000" cy="246900"/>
              </a:xfrm>
              <a:prstGeom prst="straightConnector1">
                <a:avLst/>
              </a:prstGeom>
              <a:noFill/>
              <a:ln cap="flat" cmpd="sng" w="9525">
                <a:solidFill>
                  <a:schemeClr val="dk2"/>
                </a:solidFill>
                <a:prstDash val="solid"/>
                <a:round/>
                <a:headEnd len="med" w="med" type="none"/>
                <a:tailEnd len="med" w="med" type="none"/>
              </a:ln>
            </p:spPr>
          </p:cxnSp>
          <p:cxnSp>
            <p:nvCxnSpPr>
              <p:cNvPr id="75" name="Google Shape;75;p2"/>
              <p:cNvCxnSpPr>
                <a:stCxn id="72" idx="0"/>
                <a:endCxn id="47" idx="4"/>
              </p:cNvCxnSpPr>
              <p:nvPr/>
            </p:nvCxnSpPr>
            <p:spPr>
              <a:xfrm>
                <a:off x="-703916" y="-709600"/>
                <a:ext cx="250800" cy="2259600"/>
              </a:xfrm>
              <a:prstGeom prst="straightConnector1">
                <a:avLst/>
              </a:prstGeom>
              <a:noFill/>
              <a:ln cap="flat" cmpd="sng" w="9525">
                <a:solidFill>
                  <a:schemeClr val="dk2"/>
                </a:solidFill>
                <a:prstDash val="solid"/>
                <a:round/>
                <a:headEnd len="med" w="med" type="none"/>
                <a:tailEnd len="med" w="med" type="none"/>
              </a:ln>
            </p:spPr>
          </p:cxnSp>
          <p:cxnSp>
            <p:nvCxnSpPr>
              <p:cNvPr id="76" name="Google Shape;76;p2"/>
              <p:cNvCxnSpPr>
                <a:stCxn id="72" idx="1"/>
                <a:endCxn id="49" idx="5"/>
              </p:cNvCxnSpPr>
              <p:nvPr/>
            </p:nvCxnSpPr>
            <p:spPr>
              <a:xfrm>
                <a:off x="-657777" y="-728711"/>
                <a:ext cx="1051800" cy="1410300"/>
              </a:xfrm>
              <a:prstGeom prst="straightConnector1">
                <a:avLst/>
              </a:prstGeom>
              <a:noFill/>
              <a:ln cap="flat" cmpd="sng" w="9525">
                <a:solidFill>
                  <a:schemeClr val="dk2"/>
                </a:solidFill>
                <a:prstDash val="solid"/>
                <a:round/>
                <a:headEnd len="med" w="med" type="none"/>
                <a:tailEnd len="med" w="med" type="none"/>
              </a:ln>
            </p:spPr>
          </p:cxnSp>
          <p:sp>
            <p:nvSpPr>
              <p:cNvPr id="77" name="Google Shape;77;p2"/>
              <p:cNvSpPr/>
              <p:nvPr/>
            </p:nvSpPr>
            <p:spPr>
              <a:xfrm rot="10800000">
                <a:off x="374866" y="-872068"/>
                <a:ext cx="194400" cy="194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8" name="Google Shape;78;p2"/>
              <p:cNvCxnSpPr>
                <a:stCxn id="72" idx="2"/>
                <a:endCxn id="77" idx="6"/>
              </p:cNvCxnSpPr>
              <p:nvPr/>
            </p:nvCxnSpPr>
            <p:spPr>
              <a:xfrm>
                <a:off x="-638666" y="-774850"/>
                <a:ext cx="1013400" cy="0"/>
              </a:xfrm>
              <a:prstGeom prst="straightConnector1">
                <a:avLst/>
              </a:prstGeom>
              <a:noFill/>
              <a:ln cap="flat" cmpd="sng" w="9525">
                <a:solidFill>
                  <a:schemeClr val="dk2"/>
                </a:solidFill>
                <a:prstDash val="solid"/>
                <a:round/>
                <a:headEnd len="med" w="med" type="none"/>
                <a:tailEnd len="med" w="med" type="none"/>
              </a:ln>
            </p:spPr>
          </p:cxnSp>
          <p:cxnSp>
            <p:nvCxnSpPr>
              <p:cNvPr id="79" name="Google Shape;79;p2"/>
              <p:cNvCxnSpPr>
                <a:stCxn id="77" idx="1"/>
                <a:endCxn id="52" idx="5"/>
              </p:cNvCxnSpPr>
              <p:nvPr/>
            </p:nvCxnSpPr>
            <p:spPr>
              <a:xfrm>
                <a:off x="540797" y="-706138"/>
                <a:ext cx="933900" cy="10944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sp>
        <p:nvSpPr>
          <p:cNvPr id="81" name="Google Shape;81;p3"/>
          <p:cNvSpPr txBox="1"/>
          <p:nvPr>
            <p:ph type="title"/>
          </p:nvPr>
        </p:nvSpPr>
        <p:spPr>
          <a:xfrm>
            <a:off x="1463100" y="2046250"/>
            <a:ext cx="6217800" cy="16764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2" name="Google Shape;82;p3"/>
          <p:cNvSpPr txBox="1"/>
          <p:nvPr>
            <p:ph hasCustomPrompt="1" idx="2" type="title"/>
          </p:nvPr>
        </p:nvSpPr>
        <p:spPr>
          <a:xfrm>
            <a:off x="3745950" y="809625"/>
            <a:ext cx="1652100" cy="112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8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3" name="Google Shape;83;p3"/>
          <p:cNvSpPr txBox="1"/>
          <p:nvPr>
            <p:ph idx="1" type="subTitle"/>
          </p:nvPr>
        </p:nvSpPr>
        <p:spPr>
          <a:xfrm>
            <a:off x="1463100" y="3797250"/>
            <a:ext cx="6217800" cy="430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84" name="Google Shape;84;p3"/>
          <p:cNvGrpSpPr/>
          <p:nvPr/>
        </p:nvGrpSpPr>
        <p:grpSpPr>
          <a:xfrm>
            <a:off x="-1196147" y="-548842"/>
            <a:ext cx="13880920" cy="6874700"/>
            <a:chOff x="-1196147" y="-548842"/>
            <a:chExt cx="13880920" cy="6874700"/>
          </a:xfrm>
        </p:grpSpPr>
        <p:grpSp>
          <p:nvGrpSpPr>
            <p:cNvPr id="85" name="Google Shape;85;p3"/>
            <p:cNvGrpSpPr/>
            <p:nvPr/>
          </p:nvGrpSpPr>
          <p:grpSpPr>
            <a:xfrm>
              <a:off x="-1196147" y="-548842"/>
              <a:ext cx="3657841" cy="4417628"/>
              <a:chOff x="-1196147" y="-548842"/>
              <a:chExt cx="3657841" cy="4417628"/>
            </a:xfrm>
          </p:grpSpPr>
          <p:sp>
            <p:nvSpPr>
              <p:cNvPr id="86" name="Google Shape;86;p3"/>
              <p:cNvSpPr/>
              <p:nvPr/>
            </p:nvSpPr>
            <p:spPr>
              <a:xfrm rot="10359365">
                <a:off x="2255245" y="146021"/>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7" name="Google Shape;87;p3"/>
              <p:cNvSpPr/>
              <p:nvPr/>
            </p:nvSpPr>
            <p:spPr>
              <a:xfrm rot="10359365">
                <a:off x="-841304" y="2200605"/>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8" name="Google Shape;88;p3"/>
              <p:cNvSpPr/>
              <p:nvPr/>
            </p:nvSpPr>
            <p:spPr>
              <a:xfrm rot="10361981">
                <a:off x="352993" y="-214656"/>
                <a:ext cx="401353" cy="40135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 name="Google Shape;89;p3"/>
              <p:cNvSpPr/>
              <p:nvPr/>
            </p:nvSpPr>
            <p:spPr>
              <a:xfrm rot="10355821">
                <a:off x="274120" y="560515"/>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0" name="Google Shape;90;p3"/>
              <p:cNvSpPr/>
              <p:nvPr/>
            </p:nvSpPr>
            <p:spPr>
              <a:xfrm rot="10360416">
                <a:off x="1106270" y="873580"/>
                <a:ext cx="254074" cy="25407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1" name="Google Shape;91;p3"/>
              <p:cNvSpPr/>
              <p:nvPr/>
            </p:nvSpPr>
            <p:spPr>
              <a:xfrm rot="10355821">
                <a:off x="424057" y="2400495"/>
                <a:ext cx="130387" cy="1303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2" name="Google Shape;92;p3"/>
              <p:cNvSpPr/>
              <p:nvPr/>
            </p:nvSpPr>
            <p:spPr>
              <a:xfrm rot="9969336">
                <a:off x="1746927" y="9840"/>
                <a:ext cx="130388" cy="13038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 name="Google Shape;93;p3"/>
              <p:cNvSpPr/>
              <p:nvPr/>
            </p:nvSpPr>
            <p:spPr>
              <a:xfrm rot="10360567">
                <a:off x="-737089" y="906043"/>
                <a:ext cx="96487" cy="964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4" name="Google Shape;94;p3"/>
              <p:cNvCxnSpPr>
                <a:stCxn id="90" idx="5"/>
                <a:endCxn id="89" idx="1"/>
              </p:cNvCxnSpPr>
              <p:nvPr/>
            </p:nvCxnSpPr>
            <p:spPr>
              <a:xfrm rot="10800000">
                <a:off x="390857" y="665576"/>
                <a:ext cx="741900" cy="257400"/>
              </a:xfrm>
              <a:prstGeom prst="straightConnector1">
                <a:avLst/>
              </a:prstGeom>
              <a:noFill/>
              <a:ln cap="flat" cmpd="sng" w="9525">
                <a:solidFill>
                  <a:schemeClr val="dk2"/>
                </a:solidFill>
                <a:prstDash val="solid"/>
                <a:round/>
                <a:headEnd len="med" w="med" type="none"/>
                <a:tailEnd len="med" w="med" type="none"/>
              </a:ln>
            </p:spPr>
          </p:cxnSp>
          <p:cxnSp>
            <p:nvCxnSpPr>
              <p:cNvPr id="95" name="Google Shape;95;p3"/>
              <p:cNvCxnSpPr>
                <a:stCxn id="91" idx="4"/>
                <a:endCxn id="89" idx="0"/>
              </p:cNvCxnSpPr>
              <p:nvPr/>
            </p:nvCxnSpPr>
            <p:spPr>
              <a:xfrm rot="10800000">
                <a:off x="347650" y="690439"/>
                <a:ext cx="133200" cy="1710600"/>
              </a:xfrm>
              <a:prstGeom prst="straightConnector1">
                <a:avLst/>
              </a:prstGeom>
              <a:noFill/>
              <a:ln cap="flat" cmpd="sng" w="9525">
                <a:solidFill>
                  <a:schemeClr val="dk2"/>
                </a:solidFill>
                <a:prstDash val="solid"/>
                <a:round/>
                <a:headEnd len="med" w="med" type="none"/>
                <a:tailEnd len="med" w="med" type="none"/>
              </a:ln>
            </p:spPr>
          </p:cxnSp>
          <p:cxnSp>
            <p:nvCxnSpPr>
              <p:cNvPr id="96" name="Google Shape;96;p3"/>
              <p:cNvCxnSpPr>
                <a:stCxn id="86" idx="6"/>
                <a:endCxn id="90" idx="3"/>
              </p:cNvCxnSpPr>
              <p:nvPr/>
            </p:nvCxnSpPr>
            <p:spPr>
              <a:xfrm flipH="1">
                <a:off x="1311044" y="255870"/>
                <a:ext cx="945000" cy="644100"/>
              </a:xfrm>
              <a:prstGeom prst="straightConnector1">
                <a:avLst/>
              </a:prstGeom>
              <a:noFill/>
              <a:ln cap="flat" cmpd="sng" w="9525">
                <a:solidFill>
                  <a:schemeClr val="dk2"/>
                </a:solidFill>
                <a:prstDash val="solid"/>
                <a:round/>
                <a:headEnd len="med" w="med" type="none"/>
                <a:tailEnd len="med" w="med" type="none"/>
              </a:ln>
            </p:spPr>
          </p:cxnSp>
          <p:cxnSp>
            <p:nvCxnSpPr>
              <p:cNvPr id="97" name="Google Shape;97;p3"/>
              <p:cNvCxnSpPr>
                <a:stCxn id="90" idx="7"/>
                <a:endCxn id="91" idx="2"/>
              </p:cNvCxnSpPr>
              <p:nvPr/>
            </p:nvCxnSpPr>
            <p:spPr>
              <a:xfrm flipH="1">
                <a:off x="553867" y="1101167"/>
                <a:ext cx="601800" cy="1356000"/>
              </a:xfrm>
              <a:prstGeom prst="straightConnector1">
                <a:avLst/>
              </a:prstGeom>
              <a:noFill/>
              <a:ln cap="flat" cmpd="sng" w="9525">
                <a:solidFill>
                  <a:schemeClr val="dk2"/>
                </a:solidFill>
                <a:prstDash val="solid"/>
                <a:round/>
                <a:headEnd len="med" w="med" type="none"/>
                <a:tailEnd len="med" w="med" type="none"/>
              </a:ln>
            </p:spPr>
          </p:cxnSp>
          <p:cxnSp>
            <p:nvCxnSpPr>
              <p:cNvPr id="98" name="Google Shape;98;p3"/>
              <p:cNvCxnSpPr>
                <a:stCxn id="91" idx="6"/>
                <a:endCxn id="87" idx="1"/>
              </p:cNvCxnSpPr>
              <p:nvPr/>
            </p:nvCxnSpPr>
            <p:spPr>
              <a:xfrm rot="10800000">
                <a:off x="-666800" y="2357389"/>
                <a:ext cx="1091400" cy="116700"/>
              </a:xfrm>
              <a:prstGeom prst="straightConnector1">
                <a:avLst/>
              </a:prstGeom>
              <a:noFill/>
              <a:ln cap="flat" cmpd="sng" w="9525">
                <a:solidFill>
                  <a:schemeClr val="dk2"/>
                </a:solidFill>
                <a:prstDash val="solid"/>
                <a:round/>
                <a:headEnd len="med" w="med" type="none"/>
                <a:tailEnd len="med" w="med" type="none"/>
              </a:ln>
            </p:spPr>
          </p:cxnSp>
          <p:cxnSp>
            <p:nvCxnSpPr>
              <p:cNvPr id="99" name="Google Shape;99;p3"/>
              <p:cNvCxnSpPr>
                <a:stCxn id="89" idx="7"/>
                <a:endCxn id="87" idx="3"/>
              </p:cNvCxnSpPr>
              <p:nvPr/>
            </p:nvCxnSpPr>
            <p:spPr>
              <a:xfrm flipH="1">
                <a:off x="-684462" y="677363"/>
                <a:ext cx="984000" cy="1543500"/>
              </a:xfrm>
              <a:prstGeom prst="straightConnector1">
                <a:avLst/>
              </a:prstGeom>
              <a:noFill/>
              <a:ln cap="flat" cmpd="sng" w="9525">
                <a:solidFill>
                  <a:schemeClr val="dk2"/>
                </a:solidFill>
                <a:prstDash val="solid"/>
                <a:round/>
                <a:headEnd len="med" w="med" type="none"/>
                <a:tailEnd len="med" w="med" type="none"/>
              </a:ln>
            </p:spPr>
          </p:cxnSp>
          <p:cxnSp>
            <p:nvCxnSpPr>
              <p:cNvPr id="100" name="Google Shape;100;p3"/>
              <p:cNvCxnSpPr>
                <a:stCxn id="86" idx="6"/>
                <a:endCxn id="92" idx="1"/>
              </p:cNvCxnSpPr>
              <p:nvPr/>
            </p:nvCxnSpPr>
            <p:spPr>
              <a:xfrm rot="10800000">
                <a:off x="1867844" y="108870"/>
                <a:ext cx="388200" cy="147000"/>
              </a:xfrm>
              <a:prstGeom prst="straightConnector1">
                <a:avLst/>
              </a:prstGeom>
              <a:noFill/>
              <a:ln cap="flat" cmpd="sng" w="9525">
                <a:solidFill>
                  <a:schemeClr val="dk2"/>
                </a:solidFill>
                <a:prstDash val="solid"/>
                <a:round/>
                <a:headEnd len="med" w="med" type="none"/>
                <a:tailEnd len="med" w="med" type="none"/>
              </a:ln>
            </p:spPr>
          </p:cxnSp>
          <p:cxnSp>
            <p:nvCxnSpPr>
              <p:cNvPr id="101" name="Google Shape;101;p3"/>
              <p:cNvCxnSpPr>
                <a:stCxn id="92" idx="6"/>
                <a:endCxn id="89" idx="2"/>
              </p:cNvCxnSpPr>
              <p:nvPr/>
            </p:nvCxnSpPr>
            <p:spPr>
              <a:xfrm flipH="1">
                <a:off x="403921" y="90634"/>
                <a:ext cx="1344900" cy="526800"/>
              </a:xfrm>
              <a:prstGeom prst="straightConnector1">
                <a:avLst/>
              </a:prstGeom>
              <a:noFill/>
              <a:ln cap="flat" cmpd="sng" w="9525">
                <a:solidFill>
                  <a:schemeClr val="dk2"/>
                </a:solidFill>
                <a:prstDash val="solid"/>
                <a:round/>
                <a:headEnd len="med" w="med" type="none"/>
                <a:tailEnd len="med" w="med" type="none"/>
              </a:ln>
            </p:spPr>
          </p:cxnSp>
          <p:cxnSp>
            <p:nvCxnSpPr>
              <p:cNvPr id="102" name="Google Shape;102;p3"/>
              <p:cNvCxnSpPr>
                <a:stCxn id="92" idx="6"/>
                <a:endCxn id="88" idx="1"/>
              </p:cNvCxnSpPr>
              <p:nvPr/>
            </p:nvCxnSpPr>
            <p:spPr>
              <a:xfrm flipH="1">
                <a:off x="712321" y="90634"/>
                <a:ext cx="1036500" cy="18000"/>
              </a:xfrm>
              <a:prstGeom prst="straightConnector1">
                <a:avLst/>
              </a:prstGeom>
              <a:noFill/>
              <a:ln cap="flat" cmpd="sng" w="9525">
                <a:solidFill>
                  <a:schemeClr val="dk2"/>
                </a:solidFill>
                <a:prstDash val="solid"/>
                <a:round/>
                <a:headEnd len="med" w="med" type="none"/>
                <a:tailEnd len="med" w="med" type="none"/>
              </a:ln>
            </p:spPr>
          </p:cxnSp>
          <p:cxnSp>
            <p:nvCxnSpPr>
              <p:cNvPr id="103" name="Google Shape;103;p3"/>
              <p:cNvCxnSpPr>
                <a:stCxn id="88" idx="7"/>
                <a:endCxn id="93" idx="3"/>
              </p:cNvCxnSpPr>
              <p:nvPr/>
            </p:nvCxnSpPr>
            <p:spPr>
              <a:xfrm flipH="1">
                <a:off x="-659248" y="144801"/>
                <a:ext cx="1090200" cy="771300"/>
              </a:xfrm>
              <a:prstGeom prst="straightConnector1">
                <a:avLst/>
              </a:prstGeom>
              <a:noFill/>
              <a:ln cap="flat" cmpd="sng" w="9525">
                <a:solidFill>
                  <a:schemeClr val="dk2"/>
                </a:solidFill>
                <a:prstDash val="solid"/>
                <a:round/>
                <a:headEnd len="med" w="med" type="none"/>
                <a:tailEnd len="med" w="med" type="none"/>
              </a:ln>
            </p:spPr>
          </p:cxnSp>
          <p:cxnSp>
            <p:nvCxnSpPr>
              <p:cNvPr id="104" name="Google Shape;104;p3"/>
              <p:cNvCxnSpPr>
                <a:stCxn id="89" idx="6"/>
                <a:endCxn id="93" idx="2"/>
              </p:cNvCxnSpPr>
              <p:nvPr/>
            </p:nvCxnSpPr>
            <p:spPr>
              <a:xfrm flipH="1">
                <a:off x="-640937" y="634109"/>
                <a:ext cx="915600" cy="314100"/>
              </a:xfrm>
              <a:prstGeom prst="straightConnector1">
                <a:avLst/>
              </a:prstGeom>
              <a:noFill/>
              <a:ln cap="flat" cmpd="sng" w="9525">
                <a:solidFill>
                  <a:schemeClr val="dk2"/>
                </a:solidFill>
                <a:prstDash val="solid"/>
                <a:round/>
                <a:headEnd len="med" w="med" type="none"/>
                <a:tailEnd len="med" w="med" type="none"/>
              </a:ln>
            </p:spPr>
          </p:cxnSp>
          <p:cxnSp>
            <p:nvCxnSpPr>
              <p:cNvPr id="105" name="Google Shape;105;p3"/>
              <p:cNvCxnSpPr>
                <a:stCxn id="93" idx="0"/>
                <a:endCxn id="87" idx="5"/>
              </p:cNvCxnSpPr>
              <p:nvPr/>
            </p:nvCxnSpPr>
            <p:spPr>
              <a:xfrm flipH="1">
                <a:off x="-820996" y="1002137"/>
                <a:ext cx="138300" cy="1236300"/>
              </a:xfrm>
              <a:prstGeom prst="straightConnector1">
                <a:avLst/>
              </a:prstGeom>
              <a:noFill/>
              <a:ln cap="flat" cmpd="sng" w="9525">
                <a:solidFill>
                  <a:schemeClr val="dk2"/>
                </a:solidFill>
                <a:prstDash val="solid"/>
                <a:round/>
                <a:headEnd len="med" w="med" type="none"/>
                <a:tailEnd len="med" w="med" type="none"/>
              </a:ln>
            </p:spPr>
          </p:cxnSp>
          <p:cxnSp>
            <p:nvCxnSpPr>
              <p:cNvPr id="106" name="Google Shape;106;p3"/>
              <p:cNvCxnSpPr>
                <a:stCxn id="91" idx="5"/>
                <a:endCxn id="93" idx="1"/>
              </p:cNvCxnSpPr>
              <p:nvPr/>
            </p:nvCxnSpPr>
            <p:spPr>
              <a:xfrm rot="10800000">
                <a:off x="-650804" y="983814"/>
                <a:ext cx="1088400" cy="1442100"/>
              </a:xfrm>
              <a:prstGeom prst="straightConnector1">
                <a:avLst/>
              </a:prstGeom>
              <a:noFill/>
              <a:ln cap="flat" cmpd="sng" w="9525">
                <a:solidFill>
                  <a:schemeClr val="dk2"/>
                </a:solidFill>
                <a:prstDash val="solid"/>
                <a:round/>
                <a:headEnd len="med" w="med" type="none"/>
                <a:tailEnd len="med" w="med" type="none"/>
              </a:ln>
            </p:spPr>
          </p:cxnSp>
          <p:cxnSp>
            <p:nvCxnSpPr>
              <p:cNvPr id="107" name="Google Shape;107;p3"/>
              <p:cNvCxnSpPr>
                <a:stCxn id="90" idx="6"/>
                <a:endCxn id="93" idx="1"/>
              </p:cNvCxnSpPr>
              <p:nvPr/>
            </p:nvCxnSpPr>
            <p:spPr>
              <a:xfrm rot="10800000">
                <a:off x="-650693" y="983817"/>
                <a:ext cx="1758000" cy="33000"/>
              </a:xfrm>
              <a:prstGeom prst="straightConnector1">
                <a:avLst/>
              </a:prstGeom>
              <a:noFill/>
              <a:ln cap="flat" cmpd="sng" w="9525">
                <a:solidFill>
                  <a:schemeClr val="dk2"/>
                </a:solidFill>
                <a:prstDash val="solid"/>
                <a:round/>
                <a:headEnd len="med" w="med" type="none"/>
                <a:tailEnd len="med" w="med" type="none"/>
              </a:ln>
            </p:spPr>
          </p:cxnSp>
          <p:cxnSp>
            <p:nvCxnSpPr>
              <p:cNvPr id="108" name="Google Shape;108;p3"/>
              <p:cNvCxnSpPr>
                <a:stCxn id="90" idx="4"/>
                <a:endCxn id="88" idx="1"/>
              </p:cNvCxnSpPr>
              <p:nvPr/>
            </p:nvCxnSpPr>
            <p:spPr>
              <a:xfrm rot="10800000">
                <a:off x="712507" y="108717"/>
                <a:ext cx="504600" cy="765900"/>
              </a:xfrm>
              <a:prstGeom prst="straightConnector1">
                <a:avLst/>
              </a:prstGeom>
              <a:noFill/>
              <a:ln cap="flat" cmpd="sng" w="9525">
                <a:solidFill>
                  <a:schemeClr val="dk2"/>
                </a:solidFill>
                <a:prstDash val="solid"/>
                <a:round/>
                <a:headEnd len="med" w="med" type="none"/>
                <a:tailEnd len="med" w="med" type="none"/>
              </a:ln>
            </p:spPr>
          </p:cxnSp>
          <p:sp>
            <p:nvSpPr>
              <p:cNvPr id="109" name="Google Shape;109;p3"/>
              <p:cNvSpPr/>
              <p:nvPr/>
            </p:nvSpPr>
            <p:spPr>
              <a:xfrm rot="10355821">
                <a:off x="-1188290" y="-540986"/>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0" name="Google Shape;110;p3"/>
              <p:cNvCxnSpPr>
                <a:stCxn id="93" idx="4"/>
                <a:endCxn id="109" idx="1"/>
              </p:cNvCxnSpPr>
              <p:nvPr/>
            </p:nvCxnSpPr>
            <p:spPr>
              <a:xfrm rot="10800000">
                <a:off x="-1071496" y="-436063"/>
                <a:ext cx="376500" cy="1342500"/>
              </a:xfrm>
              <a:prstGeom prst="straightConnector1">
                <a:avLst/>
              </a:prstGeom>
              <a:noFill/>
              <a:ln cap="flat" cmpd="sng" w="9525">
                <a:solidFill>
                  <a:schemeClr val="dk2"/>
                </a:solidFill>
                <a:prstDash val="solid"/>
                <a:round/>
                <a:headEnd len="med" w="med" type="none"/>
                <a:tailEnd len="med" w="med" type="none"/>
              </a:ln>
            </p:spPr>
          </p:cxnSp>
          <p:cxnSp>
            <p:nvCxnSpPr>
              <p:cNvPr id="111" name="Google Shape;111;p3"/>
              <p:cNvCxnSpPr>
                <a:stCxn id="109" idx="1"/>
                <a:endCxn id="88" idx="5"/>
              </p:cNvCxnSpPr>
              <p:nvPr/>
            </p:nvCxnSpPr>
            <p:spPr>
              <a:xfrm>
                <a:off x="-1071443" y="-436018"/>
                <a:ext cx="1466400" cy="299400"/>
              </a:xfrm>
              <a:prstGeom prst="straightConnector1">
                <a:avLst/>
              </a:prstGeom>
              <a:noFill/>
              <a:ln cap="flat" cmpd="sng" w="9525">
                <a:solidFill>
                  <a:schemeClr val="dk2"/>
                </a:solidFill>
                <a:prstDash val="solid"/>
                <a:round/>
                <a:headEnd len="med" w="med" type="none"/>
                <a:tailEnd len="med" w="med" type="none"/>
              </a:ln>
            </p:spPr>
          </p:cxnSp>
          <p:cxnSp>
            <p:nvCxnSpPr>
              <p:cNvPr id="112" name="Google Shape;112;p3"/>
              <p:cNvCxnSpPr>
                <a:stCxn id="109" idx="1"/>
                <a:endCxn id="89" idx="5"/>
              </p:cNvCxnSpPr>
              <p:nvPr/>
            </p:nvCxnSpPr>
            <p:spPr>
              <a:xfrm>
                <a:off x="-1071443" y="-436018"/>
                <a:ext cx="1359000" cy="1022100"/>
              </a:xfrm>
              <a:prstGeom prst="straightConnector1">
                <a:avLst/>
              </a:prstGeom>
              <a:noFill/>
              <a:ln cap="flat" cmpd="sng" w="9525">
                <a:solidFill>
                  <a:schemeClr val="dk2"/>
                </a:solidFill>
                <a:prstDash val="solid"/>
                <a:round/>
                <a:headEnd len="med" w="med" type="none"/>
                <a:tailEnd len="med" w="med" type="none"/>
              </a:ln>
            </p:spPr>
          </p:cxnSp>
          <p:sp>
            <p:nvSpPr>
              <p:cNvPr id="113" name="Google Shape;113;p3"/>
              <p:cNvSpPr/>
              <p:nvPr/>
            </p:nvSpPr>
            <p:spPr>
              <a:xfrm rot="10361165">
                <a:off x="-233691" y="3414341"/>
                <a:ext cx="428890" cy="42889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4" name="Google Shape;114;p3"/>
              <p:cNvCxnSpPr>
                <a:stCxn id="91" idx="0"/>
                <a:endCxn id="113" idx="3"/>
              </p:cNvCxnSpPr>
              <p:nvPr/>
            </p:nvCxnSpPr>
            <p:spPr>
              <a:xfrm flipH="1">
                <a:off x="111850" y="2530339"/>
                <a:ext cx="385800" cy="928800"/>
              </a:xfrm>
              <a:prstGeom prst="straightConnector1">
                <a:avLst/>
              </a:prstGeom>
              <a:noFill/>
              <a:ln cap="flat" cmpd="sng" w="9525">
                <a:solidFill>
                  <a:schemeClr val="dk2"/>
                </a:solidFill>
                <a:prstDash val="solid"/>
                <a:round/>
                <a:headEnd len="med" w="med" type="none"/>
                <a:tailEnd len="med" w="med" type="none"/>
              </a:ln>
            </p:spPr>
          </p:cxnSp>
          <p:cxnSp>
            <p:nvCxnSpPr>
              <p:cNvPr id="115" name="Google Shape;115;p3"/>
              <p:cNvCxnSpPr>
                <a:stCxn id="87" idx="0"/>
                <a:endCxn id="113" idx="5"/>
              </p:cNvCxnSpPr>
              <p:nvPr/>
            </p:nvCxnSpPr>
            <p:spPr>
              <a:xfrm>
                <a:off x="-731455" y="2394604"/>
                <a:ext cx="542400" cy="1103100"/>
              </a:xfrm>
              <a:prstGeom prst="straightConnector1">
                <a:avLst/>
              </a:prstGeom>
              <a:noFill/>
              <a:ln cap="flat" cmpd="sng" w="9525">
                <a:solidFill>
                  <a:schemeClr val="dk2"/>
                </a:solidFill>
                <a:prstDash val="solid"/>
                <a:round/>
                <a:headEnd len="med" w="med" type="none"/>
                <a:tailEnd len="med" w="med" type="none"/>
              </a:ln>
            </p:spPr>
          </p:cxnSp>
        </p:grpSp>
        <p:grpSp>
          <p:nvGrpSpPr>
            <p:cNvPr id="116" name="Google Shape;116;p3"/>
            <p:cNvGrpSpPr/>
            <p:nvPr/>
          </p:nvGrpSpPr>
          <p:grpSpPr>
            <a:xfrm>
              <a:off x="6988759" y="2308882"/>
              <a:ext cx="5696014" cy="4016976"/>
              <a:chOff x="6988759" y="2308882"/>
              <a:chExt cx="5696014" cy="4016976"/>
            </a:xfrm>
          </p:grpSpPr>
          <p:sp>
            <p:nvSpPr>
              <p:cNvPr id="117" name="Google Shape;117;p3"/>
              <p:cNvSpPr/>
              <p:nvPr/>
            </p:nvSpPr>
            <p:spPr>
              <a:xfrm flipH="1" rot="10800000">
                <a:off x="6988759" y="481140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8" name="Google Shape;118;p3"/>
              <p:cNvSpPr/>
              <p:nvPr/>
            </p:nvSpPr>
            <p:spPr>
              <a:xfrm flipH="1" rot="10800000">
                <a:off x="9708881" y="5924735"/>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9" name="Google Shape;119;p3"/>
              <p:cNvSpPr/>
              <p:nvPr/>
            </p:nvSpPr>
            <p:spPr>
              <a:xfrm flipH="1" rot="10800000">
                <a:off x="9274463" y="3379603"/>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 name="Google Shape;120;p3"/>
              <p:cNvSpPr/>
              <p:nvPr/>
            </p:nvSpPr>
            <p:spPr>
              <a:xfrm flipH="1" rot="10800000">
                <a:off x="8847429" y="5037312"/>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1" name="Google Shape;121;p3"/>
              <p:cNvSpPr/>
              <p:nvPr/>
            </p:nvSpPr>
            <p:spPr>
              <a:xfrm flipH="1" rot="10800000">
                <a:off x="7696942" y="5973758"/>
                <a:ext cx="96300" cy="9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 name="Google Shape;122;p3"/>
              <p:cNvSpPr/>
              <p:nvPr/>
            </p:nvSpPr>
            <p:spPr>
              <a:xfrm flipH="1" rot="10800000">
                <a:off x="8847429" y="6195358"/>
                <a:ext cx="130500" cy="1305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 name="Google Shape;123;p3"/>
              <p:cNvSpPr/>
              <p:nvPr/>
            </p:nvSpPr>
            <p:spPr>
              <a:xfrm flipH="1" rot="10800000">
                <a:off x="7958998" y="409569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4" name="Google Shape;124;p3"/>
              <p:cNvSpPr/>
              <p:nvPr/>
            </p:nvSpPr>
            <p:spPr>
              <a:xfrm flipH="1" rot="10800000">
                <a:off x="12588473" y="4375765"/>
                <a:ext cx="96300" cy="96300"/>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5" name="Google Shape;125;p3"/>
              <p:cNvCxnSpPr>
                <a:stCxn id="121" idx="5"/>
                <a:endCxn id="120" idx="1"/>
              </p:cNvCxnSpPr>
              <p:nvPr/>
            </p:nvCxnSpPr>
            <p:spPr>
              <a:xfrm flipH="1" rot="10800000">
                <a:off x="7779139" y="5148761"/>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126" name="Google Shape;126;p3"/>
              <p:cNvCxnSpPr>
                <a:stCxn id="122" idx="4"/>
                <a:endCxn id="120" idx="0"/>
              </p:cNvCxnSpPr>
              <p:nvPr/>
            </p:nvCxnSpPr>
            <p:spPr>
              <a:xfrm rot="10800000">
                <a:off x="8912679" y="5167858"/>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127" name="Google Shape;127;p3"/>
              <p:cNvCxnSpPr>
                <a:stCxn id="117" idx="6"/>
                <a:endCxn id="120" idx="2"/>
              </p:cNvCxnSpPr>
              <p:nvPr/>
            </p:nvCxnSpPr>
            <p:spPr>
              <a:xfrm>
                <a:off x="7183159" y="4908608"/>
                <a:ext cx="1664400" cy="194100"/>
              </a:xfrm>
              <a:prstGeom prst="straightConnector1">
                <a:avLst/>
              </a:prstGeom>
              <a:noFill/>
              <a:ln cap="flat" cmpd="sng" w="9525">
                <a:solidFill>
                  <a:schemeClr val="dk2"/>
                </a:solidFill>
                <a:prstDash val="solid"/>
                <a:round/>
                <a:headEnd len="med" w="med" type="none"/>
                <a:tailEnd len="med" w="med" type="none"/>
              </a:ln>
            </p:spPr>
          </p:cxnSp>
          <p:cxnSp>
            <p:nvCxnSpPr>
              <p:cNvPr id="128" name="Google Shape;128;p3"/>
              <p:cNvCxnSpPr>
                <a:stCxn id="117" idx="0"/>
                <a:endCxn id="121" idx="3"/>
              </p:cNvCxnSpPr>
              <p:nvPr/>
            </p:nvCxnSpPr>
            <p:spPr>
              <a:xfrm>
                <a:off x="7085959" y="5005808"/>
                <a:ext cx="625200" cy="982200"/>
              </a:xfrm>
              <a:prstGeom prst="straightConnector1">
                <a:avLst/>
              </a:prstGeom>
              <a:noFill/>
              <a:ln cap="flat" cmpd="sng" w="9525">
                <a:solidFill>
                  <a:schemeClr val="dk2"/>
                </a:solidFill>
                <a:prstDash val="solid"/>
                <a:round/>
                <a:headEnd len="med" w="med" type="none"/>
                <a:tailEnd len="med" w="med" type="none"/>
              </a:ln>
            </p:spPr>
          </p:cxnSp>
          <p:cxnSp>
            <p:nvCxnSpPr>
              <p:cNvPr id="129" name="Google Shape;129;p3"/>
              <p:cNvCxnSpPr>
                <a:stCxn id="121" idx="7"/>
                <a:endCxn id="122" idx="2"/>
              </p:cNvCxnSpPr>
              <p:nvPr/>
            </p:nvCxnSpPr>
            <p:spPr>
              <a:xfrm>
                <a:off x="7779139" y="6055955"/>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130" name="Google Shape;130;p3"/>
              <p:cNvCxnSpPr>
                <a:stCxn id="122" idx="6"/>
                <a:endCxn id="118" idx="2"/>
              </p:cNvCxnSpPr>
              <p:nvPr/>
            </p:nvCxnSpPr>
            <p:spPr>
              <a:xfrm flipH="1" rot="10800000">
                <a:off x="8977929" y="6021808"/>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131" name="Google Shape;131;p3"/>
              <p:cNvCxnSpPr>
                <a:stCxn id="120" idx="7"/>
                <a:endCxn id="118" idx="3"/>
              </p:cNvCxnSpPr>
              <p:nvPr/>
            </p:nvCxnSpPr>
            <p:spPr>
              <a:xfrm>
                <a:off x="8958818" y="5148700"/>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132" name="Google Shape;132;p3"/>
              <p:cNvCxnSpPr>
                <a:stCxn id="117" idx="5"/>
                <a:endCxn id="123" idx="1"/>
              </p:cNvCxnSpPr>
              <p:nvPr/>
            </p:nvCxnSpPr>
            <p:spPr>
              <a:xfrm flipH="1" rot="10800000">
                <a:off x="7154690" y="4207177"/>
                <a:ext cx="823500" cy="632700"/>
              </a:xfrm>
              <a:prstGeom prst="straightConnector1">
                <a:avLst/>
              </a:prstGeom>
              <a:noFill/>
              <a:ln cap="flat" cmpd="sng" w="9525">
                <a:solidFill>
                  <a:schemeClr val="dk2"/>
                </a:solidFill>
                <a:prstDash val="solid"/>
                <a:round/>
                <a:headEnd len="med" w="med" type="none"/>
                <a:tailEnd len="med" w="med" type="none"/>
              </a:ln>
            </p:spPr>
          </p:cxnSp>
          <p:cxnSp>
            <p:nvCxnSpPr>
              <p:cNvPr id="133" name="Google Shape;133;p3"/>
              <p:cNvCxnSpPr>
                <a:stCxn id="123" idx="7"/>
                <a:endCxn id="120" idx="3"/>
              </p:cNvCxnSpPr>
              <p:nvPr/>
            </p:nvCxnSpPr>
            <p:spPr>
              <a:xfrm>
                <a:off x="8070387" y="4207078"/>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134" name="Google Shape;134;p3"/>
              <p:cNvCxnSpPr>
                <a:stCxn id="123" idx="7"/>
                <a:endCxn id="119" idx="1"/>
              </p:cNvCxnSpPr>
              <p:nvPr/>
            </p:nvCxnSpPr>
            <p:spPr>
              <a:xfrm flipH="1" rot="10800000">
                <a:off x="8070387" y="3722278"/>
                <a:ext cx="1263000" cy="484800"/>
              </a:xfrm>
              <a:prstGeom prst="straightConnector1">
                <a:avLst/>
              </a:prstGeom>
              <a:noFill/>
              <a:ln cap="flat" cmpd="sng" w="9525">
                <a:solidFill>
                  <a:schemeClr val="dk2"/>
                </a:solidFill>
                <a:prstDash val="solid"/>
                <a:round/>
                <a:headEnd len="med" w="med" type="none"/>
                <a:tailEnd len="med" w="med" type="none"/>
              </a:ln>
            </p:spPr>
          </p:cxnSp>
          <p:cxnSp>
            <p:nvCxnSpPr>
              <p:cNvPr id="135" name="Google Shape;135;p3"/>
              <p:cNvCxnSpPr>
                <a:stCxn id="119" idx="0"/>
                <a:endCxn id="120" idx="5"/>
              </p:cNvCxnSpPr>
              <p:nvPr/>
            </p:nvCxnSpPr>
            <p:spPr>
              <a:xfrm flipH="1">
                <a:off x="8958863" y="3781003"/>
                <a:ext cx="516300" cy="1275300"/>
              </a:xfrm>
              <a:prstGeom prst="straightConnector1">
                <a:avLst/>
              </a:prstGeom>
              <a:noFill/>
              <a:ln cap="flat" cmpd="sng" w="9525">
                <a:solidFill>
                  <a:schemeClr val="dk2"/>
                </a:solidFill>
                <a:prstDash val="solid"/>
                <a:round/>
                <a:headEnd len="med" w="med" type="none"/>
                <a:tailEnd len="med" w="med" type="none"/>
              </a:ln>
            </p:spPr>
          </p:cxnSp>
          <p:cxnSp>
            <p:nvCxnSpPr>
              <p:cNvPr id="136" name="Google Shape;136;p3"/>
              <p:cNvCxnSpPr>
                <a:stCxn id="124" idx="1"/>
                <a:endCxn id="118" idx="5"/>
              </p:cNvCxnSpPr>
              <p:nvPr/>
            </p:nvCxnSpPr>
            <p:spPr>
              <a:xfrm flipH="1">
                <a:off x="9874676" y="4457962"/>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137" name="Google Shape;137;p3"/>
              <p:cNvCxnSpPr>
                <a:stCxn id="121" idx="6"/>
                <a:endCxn id="124" idx="1"/>
              </p:cNvCxnSpPr>
              <p:nvPr/>
            </p:nvCxnSpPr>
            <p:spPr>
              <a:xfrm flipH="1" rot="10800000">
                <a:off x="7793242" y="4458008"/>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138" name="Google Shape;138;p3"/>
              <p:cNvCxnSpPr>
                <a:stCxn id="118" idx="4"/>
                <a:endCxn id="119" idx="0"/>
              </p:cNvCxnSpPr>
              <p:nvPr/>
            </p:nvCxnSpPr>
            <p:spPr>
              <a:xfrm rot="10800000">
                <a:off x="9475181" y="3780935"/>
                <a:ext cx="330900" cy="2143800"/>
              </a:xfrm>
              <a:prstGeom prst="straightConnector1">
                <a:avLst/>
              </a:prstGeom>
              <a:noFill/>
              <a:ln cap="flat" cmpd="sng" w="9525">
                <a:solidFill>
                  <a:schemeClr val="dk2"/>
                </a:solidFill>
                <a:prstDash val="solid"/>
                <a:round/>
                <a:headEnd len="med" w="med" type="none"/>
                <a:tailEnd len="med" w="med" type="none"/>
              </a:ln>
            </p:spPr>
          </p:cxnSp>
          <p:sp>
            <p:nvSpPr>
              <p:cNvPr id="139" name="Google Shape;139;p3"/>
              <p:cNvSpPr/>
              <p:nvPr/>
            </p:nvSpPr>
            <p:spPr>
              <a:xfrm flipH="1" rot="10800000">
                <a:off x="11005448" y="376185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0" name="Google Shape;140;p3"/>
              <p:cNvCxnSpPr>
                <a:stCxn id="124" idx="2"/>
                <a:endCxn id="139" idx="7"/>
              </p:cNvCxnSpPr>
              <p:nvPr/>
            </p:nvCxnSpPr>
            <p:spPr>
              <a:xfrm rot="10800000">
                <a:off x="11116973" y="3873115"/>
                <a:ext cx="1471500" cy="550800"/>
              </a:xfrm>
              <a:prstGeom prst="straightConnector1">
                <a:avLst/>
              </a:prstGeom>
              <a:noFill/>
              <a:ln cap="flat" cmpd="sng" w="9525">
                <a:solidFill>
                  <a:srgbClr val="434343"/>
                </a:solidFill>
                <a:prstDash val="solid"/>
                <a:round/>
                <a:headEnd len="med" w="med" type="none"/>
                <a:tailEnd len="med" w="med" type="none"/>
              </a:ln>
            </p:spPr>
          </p:cxnSp>
          <p:cxnSp>
            <p:nvCxnSpPr>
              <p:cNvPr id="141" name="Google Shape;141;p3"/>
              <p:cNvCxnSpPr>
                <a:stCxn id="139" idx="2"/>
                <a:endCxn id="119" idx="6"/>
              </p:cNvCxnSpPr>
              <p:nvPr/>
            </p:nvCxnSpPr>
            <p:spPr>
              <a:xfrm rot="10800000">
                <a:off x="9675848" y="3580200"/>
                <a:ext cx="1329600" cy="246900"/>
              </a:xfrm>
              <a:prstGeom prst="straightConnector1">
                <a:avLst/>
              </a:prstGeom>
              <a:noFill/>
              <a:ln cap="flat" cmpd="sng" w="9525">
                <a:solidFill>
                  <a:schemeClr val="dk2"/>
                </a:solidFill>
                <a:prstDash val="solid"/>
                <a:round/>
                <a:headEnd len="med" w="med" type="none"/>
                <a:tailEnd len="med" w="med" type="none"/>
              </a:ln>
            </p:spPr>
          </p:cxnSp>
          <p:cxnSp>
            <p:nvCxnSpPr>
              <p:cNvPr id="142" name="Google Shape;142;p3"/>
              <p:cNvCxnSpPr>
                <a:stCxn id="139" idx="0"/>
                <a:endCxn id="118" idx="4"/>
              </p:cNvCxnSpPr>
              <p:nvPr/>
            </p:nvCxnSpPr>
            <p:spPr>
              <a:xfrm flipH="1">
                <a:off x="9806198" y="3892350"/>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143" name="Google Shape;143;p3"/>
              <p:cNvCxnSpPr>
                <a:stCxn id="139" idx="1"/>
                <a:endCxn id="120" idx="5"/>
              </p:cNvCxnSpPr>
              <p:nvPr/>
            </p:nvCxnSpPr>
            <p:spPr>
              <a:xfrm flipH="1">
                <a:off x="8958759" y="3873239"/>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144" name="Google Shape;144;p3"/>
              <p:cNvSpPr/>
              <p:nvPr/>
            </p:nvSpPr>
            <p:spPr>
              <a:xfrm flipH="1" rot="10800000">
                <a:off x="8260191" y="2787257"/>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5" name="Google Shape;145;p3"/>
              <p:cNvCxnSpPr>
                <a:stCxn id="119" idx="3"/>
                <a:endCxn id="144" idx="7"/>
              </p:cNvCxnSpPr>
              <p:nvPr/>
            </p:nvCxnSpPr>
            <p:spPr>
              <a:xfrm rot="10800000">
                <a:off x="8426047" y="2953287"/>
                <a:ext cx="907200" cy="485100"/>
              </a:xfrm>
              <a:prstGeom prst="straightConnector1">
                <a:avLst/>
              </a:prstGeom>
              <a:noFill/>
              <a:ln cap="flat" cmpd="sng" w="9525">
                <a:solidFill>
                  <a:schemeClr val="dk2"/>
                </a:solidFill>
                <a:prstDash val="solid"/>
                <a:round/>
                <a:headEnd len="med" w="med" type="none"/>
                <a:tailEnd len="med" w="med" type="none"/>
              </a:ln>
            </p:spPr>
          </p:cxnSp>
          <p:cxnSp>
            <p:nvCxnSpPr>
              <p:cNvPr id="146" name="Google Shape;146;p3"/>
              <p:cNvCxnSpPr>
                <a:stCxn id="144" idx="0"/>
                <a:endCxn id="123" idx="4"/>
              </p:cNvCxnSpPr>
              <p:nvPr/>
            </p:nvCxnSpPr>
            <p:spPr>
              <a:xfrm flipH="1">
                <a:off x="8024391" y="2981657"/>
                <a:ext cx="333000" cy="1113900"/>
              </a:xfrm>
              <a:prstGeom prst="straightConnector1">
                <a:avLst/>
              </a:prstGeom>
              <a:noFill/>
              <a:ln cap="flat" cmpd="sng" w="9525">
                <a:solidFill>
                  <a:schemeClr val="dk2"/>
                </a:solidFill>
                <a:prstDash val="solid"/>
                <a:round/>
                <a:headEnd len="med" w="med" type="none"/>
                <a:tailEnd len="med" w="med" type="none"/>
              </a:ln>
            </p:spPr>
          </p:cxnSp>
          <p:sp>
            <p:nvSpPr>
              <p:cNvPr id="147" name="Google Shape;147;p3"/>
              <p:cNvSpPr/>
              <p:nvPr/>
            </p:nvSpPr>
            <p:spPr>
              <a:xfrm flipH="1" rot="10800000">
                <a:off x="7973826" y="4652423"/>
                <a:ext cx="249300" cy="249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8" name="Google Shape;148;p3"/>
              <p:cNvCxnSpPr>
                <a:stCxn id="117" idx="6"/>
                <a:endCxn id="147" idx="2"/>
              </p:cNvCxnSpPr>
              <p:nvPr/>
            </p:nvCxnSpPr>
            <p:spPr>
              <a:xfrm flipH="1" rot="10800000">
                <a:off x="7183159" y="4777208"/>
                <a:ext cx="790800" cy="131400"/>
              </a:xfrm>
              <a:prstGeom prst="straightConnector1">
                <a:avLst/>
              </a:prstGeom>
              <a:noFill/>
              <a:ln cap="flat" cmpd="sng" w="9525">
                <a:solidFill>
                  <a:schemeClr val="dk2"/>
                </a:solidFill>
                <a:prstDash val="solid"/>
                <a:round/>
                <a:headEnd len="med" w="med" type="none"/>
                <a:tailEnd len="med" w="med" type="none"/>
              </a:ln>
            </p:spPr>
          </p:cxnSp>
          <p:cxnSp>
            <p:nvCxnSpPr>
              <p:cNvPr id="149" name="Google Shape;149;p3"/>
              <p:cNvCxnSpPr>
                <a:stCxn id="123" idx="0"/>
                <a:endCxn id="147" idx="4"/>
              </p:cNvCxnSpPr>
              <p:nvPr/>
            </p:nvCxnSpPr>
            <p:spPr>
              <a:xfrm>
                <a:off x="8024248" y="4226190"/>
                <a:ext cx="74100" cy="426300"/>
              </a:xfrm>
              <a:prstGeom prst="straightConnector1">
                <a:avLst/>
              </a:prstGeom>
              <a:noFill/>
              <a:ln cap="flat" cmpd="sng" w="9525">
                <a:solidFill>
                  <a:schemeClr val="dk2"/>
                </a:solidFill>
                <a:prstDash val="solid"/>
                <a:round/>
                <a:headEnd len="med" w="med" type="none"/>
                <a:tailEnd len="med" w="med" type="none"/>
              </a:ln>
            </p:spPr>
          </p:cxnSp>
          <p:cxnSp>
            <p:nvCxnSpPr>
              <p:cNvPr id="150" name="Google Shape;150;p3"/>
              <p:cNvCxnSpPr>
                <a:stCxn id="147" idx="6"/>
                <a:endCxn id="120" idx="3"/>
              </p:cNvCxnSpPr>
              <p:nvPr/>
            </p:nvCxnSpPr>
            <p:spPr>
              <a:xfrm>
                <a:off x="8223126" y="4777073"/>
                <a:ext cx="643500" cy="279300"/>
              </a:xfrm>
              <a:prstGeom prst="straightConnector1">
                <a:avLst/>
              </a:prstGeom>
              <a:noFill/>
              <a:ln cap="flat" cmpd="sng" w="9525">
                <a:solidFill>
                  <a:schemeClr val="dk2"/>
                </a:solidFill>
                <a:prstDash val="solid"/>
                <a:round/>
                <a:headEnd len="med" w="med" type="none"/>
                <a:tailEnd len="med" w="med" type="none"/>
              </a:ln>
            </p:spPr>
          </p:cxnSp>
          <p:sp>
            <p:nvSpPr>
              <p:cNvPr id="151" name="Google Shape;151;p3"/>
              <p:cNvSpPr/>
              <p:nvPr/>
            </p:nvSpPr>
            <p:spPr>
              <a:xfrm flipH="1" rot="10800000">
                <a:off x="8782441" y="2308882"/>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52" name="Google Shape;152;p3"/>
              <p:cNvCxnSpPr>
                <a:stCxn id="144" idx="5"/>
                <a:endCxn id="151" idx="1"/>
              </p:cNvCxnSpPr>
              <p:nvPr/>
            </p:nvCxnSpPr>
            <p:spPr>
              <a:xfrm flipH="1" rot="10800000">
                <a:off x="8426122" y="2474926"/>
                <a:ext cx="384900" cy="340800"/>
              </a:xfrm>
              <a:prstGeom prst="straightConnector1">
                <a:avLst/>
              </a:prstGeom>
              <a:noFill/>
              <a:ln cap="flat" cmpd="sng" w="9525">
                <a:solidFill>
                  <a:schemeClr val="dk2"/>
                </a:solidFill>
                <a:prstDash val="solid"/>
                <a:round/>
                <a:headEnd len="med" w="med" type="none"/>
                <a:tailEnd len="med" w="med" type="none"/>
              </a:ln>
            </p:spPr>
          </p:cxnSp>
          <p:cxnSp>
            <p:nvCxnSpPr>
              <p:cNvPr id="153" name="Google Shape;153;p3"/>
              <p:cNvCxnSpPr>
                <a:stCxn id="151" idx="7"/>
                <a:endCxn id="119" idx="3"/>
              </p:cNvCxnSpPr>
              <p:nvPr/>
            </p:nvCxnSpPr>
            <p:spPr>
              <a:xfrm>
                <a:off x="8948372" y="2474812"/>
                <a:ext cx="384900" cy="963600"/>
              </a:xfrm>
              <a:prstGeom prst="straightConnector1">
                <a:avLst/>
              </a:prstGeom>
              <a:noFill/>
              <a:ln cap="flat" cmpd="sng" w="9525">
                <a:solidFill>
                  <a:schemeClr val="dk2"/>
                </a:solidFill>
                <a:prstDash val="solid"/>
                <a:round/>
                <a:headEnd len="med" w="med" type="none"/>
                <a:tailEnd len="med" w="med" type="none"/>
              </a:ln>
            </p:spPr>
          </p:cxnSp>
          <p:sp>
            <p:nvSpPr>
              <p:cNvPr id="154" name="Google Shape;154;p3"/>
              <p:cNvSpPr/>
              <p:nvPr/>
            </p:nvSpPr>
            <p:spPr>
              <a:xfrm flipH="1" rot="10800000">
                <a:off x="8521366" y="3414207"/>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55" name="Google Shape;155;p3"/>
              <p:cNvCxnSpPr>
                <a:stCxn id="144" idx="0"/>
                <a:endCxn id="154" idx="3"/>
              </p:cNvCxnSpPr>
              <p:nvPr/>
            </p:nvCxnSpPr>
            <p:spPr>
              <a:xfrm>
                <a:off x="8357391" y="2981657"/>
                <a:ext cx="192300" cy="461100"/>
              </a:xfrm>
              <a:prstGeom prst="straightConnector1">
                <a:avLst/>
              </a:prstGeom>
              <a:noFill/>
              <a:ln cap="flat" cmpd="sng" w="9525">
                <a:solidFill>
                  <a:schemeClr val="dk2"/>
                </a:solidFill>
                <a:prstDash val="solid"/>
                <a:round/>
                <a:headEnd len="med" w="med" type="none"/>
                <a:tailEnd len="med" w="med" type="none"/>
              </a:ln>
            </p:spPr>
          </p:cxnSp>
          <p:cxnSp>
            <p:nvCxnSpPr>
              <p:cNvPr id="156" name="Google Shape;156;p3"/>
              <p:cNvCxnSpPr>
                <a:stCxn id="154" idx="1"/>
                <a:endCxn id="123" idx="5"/>
              </p:cNvCxnSpPr>
              <p:nvPr/>
            </p:nvCxnSpPr>
            <p:spPr>
              <a:xfrm flipH="1">
                <a:off x="8070435" y="3580137"/>
                <a:ext cx="479400" cy="534600"/>
              </a:xfrm>
              <a:prstGeom prst="straightConnector1">
                <a:avLst/>
              </a:prstGeom>
              <a:noFill/>
              <a:ln cap="flat" cmpd="sng" w="9525">
                <a:solidFill>
                  <a:schemeClr val="dk2"/>
                </a:solidFill>
                <a:prstDash val="solid"/>
                <a:round/>
                <a:headEnd len="med" w="med" type="none"/>
                <a:tailEnd len="med" w="med" type="none"/>
              </a:ln>
            </p:spPr>
          </p:cxnSp>
          <p:cxnSp>
            <p:nvCxnSpPr>
              <p:cNvPr id="157" name="Google Shape;157;p3"/>
              <p:cNvCxnSpPr>
                <a:stCxn id="154" idx="6"/>
                <a:endCxn id="119" idx="2"/>
              </p:cNvCxnSpPr>
              <p:nvPr/>
            </p:nvCxnSpPr>
            <p:spPr>
              <a:xfrm>
                <a:off x="8715766" y="3511407"/>
                <a:ext cx="558600" cy="690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8" name="Shape 158"/>
        <p:cNvGrpSpPr/>
        <p:nvPr/>
      </p:nvGrpSpPr>
      <p:grpSpPr>
        <a:xfrm>
          <a:off x="0" y="0"/>
          <a:ext cx="0" cy="0"/>
          <a:chOff x="0" y="0"/>
          <a:chExt cx="0" cy="0"/>
        </a:xfrm>
      </p:grpSpPr>
      <p:sp>
        <p:nvSpPr>
          <p:cNvPr id="159" name="Google Shape;159;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0" name="Google Shape;160;p4"/>
          <p:cNvSpPr txBox="1"/>
          <p:nvPr>
            <p:ph idx="1" type="body"/>
          </p:nvPr>
        </p:nvSpPr>
        <p:spPr>
          <a:xfrm>
            <a:off x="720000" y="1215751"/>
            <a:ext cx="7704000" cy="1709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161" name="Google Shape;161;p4"/>
          <p:cNvGrpSpPr/>
          <p:nvPr/>
        </p:nvGrpSpPr>
        <p:grpSpPr>
          <a:xfrm>
            <a:off x="-497962" y="-2402532"/>
            <a:ext cx="9442425" cy="8210276"/>
            <a:chOff x="-497962" y="-2402532"/>
            <a:chExt cx="9442425" cy="8210276"/>
          </a:xfrm>
        </p:grpSpPr>
        <p:grpSp>
          <p:nvGrpSpPr>
            <p:cNvPr id="162" name="Google Shape;162;p4"/>
            <p:cNvGrpSpPr/>
            <p:nvPr/>
          </p:nvGrpSpPr>
          <p:grpSpPr>
            <a:xfrm>
              <a:off x="4589284" y="-2402532"/>
              <a:ext cx="4355179" cy="2890037"/>
              <a:chOff x="4589284" y="-2402532"/>
              <a:chExt cx="4355179" cy="2890037"/>
            </a:xfrm>
          </p:grpSpPr>
          <p:sp>
            <p:nvSpPr>
              <p:cNvPr id="163" name="Google Shape;163;p4"/>
              <p:cNvSpPr/>
              <p:nvPr/>
            </p:nvSpPr>
            <p:spPr>
              <a:xfrm rot="-2040502">
                <a:off x="4627083" y="192930"/>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4" name="Google Shape;164;p4"/>
              <p:cNvSpPr/>
              <p:nvPr/>
            </p:nvSpPr>
            <p:spPr>
              <a:xfrm rot="-2040502">
                <a:off x="7193806" y="-2094369"/>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5" name="Google Shape;165;p4"/>
              <p:cNvSpPr/>
              <p:nvPr/>
            </p:nvSpPr>
            <p:spPr>
              <a:xfrm rot="-2039936">
                <a:off x="7657969" y="-331832"/>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6" name="Google Shape;166;p4"/>
              <p:cNvSpPr/>
              <p:nvPr/>
            </p:nvSpPr>
            <p:spPr>
              <a:xfrm rot="-2047713">
                <a:off x="6999695" y="-80062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7" name="Google Shape;167;p4"/>
              <p:cNvSpPr/>
              <p:nvPr/>
            </p:nvSpPr>
            <p:spPr>
              <a:xfrm rot="-2045153">
                <a:off x="6126796" y="-832163"/>
                <a:ext cx="96354" cy="9635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8" name="Google Shape;168;p4"/>
              <p:cNvSpPr/>
              <p:nvPr/>
            </p:nvSpPr>
            <p:spPr>
              <a:xfrm rot="-2047713">
                <a:off x="6039211" y="-237716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9" name="Google Shape;169;p4"/>
              <p:cNvSpPr/>
              <p:nvPr/>
            </p:nvSpPr>
            <p:spPr>
              <a:xfrm rot="-2047713">
                <a:off x="6268216" y="-105290"/>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0" name="Google Shape;170;p4"/>
              <p:cNvSpPr/>
              <p:nvPr/>
            </p:nvSpPr>
            <p:spPr>
              <a:xfrm rot="-2045153">
                <a:off x="8100376" y="-1339754"/>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71" name="Google Shape;171;p4"/>
              <p:cNvCxnSpPr>
                <a:stCxn id="167" idx="5"/>
                <a:endCxn id="166" idx="1"/>
              </p:cNvCxnSpPr>
              <p:nvPr/>
            </p:nvCxnSpPr>
            <p:spPr>
              <a:xfrm>
                <a:off x="6222278" y="-774864"/>
                <a:ext cx="778500" cy="27300"/>
              </a:xfrm>
              <a:prstGeom prst="straightConnector1">
                <a:avLst/>
              </a:prstGeom>
              <a:noFill/>
              <a:ln cap="flat" cmpd="sng" w="9525">
                <a:solidFill>
                  <a:schemeClr val="dk2"/>
                </a:solidFill>
                <a:prstDash val="solid"/>
                <a:round/>
                <a:headEnd len="med" w="med" type="none"/>
                <a:tailEnd len="med" w="med" type="none"/>
              </a:ln>
            </p:spPr>
          </p:cxnSp>
          <p:cxnSp>
            <p:nvCxnSpPr>
              <p:cNvPr id="172" name="Google Shape;172;p4"/>
              <p:cNvCxnSpPr>
                <a:stCxn id="168" idx="4"/>
                <a:endCxn id="166" idx="0"/>
              </p:cNvCxnSpPr>
              <p:nvPr/>
            </p:nvCxnSpPr>
            <p:spPr>
              <a:xfrm>
                <a:off x="6141046" y="-2257932"/>
                <a:ext cx="887400" cy="1468500"/>
              </a:xfrm>
              <a:prstGeom prst="straightConnector1">
                <a:avLst/>
              </a:prstGeom>
              <a:noFill/>
              <a:ln cap="flat" cmpd="sng" w="9525">
                <a:solidFill>
                  <a:schemeClr val="dk2"/>
                </a:solidFill>
                <a:prstDash val="solid"/>
                <a:round/>
                <a:headEnd len="med" w="med" type="none"/>
                <a:tailEnd len="med" w="med" type="none"/>
              </a:ln>
            </p:spPr>
          </p:cxnSp>
          <p:cxnSp>
            <p:nvCxnSpPr>
              <p:cNvPr id="173" name="Google Shape;173;p4"/>
              <p:cNvCxnSpPr>
                <a:stCxn id="163" idx="6"/>
                <a:endCxn id="167" idx="3"/>
              </p:cNvCxnSpPr>
              <p:nvPr/>
            </p:nvCxnSpPr>
            <p:spPr>
              <a:xfrm flipH="1" rot="10800000">
                <a:off x="4805134" y="-736769"/>
                <a:ext cx="1360800" cy="972600"/>
              </a:xfrm>
              <a:prstGeom prst="straightConnector1">
                <a:avLst/>
              </a:prstGeom>
              <a:noFill/>
              <a:ln cap="flat" cmpd="sng" w="9525">
                <a:solidFill>
                  <a:schemeClr val="dk2"/>
                </a:solidFill>
                <a:prstDash val="solid"/>
                <a:round/>
                <a:headEnd len="med" w="med" type="none"/>
                <a:tailEnd len="med" w="med" type="none"/>
              </a:ln>
            </p:spPr>
          </p:cxnSp>
          <p:cxnSp>
            <p:nvCxnSpPr>
              <p:cNvPr id="174" name="Google Shape;174;p4"/>
              <p:cNvCxnSpPr>
                <a:stCxn id="167" idx="7"/>
                <a:endCxn id="168" idx="2"/>
              </p:cNvCxnSpPr>
              <p:nvPr/>
            </p:nvCxnSpPr>
            <p:spPr>
              <a:xfrm rot="10800000">
                <a:off x="6050594" y="-2275192"/>
                <a:ext cx="133500" cy="1443900"/>
              </a:xfrm>
              <a:prstGeom prst="straightConnector1">
                <a:avLst/>
              </a:prstGeom>
              <a:noFill/>
              <a:ln cap="flat" cmpd="sng" w="9525">
                <a:solidFill>
                  <a:schemeClr val="dk2"/>
                </a:solidFill>
                <a:prstDash val="solid"/>
                <a:round/>
                <a:headEnd len="med" w="med" type="none"/>
                <a:tailEnd len="med" w="med" type="none"/>
              </a:ln>
            </p:spPr>
          </p:cxnSp>
          <p:cxnSp>
            <p:nvCxnSpPr>
              <p:cNvPr id="175" name="Google Shape;175;p4"/>
              <p:cNvCxnSpPr>
                <a:stCxn id="168" idx="6"/>
                <a:endCxn id="164" idx="1"/>
              </p:cNvCxnSpPr>
              <p:nvPr/>
            </p:nvCxnSpPr>
            <p:spPr>
              <a:xfrm>
                <a:off x="6158446" y="-2348532"/>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176" name="Google Shape;176;p4"/>
              <p:cNvCxnSpPr>
                <a:stCxn id="166" idx="7"/>
                <a:endCxn id="164" idx="3"/>
              </p:cNvCxnSpPr>
              <p:nvPr/>
            </p:nvCxnSpPr>
            <p:spPr>
              <a:xfrm flipH="1" rot="10800000">
                <a:off x="7077233" y="-1901356"/>
                <a:ext cx="195300" cy="1101900"/>
              </a:xfrm>
              <a:prstGeom prst="straightConnector1">
                <a:avLst/>
              </a:prstGeom>
              <a:noFill/>
              <a:ln cap="flat" cmpd="sng" w="9525">
                <a:solidFill>
                  <a:schemeClr val="dk2"/>
                </a:solidFill>
                <a:prstDash val="solid"/>
                <a:round/>
                <a:headEnd len="med" w="med" type="none"/>
                <a:tailEnd len="med" w="med" type="none"/>
              </a:ln>
            </p:spPr>
          </p:cxnSp>
          <p:cxnSp>
            <p:nvCxnSpPr>
              <p:cNvPr id="177" name="Google Shape;177;p4"/>
              <p:cNvCxnSpPr>
                <a:stCxn id="163" idx="6"/>
                <a:endCxn id="169" idx="1"/>
              </p:cNvCxnSpPr>
              <p:nvPr/>
            </p:nvCxnSpPr>
            <p:spPr>
              <a:xfrm flipH="1" rot="10800000">
                <a:off x="4805134" y="-52469"/>
                <a:ext cx="1464300" cy="288300"/>
              </a:xfrm>
              <a:prstGeom prst="straightConnector1">
                <a:avLst/>
              </a:prstGeom>
              <a:noFill/>
              <a:ln cap="flat" cmpd="sng" w="9525">
                <a:solidFill>
                  <a:schemeClr val="dk2"/>
                </a:solidFill>
                <a:prstDash val="solid"/>
                <a:round/>
                <a:headEnd len="med" w="med" type="none"/>
                <a:tailEnd len="med" w="med" type="none"/>
              </a:ln>
            </p:spPr>
          </p:cxnSp>
          <p:cxnSp>
            <p:nvCxnSpPr>
              <p:cNvPr id="178" name="Google Shape;178;p4"/>
              <p:cNvCxnSpPr>
                <a:stCxn id="169" idx="6"/>
                <a:endCxn id="166" idx="2"/>
              </p:cNvCxnSpPr>
              <p:nvPr/>
            </p:nvCxnSpPr>
            <p:spPr>
              <a:xfrm flipH="1" rot="10800000">
                <a:off x="6387451" y="-698855"/>
                <a:ext cx="623400" cy="622200"/>
              </a:xfrm>
              <a:prstGeom prst="straightConnector1">
                <a:avLst/>
              </a:prstGeom>
              <a:noFill/>
              <a:ln cap="flat" cmpd="sng" w="9525">
                <a:solidFill>
                  <a:schemeClr val="dk2"/>
                </a:solidFill>
                <a:prstDash val="solid"/>
                <a:round/>
                <a:headEnd len="med" w="med" type="none"/>
                <a:tailEnd len="med" w="med" type="none"/>
              </a:ln>
            </p:spPr>
          </p:cxnSp>
          <p:cxnSp>
            <p:nvCxnSpPr>
              <p:cNvPr id="179" name="Google Shape;179;p4"/>
              <p:cNvCxnSpPr>
                <a:stCxn id="169" idx="5"/>
                <a:endCxn id="165" idx="1"/>
              </p:cNvCxnSpPr>
              <p:nvPr/>
            </p:nvCxnSpPr>
            <p:spPr>
              <a:xfrm flipH="1" rot="10800000">
                <a:off x="6397515" y="-169351"/>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180" name="Google Shape;180;p4"/>
              <p:cNvCxnSpPr>
                <a:stCxn id="165" idx="0"/>
                <a:endCxn id="166" idx="5"/>
              </p:cNvCxnSpPr>
              <p:nvPr/>
            </p:nvCxnSpPr>
            <p:spPr>
              <a:xfrm rot="10800000">
                <a:off x="7129021" y="-723230"/>
                <a:ext cx="617400" cy="425700"/>
              </a:xfrm>
              <a:prstGeom prst="straightConnector1">
                <a:avLst/>
              </a:prstGeom>
              <a:noFill/>
              <a:ln cap="flat" cmpd="sng" w="9525">
                <a:solidFill>
                  <a:schemeClr val="dk2"/>
                </a:solidFill>
                <a:prstDash val="solid"/>
                <a:round/>
                <a:headEnd len="med" w="med" type="none"/>
                <a:tailEnd len="med" w="med" type="none"/>
              </a:ln>
            </p:spPr>
          </p:cxnSp>
          <p:cxnSp>
            <p:nvCxnSpPr>
              <p:cNvPr id="181" name="Google Shape;181;p4"/>
              <p:cNvCxnSpPr>
                <a:stCxn id="165" idx="7"/>
                <a:endCxn id="170" idx="3"/>
              </p:cNvCxnSpPr>
              <p:nvPr/>
            </p:nvCxnSpPr>
            <p:spPr>
              <a:xfrm flipH="1" rot="10800000">
                <a:off x="7896910" y="-1244345"/>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182" name="Google Shape;182;p4"/>
              <p:cNvCxnSpPr>
                <a:stCxn id="166" idx="6"/>
                <a:endCxn id="170" idx="2"/>
              </p:cNvCxnSpPr>
              <p:nvPr/>
            </p:nvCxnSpPr>
            <p:spPr>
              <a:xfrm flipH="1" rot="10800000">
                <a:off x="7118930" y="-1264592"/>
                <a:ext cx="989700" cy="492600"/>
              </a:xfrm>
              <a:prstGeom prst="straightConnector1">
                <a:avLst/>
              </a:prstGeom>
              <a:noFill/>
              <a:ln cap="flat" cmpd="sng" w="9525">
                <a:solidFill>
                  <a:schemeClr val="dk2"/>
                </a:solidFill>
                <a:prstDash val="solid"/>
                <a:round/>
                <a:headEnd len="med" w="med" type="none"/>
                <a:tailEnd len="med" w="med" type="none"/>
              </a:ln>
            </p:spPr>
          </p:cxnSp>
          <p:cxnSp>
            <p:nvCxnSpPr>
              <p:cNvPr id="183" name="Google Shape;183;p4"/>
              <p:cNvCxnSpPr>
                <a:stCxn id="170" idx="0"/>
                <a:endCxn id="164" idx="5"/>
              </p:cNvCxnSpPr>
              <p:nvPr/>
            </p:nvCxnSpPr>
            <p:spPr>
              <a:xfrm rot="10800000">
                <a:off x="7386853" y="-1978577"/>
                <a:ext cx="734700" cy="647100"/>
              </a:xfrm>
              <a:prstGeom prst="straightConnector1">
                <a:avLst/>
              </a:prstGeom>
              <a:noFill/>
              <a:ln cap="flat" cmpd="sng" w="9525">
                <a:solidFill>
                  <a:schemeClr val="dk2"/>
                </a:solidFill>
                <a:prstDash val="solid"/>
                <a:round/>
                <a:headEnd len="med" w="med" type="none"/>
                <a:tailEnd len="med" w="med" type="none"/>
              </a:ln>
            </p:spPr>
          </p:cxnSp>
          <p:cxnSp>
            <p:nvCxnSpPr>
              <p:cNvPr id="184" name="Google Shape;184;p4"/>
              <p:cNvCxnSpPr>
                <a:stCxn id="168" idx="5"/>
                <a:endCxn id="170" idx="1"/>
              </p:cNvCxnSpPr>
              <p:nvPr/>
            </p:nvCxnSpPr>
            <p:spPr>
              <a:xfrm>
                <a:off x="6168510" y="-2299629"/>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185" name="Google Shape;185;p4"/>
              <p:cNvCxnSpPr>
                <a:stCxn id="167" idx="6"/>
                <a:endCxn id="170" idx="1"/>
              </p:cNvCxnSpPr>
              <p:nvPr/>
            </p:nvCxnSpPr>
            <p:spPr>
              <a:xfrm flipH="1" rot="10800000">
                <a:off x="6214873" y="-1300586"/>
                <a:ext cx="1886400" cy="489600"/>
              </a:xfrm>
              <a:prstGeom prst="straightConnector1">
                <a:avLst/>
              </a:prstGeom>
              <a:noFill/>
              <a:ln cap="flat" cmpd="sng" w="9525">
                <a:solidFill>
                  <a:schemeClr val="dk2"/>
                </a:solidFill>
                <a:prstDash val="solid"/>
                <a:round/>
                <a:headEnd len="med" w="med" type="none"/>
                <a:tailEnd len="med" w="med" type="none"/>
              </a:ln>
            </p:spPr>
          </p:cxnSp>
          <p:cxnSp>
            <p:nvCxnSpPr>
              <p:cNvPr id="186" name="Google Shape;186;p4"/>
              <p:cNvCxnSpPr>
                <a:stCxn id="167" idx="4"/>
                <a:endCxn id="165" idx="1"/>
              </p:cNvCxnSpPr>
              <p:nvPr/>
            </p:nvCxnSpPr>
            <p:spPr>
              <a:xfrm>
                <a:off x="6201973" y="-744086"/>
                <a:ext cx="1459800" cy="574500"/>
              </a:xfrm>
              <a:prstGeom prst="straightConnector1">
                <a:avLst/>
              </a:prstGeom>
              <a:noFill/>
              <a:ln cap="flat" cmpd="sng" w="9525">
                <a:solidFill>
                  <a:schemeClr val="dk2"/>
                </a:solidFill>
                <a:prstDash val="solid"/>
                <a:round/>
                <a:headEnd len="med" w="med" type="none"/>
                <a:tailEnd len="med" w="med" type="none"/>
              </a:ln>
            </p:spPr>
          </p:cxnSp>
          <p:cxnSp>
            <p:nvCxnSpPr>
              <p:cNvPr id="187" name="Google Shape;187;p4"/>
              <p:cNvCxnSpPr>
                <a:stCxn id="164" idx="4"/>
                <a:endCxn id="165" idx="7"/>
              </p:cNvCxnSpPr>
              <p:nvPr/>
            </p:nvCxnSpPr>
            <p:spPr>
              <a:xfrm>
                <a:off x="7345607" y="-1916318"/>
                <a:ext cx="551400" cy="1588200"/>
              </a:xfrm>
              <a:prstGeom prst="straightConnector1">
                <a:avLst/>
              </a:prstGeom>
              <a:noFill/>
              <a:ln cap="flat" cmpd="sng" w="9525">
                <a:solidFill>
                  <a:schemeClr val="dk2"/>
                </a:solidFill>
                <a:prstDash val="solid"/>
                <a:round/>
                <a:headEnd len="med" w="med" type="none"/>
                <a:tailEnd len="med" w="med" type="none"/>
              </a:ln>
            </p:spPr>
          </p:cxnSp>
          <p:sp>
            <p:nvSpPr>
              <p:cNvPr id="188" name="Google Shape;188;p4"/>
              <p:cNvSpPr/>
              <p:nvPr/>
            </p:nvSpPr>
            <p:spPr>
              <a:xfrm rot="-2047713">
                <a:off x="8788629" y="-4306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89" name="Google Shape;189;p4"/>
              <p:cNvCxnSpPr>
                <a:stCxn id="170" idx="4"/>
                <a:endCxn id="188" idx="7"/>
              </p:cNvCxnSpPr>
              <p:nvPr/>
            </p:nvCxnSpPr>
            <p:spPr>
              <a:xfrm>
                <a:off x="8175553" y="-1251677"/>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190" name="Google Shape;190;p4"/>
              <p:cNvCxnSpPr>
                <a:stCxn id="188" idx="1"/>
                <a:endCxn id="165" idx="5"/>
              </p:cNvCxnSpPr>
              <p:nvPr/>
            </p:nvCxnSpPr>
            <p:spPr>
              <a:xfrm rot="10800000">
                <a:off x="8055700" y="-93031"/>
                <a:ext cx="734100" cy="102900"/>
              </a:xfrm>
              <a:prstGeom prst="straightConnector1">
                <a:avLst/>
              </a:prstGeom>
              <a:noFill/>
              <a:ln cap="flat" cmpd="sng" w="9525">
                <a:solidFill>
                  <a:schemeClr val="dk2"/>
                </a:solidFill>
                <a:prstDash val="solid"/>
                <a:round/>
                <a:headEnd len="med" w="med" type="none"/>
                <a:tailEnd len="med" w="med" type="none"/>
              </a:ln>
            </p:spPr>
          </p:cxnSp>
          <p:cxnSp>
            <p:nvCxnSpPr>
              <p:cNvPr id="191" name="Google Shape;191;p4"/>
              <p:cNvCxnSpPr>
                <a:stCxn id="188" idx="0"/>
                <a:endCxn id="164" idx="4"/>
              </p:cNvCxnSpPr>
              <p:nvPr/>
            </p:nvCxnSpPr>
            <p:spPr>
              <a:xfrm rot="10800000">
                <a:off x="7345463" y="-1916427"/>
                <a:ext cx="1471800" cy="1884600"/>
              </a:xfrm>
              <a:prstGeom prst="straightConnector1">
                <a:avLst/>
              </a:prstGeom>
              <a:noFill/>
              <a:ln cap="flat" cmpd="sng" w="9525">
                <a:solidFill>
                  <a:schemeClr val="dk2"/>
                </a:solidFill>
                <a:prstDash val="solid"/>
                <a:round/>
                <a:headEnd len="med" w="med" type="none"/>
                <a:tailEnd len="med" w="med" type="none"/>
              </a:ln>
            </p:spPr>
          </p:cxnSp>
          <p:cxnSp>
            <p:nvCxnSpPr>
              <p:cNvPr id="192" name="Google Shape;192;p4"/>
              <p:cNvCxnSpPr>
                <a:stCxn id="188" idx="1"/>
                <a:endCxn id="166" idx="5"/>
              </p:cNvCxnSpPr>
              <p:nvPr/>
            </p:nvCxnSpPr>
            <p:spPr>
              <a:xfrm rot="10800000">
                <a:off x="7129000" y="-723031"/>
                <a:ext cx="1660800" cy="732900"/>
              </a:xfrm>
              <a:prstGeom prst="straightConnector1">
                <a:avLst/>
              </a:prstGeom>
              <a:noFill/>
              <a:ln cap="flat" cmpd="sng" w="9525">
                <a:solidFill>
                  <a:schemeClr val="dk2"/>
                </a:solidFill>
                <a:prstDash val="solid"/>
                <a:round/>
                <a:headEnd len="med" w="med" type="none"/>
                <a:tailEnd len="med" w="med" type="none"/>
              </a:ln>
            </p:spPr>
          </p:cxnSp>
          <p:sp>
            <p:nvSpPr>
              <p:cNvPr id="193" name="Google Shape;193;p4"/>
              <p:cNvSpPr/>
              <p:nvPr/>
            </p:nvSpPr>
            <p:spPr>
              <a:xfrm rot="-2040502">
                <a:off x="7684687" y="25500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94" name="Google Shape;194;p4"/>
              <p:cNvCxnSpPr>
                <a:stCxn id="188" idx="2"/>
                <a:endCxn id="193" idx="5"/>
              </p:cNvCxnSpPr>
              <p:nvPr/>
            </p:nvCxnSpPr>
            <p:spPr>
              <a:xfrm flipH="1">
                <a:off x="7877663" y="58773"/>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195" name="Google Shape;195;p4"/>
              <p:cNvCxnSpPr>
                <a:stCxn id="193" idx="1"/>
                <a:endCxn id="169" idx="5"/>
              </p:cNvCxnSpPr>
              <p:nvPr/>
            </p:nvCxnSpPr>
            <p:spPr>
              <a:xfrm rot="10800000">
                <a:off x="6397373" y="-27707"/>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196" name="Google Shape;196;p4"/>
              <p:cNvCxnSpPr>
                <a:stCxn id="193" idx="7"/>
                <a:endCxn id="165" idx="3"/>
              </p:cNvCxnSpPr>
              <p:nvPr/>
            </p:nvCxnSpPr>
            <p:spPr>
              <a:xfrm flipH="1" rot="10800000">
                <a:off x="7800600" y="65689"/>
                <a:ext cx="19800" cy="191100"/>
              </a:xfrm>
              <a:prstGeom prst="straightConnector1">
                <a:avLst/>
              </a:prstGeom>
              <a:noFill/>
              <a:ln cap="flat" cmpd="sng" w="9525">
                <a:solidFill>
                  <a:schemeClr val="dk2"/>
                </a:solidFill>
                <a:prstDash val="solid"/>
                <a:round/>
                <a:headEnd len="med" w="med" type="none"/>
                <a:tailEnd len="med" w="med" type="none"/>
              </a:ln>
            </p:spPr>
          </p:cxnSp>
        </p:grpSp>
        <p:grpSp>
          <p:nvGrpSpPr>
            <p:cNvPr id="197" name="Google Shape;197;p4"/>
            <p:cNvGrpSpPr/>
            <p:nvPr/>
          </p:nvGrpSpPr>
          <p:grpSpPr>
            <a:xfrm flipH="1" rot="10800000">
              <a:off x="-497962" y="2486033"/>
              <a:ext cx="3063625" cy="3321711"/>
              <a:chOff x="-460575" y="-671217"/>
              <a:chExt cx="3063625" cy="3321711"/>
            </a:xfrm>
          </p:grpSpPr>
          <p:cxnSp>
            <p:nvCxnSpPr>
              <p:cNvPr id="198" name="Google Shape;198;p4"/>
              <p:cNvCxnSpPr>
                <a:stCxn id="199" idx="6"/>
                <a:endCxn id="200"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200" name="Google Shape;200;p4"/>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1" name="Google Shape;201;p4"/>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2" name="Google Shape;202;p4"/>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3" name="Google Shape;203;p4"/>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4" name="Google Shape;204;p4"/>
              <p:cNvSpPr/>
              <p:nvPr/>
            </p:nvSpPr>
            <p:spPr>
              <a:xfrm>
                <a:off x="382949" y="1317288"/>
                <a:ext cx="1434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05" name="Google Shape;205;p4"/>
              <p:cNvCxnSpPr>
                <a:stCxn id="204" idx="4"/>
                <a:endCxn id="202" idx="0"/>
              </p:cNvCxnSpPr>
              <p:nvPr/>
            </p:nvCxnSpPr>
            <p:spPr>
              <a:xfrm flipH="1">
                <a:off x="169049" y="1474788"/>
                <a:ext cx="285600" cy="1018200"/>
              </a:xfrm>
              <a:prstGeom prst="straightConnector1">
                <a:avLst/>
              </a:prstGeom>
              <a:noFill/>
              <a:ln cap="flat" cmpd="sng" w="9525">
                <a:solidFill>
                  <a:schemeClr val="dk2"/>
                </a:solidFill>
                <a:prstDash val="solid"/>
                <a:round/>
                <a:headEnd len="med" w="med" type="none"/>
                <a:tailEnd len="med" w="med" type="none"/>
              </a:ln>
            </p:spPr>
          </p:cxnSp>
          <p:cxnSp>
            <p:nvCxnSpPr>
              <p:cNvPr id="206" name="Google Shape;206;p4"/>
              <p:cNvCxnSpPr>
                <a:stCxn id="203" idx="4"/>
                <a:endCxn id="202"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207" name="Google Shape;207;p4"/>
              <p:cNvCxnSpPr>
                <a:stCxn id="203" idx="5"/>
                <a:endCxn id="204" idx="1"/>
              </p:cNvCxnSpPr>
              <p:nvPr/>
            </p:nvCxnSpPr>
            <p:spPr>
              <a:xfrm>
                <a:off x="199829" y="960741"/>
                <a:ext cx="204000" cy="379500"/>
              </a:xfrm>
              <a:prstGeom prst="straightConnector1">
                <a:avLst/>
              </a:prstGeom>
              <a:noFill/>
              <a:ln cap="flat" cmpd="sng" w="9525">
                <a:solidFill>
                  <a:schemeClr val="dk2"/>
                </a:solidFill>
                <a:prstDash val="solid"/>
                <a:round/>
                <a:headEnd len="med" w="med" type="none"/>
                <a:tailEnd len="med" w="med" type="none"/>
              </a:ln>
            </p:spPr>
          </p:cxnSp>
          <p:cxnSp>
            <p:nvCxnSpPr>
              <p:cNvPr id="208" name="Google Shape;208;p4"/>
              <p:cNvCxnSpPr>
                <a:stCxn id="203" idx="0"/>
                <a:endCxn id="201"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209" name="Google Shape;209;p4"/>
              <p:cNvCxnSpPr>
                <a:stCxn id="203" idx="7"/>
                <a:endCxn id="199"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210" name="Google Shape;210;p4"/>
              <p:cNvCxnSpPr>
                <a:stCxn id="201" idx="5"/>
                <a:endCxn id="199"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211" name="Google Shape;211;p4"/>
              <p:cNvCxnSpPr>
                <a:stCxn id="201" idx="6"/>
                <a:endCxn id="200"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212" name="Google Shape;212;p4"/>
              <p:cNvCxnSpPr>
                <a:stCxn id="213" idx="1"/>
                <a:endCxn id="201"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214" name="Google Shape;214;p4"/>
              <p:cNvCxnSpPr>
                <a:stCxn id="204" idx="0"/>
                <a:endCxn id="199" idx="4"/>
              </p:cNvCxnSpPr>
              <p:nvPr/>
            </p:nvCxnSpPr>
            <p:spPr>
              <a:xfrm rot="10800000">
                <a:off x="378449" y="456588"/>
                <a:ext cx="76200" cy="860700"/>
              </a:xfrm>
              <a:prstGeom prst="straightConnector1">
                <a:avLst/>
              </a:prstGeom>
              <a:noFill/>
              <a:ln cap="flat" cmpd="sng" w="9525">
                <a:solidFill>
                  <a:schemeClr val="dk2"/>
                </a:solidFill>
                <a:prstDash val="solid"/>
                <a:round/>
                <a:headEnd len="med" w="med" type="none"/>
                <a:tailEnd len="med" w="med" type="none"/>
              </a:ln>
            </p:spPr>
          </p:cxnSp>
          <p:cxnSp>
            <p:nvCxnSpPr>
              <p:cNvPr id="215" name="Google Shape;215;p4"/>
              <p:cNvCxnSpPr>
                <a:stCxn id="204" idx="0"/>
                <a:endCxn id="213" idx="3"/>
              </p:cNvCxnSpPr>
              <p:nvPr/>
            </p:nvCxnSpPr>
            <p:spPr>
              <a:xfrm flipH="1" rot="10800000">
                <a:off x="454649" y="268188"/>
                <a:ext cx="342000" cy="1049100"/>
              </a:xfrm>
              <a:prstGeom prst="straightConnector1">
                <a:avLst/>
              </a:prstGeom>
              <a:noFill/>
              <a:ln cap="flat" cmpd="sng" w="9525">
                <a:solidFill>
                  <a:schemeClr val="dk2"/>
                </a:solidFill>
                <a:prstDash val="solid"/>
                <a:round/>
                <a:headEnd len="med" w="med" type="none"/>
                <a:tailEnd len="med" w="med" type="none"/>
              </a:ln>
            </p:spPr>
          </p:cxnSp>
          <p:sp>
            <p:nvSpPr>
              <p:cNvPr id="216" name="Google Shape;216;p4"/>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17" name="Google Shape;217;p4"/>
              <p:cNvCxnSpPr>
                <a:stCxn id="201" idx="5"/>
                <a:endCxn id="216"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218" name="Google Shape;218;p4"/>
              <p:cNvCxnSpPr>
                <a:stCxn id="213" idx="7"/>
                <a:endCxn id="216"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219" name="Google Shape;219;p4"/>
              <p:cNvCxnSpPr>
                <a:stCxn id="216" idx="6"/>
                <a:endCxn id="200"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220" name="Google Shape;220;p4"/>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21" name="Google Shape;221;p4"/>
              <p:cNvCxnSpPr>
                <a:stCxn id="220" idx="0"/>
                <a:endCxn id="201"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222" name="Google Shape;222;p4"/>
              <p:cNvCxnSpPr>
                <a:stCxn id="220" idx="6"/>
                <a:endCxn id="199"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223" name="Google Shape;223;p4"/>
              <p:cNvCxnSpPr>
                <a:stCxn id="220" idx="5"/>
                <a:endCxn id="203"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224" name="Google Shape;224;p4"/>
              <p:cNvCxnSpPr>
                <a:stCxn id="220" idx="5"/>
                <a:endCxn id="202"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213" name="Google Shape;213;p4"/>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9" name="Google Shape;199;p4"/>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225" name="Google Shape;225;p4"/>
          <p:cNvGrpSpPr/>
          <p:nvPr/>
        </p:nvGrpSpPr>
        <p:grpSpPr>
          <a:xfrm flipH="1" rot="10800000">
            <a:off x="144013" y="213488"/>
            <a:ext cx="406275" cy="563575"/>
            <a:chOff x="140150" y="4340075"/>
            <a:chExt cx="406275" cy="563575"/>
          </a:xfrm>
        </p:grpSpPr>
        <p:sp>
          <p:nvSpPr>
            <p:cNvPr id="226" name="Google Shape;226;p4"/>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7" name="Google Shape;227;p4"/>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8" name="Google Shape;228;p4"/>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9" name="Google Shape;229;p4"/>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0" name="Shape 230"/>
        <p:cNvGrpSpPr/>
        <p:nvPr/>
      </p:nvGrpSpPr>
      <p:grpSpPr>
        <a:xfrm>
          <a:off x="0" y="0"/>
          <a:ext cx="0" cy="0"/>
          <a:chOff x="0" y="0"/>
          <a:chExt cx="0" cy="0"/>
        </a:xfrm>
      </p:grpSpPr>
      <p:sp>
        <p:nvSpPr>
          <p:cNvPr id="231" name="Google Shape;231;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32" name="Google Shape;232;p5"/>
          <p:cNvSpPr txBox="1"/>
          <p:nvPr>
            <p:ph idx="1" type="subTitle"/>
          </p:nvPr>
        </p:nvSpPr>
        <p:spPr>
          <a:xfrm>
            <a:off x="4951702" y="2609977"/>
            <a:ext cx="3141900" cy="1134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b="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3" name="Google Shape;233;p5"/>
          <p:cNvSpPr txBox="1"/>
          <p:nvPr>
            <p:ph idx="2" type="subTitle"/>
          </p:nvPr>
        </p:nvSpPr>
        <p:spPr>
          <a:xfrm>
            <a:off x="1050400" y="2609977"/>
            <a:ext cx="3141900" cy="1134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b="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4" name="Google Shape;234;p5"/>
          <p:cNvSpPr txBox="1"/>
          <p:nvPr>
            <p:ph idx="3" type="subTitle"/>
          </p:nvPr>
        </p:nvSpPr>
        <p:spPr>
          <a:xfrm>
            <a:off x="1050400" y="1821125"/>
            <a:ext cx="3141900" cy="865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35" name="Google Shape;235;p5"/>
          <p:cNvSpPr txBox="1"/>
          <p:nvPr>
            <p:ph idx="4" type="subTitle"/>
          </p:nvPr>
        </p:nvSpPr>
        <p:spPr>
          <a:xfrm>
            <a:off x="4951707" y="1821125"/>
            <a:ext cx="3141900" cy="865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236" name="Google Shape;236;p5"/>
          <p:cNvGrpSpPr/>
          <p:nvPr/>
        </p:nvGrpSpPr>
        <p:grpSpPr>
          <a:xfrm>
            <a:off x="-497962" y="-2402532"/>
            <a:ext cx="9442425" cy="7984626"/>
            <a:chOff x="-497962" y="-2402532"/>
            <a:chExt cx="9442425" cy="7984626"/>
          </a:xfrm>
        </p:grpSpPr>
        <p:grpSp>
          <p:nvGrpSpPr>
            <p:cNvPr id="237" name="Google Shape;237;p5"/>
            <p:cNvGrpSpPr/>
            <p:nvPr/>
          </p:nvGrpSpPr>
          <p:grpSpPr>
            <a:xfrm>
              <a:off x="4589284" y="-2402532"/>
              <a:ext cx="4355179" cy="2890037"/>
              <a:chOff x="4589284" y="-2402532"/>
              <a:chExt cx="4355179" cy="2890037"/>
            </a:xfrm>
          </p:grpSpPr>
          <p:sp>
            <p:nvSpPr>
              <p:cNvPr id="238" name="Google Shape;238;p5"/>
              <p:cNvSpPr/>
              <p:nvPr/>
            </p:nvSpPr>
            <p:spPr>
              <a:xfrm rot="-2040502">
                <a:off x="4627083" y="192930"/>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9" name="Google Shape;239;p5"/>
              <p:cNvSpPr/>
              <p:nvPr/>
            </p:nvSpPr>
            <p:spPr>
              <a:xfrm rot="-2040502">
                <a:off x="7193806" y="-2094369"/>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0" name="Google Shape;240;p5"/>
              <p:cNvSpPr/>
              <p:nvPr/>
            </p:nvSpPr>
            <p:spPr>
              <a:xfrm rot="-2039936">
                <a:off x="7657969" y="-331832"/>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1" name="Google Shape;241;p5"/>
              <p:cNvSpPr/>
              <p:nvPr/>
            </p:nvSpPr>
            <p:spPr>
              <a:xfrm rot="-2047713">
                <a:off x="6999695" y="-80062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2" name="Google Shape;242;p5"/>
              <p:cNvSpPr/>
              <p:nvPr/>
            </p:nvSpPr>
            <p:spPr>
              <a:xfrm rot="-2045153">
                <a:off x="6126796" y="-832163"/>
                <a:ext cx="96354" cy="9635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3" name="Google Shape;243;p5"/>
              <p:cNvSpPr/>
              <p:nvPr/>
            </p:nvSpPr>
            <p:spPr>
              <a:xfrm rot="-2047713">
                <a:off x="6039211" y="-237716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4" name="Google Shape;244;p5"/>
              <p:cNvSpPr/>
              <p:nvPr/>
            </p:nvSpPr>
            <p:spPr>
              <a:xfrm rot="-2047713">
                <a:off x="6268216" y="-105290"/>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5" name="Google Shape;245;p5"/>
              <p:cNvSpPr/>
              <p:nvPr/>
            </p:nvSpPr>
            <p:spPr>
              <a:xfrm rot="-2045153">
                <a:off x="8100376" y="-1339754"/>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46" name="Google Shape;246;p5"/>
              <p:cNvCxnSpPr>
                <a:stCxn id="242" idx="5"/>
                <a:endCxn id="241" idx="1"/>
              </p:cNvCxnSpPr>
              <p:nvPr/>
            </p:nvCxnSpPr>
            <p:spPr>
              <a:xfrm>
                <a:off x="6222278" y="-774864"/>
                <a:ext cx="778500" cy="27300"/>
              </a:xfrm>
              <a:prstGeom prst="straightConnector1">
                <a:avLst/>
              </a:prstGeom>
              <a:noFill/>
              <a:ln cap="flat" cmpd="sng" w="9525">
                <a:solidFill>
                  <a:schemeClr val="dk2"/>
                </a:solidFill>
                <a:prstDash val="solid"/>
                <a:round/>
                <a:headEnd len="med" w="med" type="none"/>
                <a:tailEnd len="med" w="med" type="none"/>
              </a:ln>
            </p:spPr>
          </p:cxnSp>
          <p:cxnSp>
            <p:nvCxnSpPr>
              <p:cNvPr id="247" name="Google Shape;247;p5"/>
              <p:cNvCxnSpPr>
                <a:stCxn id="243" idx="4"/>
                <a:endCxn id="241" idx="0"/>
              </p:cNvCxnSpPr>
              <p:nvPr/>
            </p:nvCxnSpPr>
            <p:spPr>
              <a:xfrm>
                <a:off x="6141046" y="-2257932"/>
                <a:ext cx="887400" cy="1468500"/>
              </a:xfrm>
              <a:prstGeom prst="straightConnector1">
                <a:avLst/>
              </a:prstGeom>
              <a:noFill/>
              <a:ln cap="flat" cmpd="sng" w="9525">
                <a:solidFill>
                  <a:schemeClr val="dk2"/>
                </a:solidFill>
                <a:prstDash val="solid"/>
                <a:round/>
                <a:headEnd len="med" w="med" type="none"/>
                <a:tailEnd len="med" w="med" type="none"/>
              </a:ln>
            </p:spPr>
          </p:cxnSp>
          <p:cxnSp>
            <p:nvCxnSpPr>
              <p:cNvPr id="248" name="Google Shape;248;p5"/>
              <p:cNvCxnSpPr>
                <a:stCxn id="238" idx="6"/>
                <a:endCxn id="242" idx="3"/>
              </p:cNvCxnSpPr>
              <p:nvPr/>
            </p:nvCxnSpPr>
            <p:spPr>
              <a:xfrm flipH="1" rot="10800000">
                <a:off x="4805134" y="-736769"/>
                <a:ext cx="1360800" cy="972600"/>
              </a:xfrm>
              <a:prstGeom prst="straightConnector1">
                <a:avLst/>
              </a:prstGeom>
              <a:noFill/>
              <a:ln cap="flat" cmpd="sng" w="9525">
                <a:solidFill>
                  <a:schemeClr val="dk2"/>
                </a:solidFill>
                <a:prstDash val="solid"/>
                <a:round/>
                <a:headEnd len="med" w="med" type="none"/>
                <a:tailEnd len="med" w="med" type="none"/>
              </a:ln>
            </p:spPr>
          </p:cxnSp>
          <p:cxnSp>
            <p:nvCxnSpPr>
              <p:cNvPr id="249" name="Google Shape;249;p5"/>
              <p:cNvCxnSpPr>
                <a:stCxn id="242" idx="7"/>
                <a:endCxn id="243" idx="2"/>
              </p:cNvCxnSpPr>
              <p:nvPr/>
            </p:nvCxnSpPr>
            <p:spPr>
              <a:xfrm rot="10800000">
                <a:off x="6050594" y="-2275192"/>
                <a:ext cx="133500" cy="1443900"/>
              </a:xfrm>
              <a:prstGeom prst="straightConnector1">
                <a:avLst/>
              </a:prstGeom>
              <a:noFill/>
              <a:ln cap="flat" cmpd="sng" w="9525">
                <a:solidFill>
                  <a:schemeClr val="dk2"/>
                </a:solidFill>
                <a:prstDash val="solid"/>
                <a:round/>
                <a:headEnd len="med" w="med" type="none"/>
                <a:tailEnd len="med" w="med" type="none"/>
              </a:ln>
            </p:spPr>
          </p:cxnSp>
          <p:cxnSp>
            <p:nvCxnSpPr>
              <p:cNvPr id="250" name="Google Shape;250;p5"/>
              <p:cNvCxnSpPr>
                <a:stCxn id="243" idx="6"/>
                <a:endCxn id="239" idx="1"/>
              </p:cNvCxnSpPr>
              <p:nvPr/>
            </p:nvCxnSpPr>
            <p:spPr>
              <a:xfrm>
                <a:off x="6158446" y="-2348532"/>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251" name="Google Shape;251;p5"/>
              <p:cNvCxnSpPr>
                <a:stCxn id="241" idx="7"/>
                <a:endCxn id="239" idx="3"/>
              </p:cNvCxnSpPr>
              <p:nvPr/>
            </p:nvCxnSpPr>
            <p:spPr>
              <a:xfrm flipH="1" rot="10800000">
                <a:off x="7077233" y="-1901356"/>
                <a:ext cx="195300" cy="1101900"/>
              </a:xfrm>
              <a:prstGeom prst="straightConnector1">
                <a:avLst/>
              </a:prstGeom>
              <a:noFill/>
              <a:ln cap="flat" cmpd="sng" w="9525">
                <a:solidFill>
                  <a:schemeClr val="dk2"/>
                </a:solidFill>
                <a:prstDash val="solid"/>
                <a:round/>
                <a:headEnd len="med" w="med" type="none"/>
                <a:tailEnd len="med" w="med" type="none"/>
              </a:ln>
            </p:spPr>
          </p:cxnSp>
          <p:cxnSp>
            <p:nvCxnSpPr>
              <p:cNvPr id="252" name="Google Shape;252;p5"/>
              <p:cNvCxnSpPr>
                <a:stCxn id="238" idx="6"/>
                <a:endCxn id="244" idx="1"/>
              </p:cNvCxnSpPr>
              <p:nvPr/>
            </p:nvCxnSpPr>
            <p:spPr>
              <a:xfrm flipH="1" rot="10800000">
                <a:off x="4805134" y="-52469"/>
                <a:ext cx="1464300" cy="288300"/>
              </a:xfrm>
              <a:prstGeom prst="straightConnector1">
                <a:avLst/>
              </a:prstGeom>
              <a:noFill/>
              <a:ln cap="flat" cmpd="sng" w="9525">
                <a:solidFill>
                  <a:schemeClr val="dk2"/>
                </a:solidFill>
                <a:prstDash val="solid"/>
                <a:round/>
                <a:headEnd len="med" w="med" type="none"/>
                <a:tailEnd len="med" w="med" type="none"/>
              </a:ln>
            </p:spPr>
          </p:cxnSp>
          <p:cxnSp>
            <p:nvCxnSpPr>
              <p:cNvPr id="253" name="Google Shape;253;p5"/>
              <p:cNvCxnSpPr>
                <a:stCxn id="244" idx="6"/>
                <a:endCxn id="241" idx="2"/>
              </p:cNvCxnSpPr>
              <p:nvPr/>
            </p:nvCxnSpPr>
            <p:spPr>
              <a:xfrm flipH="1" rot="10800000">
                <a:off x="6387451" y="-698855"/>
                <a:ext cx="623400" cy="622200"/>
              </a:xfrm>
              <a:prstGeom prst="straightConnector1">
                <a:avLst/>
              </a:prstGeom>
              <a:noFill/>
              <a:ln cap="flat" cmpd="sng" w="9525">
                <a:solidFill>
                  <a:schemeClr val="dk2"/>
                </a:solidFill>
                <a:prstDash val="solid"/>
                <a:round/>
                <a:headEnd len="med" w="med" type="none"/>
                <a:tailEnd len="med" w="med" type="none"/>
              </a:ln>
            </p:spPr>
          </p:cxnSp>
          <p:cxnSp>
            <p:nvCxnSpPr>
              <p:cNvPr id="254" name="Google Shape;254;p5"/>
              <p:cNvCxnSpPr>
                <a:stCxn id="244" idx="5"/>
                <a:endCxn id="240" idx="1"/>
              </p:cNvCxnSpPr>
              <p:nvPr/>
            </p:nvCxnSpPr>
            <p:spPr>
              <a:xfrm flipH="1" rot="10800000">
                <a:off x="6397515" y="-169351"/>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255" name="Google Shape;255;p5"/>
              <p:cNvCxnSpPr>
                <a:stCxn id="240" idx="0"/>
                <a:endCxn id="241" idx="5"/>
              </p:cNvCxnSpPr>
              <p:nvPr/>
            </p:nvCxnSpPr>
            <p:spPr>
              <a:xfrm rot="10800000">
                <a:off x="7129021" y="-723230"/>
                <a:ext cx="617400" cy="425700"/>
              </a:xfrm>
              <a:prstGeom prst="straightConnector1">
                <a:avLst/>
              </a:prstGeom>
              <a:noFill/>
              <a:ln cap="flat" cmpd="sng" w="9525">
                <a:solidFill>
                  <a:schemeClr val="dk2"/>
                </a:solidFill>
                <a:prstDash val="solid"/>
                <a:round/>
                <a:headEnd len="med" w="med" type="none"/>
                <a:tailEnd len="med" w="med" type="none"/>
              </a:ln>
            </p:spPr>
          </p:cxnSp>
          <p:cxnSp>
            <p:nvCxnSpPr>
              <p:cNvPr id="256" name="Google Shape;256;p5"/>
              <p:cNvCxnSpPr>
                <a:stCxn id="240" idx="7"/>
                <a:endCxn id="245" idx="3"/>
              </p:cNvCxnSpPr>
              <p:nvPr/>
            </p:nvCxnSpPr>
            <p:spPr>
              <a:xfrm flipH="1" rot="10800000">
                <a:off x="7896910" y="-1244345"/>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257" name="Google Shape;257;p5"/>
              <p:cNvCxnSpPr>
                <a:stCxn id="241" idx="6"/>
                <a:endCxn id="245" idx="2"/>
              </p:cNvCxnSpPr>
              <p:nvPr/>
            </p:nvCxnSpPr>
            <p:spPr>
              <a:xfrm flipH="1" rot="10800000">
                <a:off x="7118930" y="-1264592"/>
                <a:ext cx="989700" cy="492600"/>
              </a:xfrm>
              <a:prstGeom prst="straightConnector1">
                <a:avLst/>
              </a:prstGeom>
              <a:noFill/>
              <a:ln cap="flat" cmpd="sng" w="9525">
                <a:solidFill>
                  <a:schemeClr val="dk2"/>
                </a:solidFill>
                <a:prstDash val="solid"/>
                <a:round/>
                <a:headEnd len="med" w="med" type="none"/>
                <a:tailEnd len="med" w="med" type="none"/>
              </a:ln>
            </p:spPr>
          </p:cxnSp>
          <p:cxnSp>
            <p:nvCxnSpPr>
              <p:cNvPr id="258" name="Google Shape;258;p5"/>
              <p:cNvCxnSpPr>
                <a:stCxn id="245" idx="0"/>
                <a:endCxn id="239" idx="5"/>
              </p:cNvCxnSpPr>
              <p:nvPr/>
            </p:nvCxnSpPr>
            <p:spPr>
              <a:xfrm rot="10800000">
                <a:off x="7386853" y="-1978577"/>
                <a:ext cx="734700" cy="647100"/>
              </a:xfrm>
              <a:prstGeom prst="straightConnector1">
                <a:avLst/>
              </a:prstGeom>
              <a:noFill/>
              <a:ln cap="flat" cmpd="sng" w="9525">
                <a:solidFill>
                  <a:schemeClr val="dk2"/>
                </a:solidFill>
                <a:prstDash val="solid"/>
                <a:round/>
                <a:headEnd len="med" w="med" type="none"/>
                <a:tailEnd len="med" w="med" type="none"/>
              </a:ln>
            </p:spPr>
          </p:cxnSp>
          <p:cxnSp>
            <p:nvCxnSpPr>
              <p:cNvPr id="259" name="Google Shape;259;p5"/>
              <p:cNvCxnSpPr>
                <a:stCxn id="243" idx="5"/>
                <a:endCxn id="245" idx="1"/>
              </p:cNvCxnSpPr>
              <p:nvPr/>
            </p:nvCxnSpPr>
            <p:spPr>
              <a:xfrm>
                <a:off x="6168510" y="-2299629"/>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260" name="Google Shape;260;p5"/>
              <p:cNvCxnSpPr>
                <a:stCxn id="242" idx="6"/>
                <a:endCxn id="245" idx="1"/>
              </p:cNvCxnSpPr>
              <p:nvPr/>
            </p:nvCxnSpPr>
            <p:spPr>
              <a:xfrm flipH="1" rot="10800000">
                <a:off x="6214873" y="-1300586"/>
                <a:ext cx="1886400" cy="489600"/>
              </a:xfrm>
              <a:prstGeom prst="straightConnector1">
                <a:avLst/>
              </a:prstGeom>
              <a:noFill/>
              <a:ln cap="flat" cmpd="sng" w="9525">
                <a:solidFill>
                  <a:schemeClr val="dk2"/>
                </a:solidFill>
                <a:prstDash val="solid"/>
                <a:round/>
                <a:headEnd len="med" w="med" type="none"/>
                <a:tailEnd len="med" w="med" type="none"/>
              </a:ln>
            </p:spPr>
          </p:cxnSp>
          <p:cxnSp>
            <p:nvCxnSpPr>
              <p:cNvPr id="261" name="Google Shape;261;p5"/>
              <p:cNvCxnSpPr>
                <a:stCxn id="242" idx="4"/>
                <a:endCxn id="240" idx="1"/>
              </p:cNvCxnSpPr>
              <p:nvPr/>
            </p:nvCxnSpPr>
            <p:spPr>
              <a:xfrm>
                <a:off x="6201973" y="-744086"/>
                <a:ext cx="1459800" cy="574500"/>
              </a:xfrm>
              <a:prstGeom prst="straightConnector1">
                <a:avLst/>
              </a:prstGeom>
              <a:noFill/>
              <a:ln cap="flat" cmpd="sng" w="9525">
                <a:solidFill>
                  <a:schemeClr val="dk2"/>
                </a:solidFill>
                <a:prstDash val="solid"/>
                <a:round/>
                <a:headEnd len="med" w="med" type="none"/>
                <a:tailEnd len="med" w="med" type="none"/>
              </a:ln>
            </p:spPr>
          </p:cxnSp>
          <p:cxnSp>
            <p:nvCxnSpPr>
              <p:cNvPr id="262" name="Google Shape;262;p5"/>
              <p:cNvCxnSpPr>
                <a:stCxn id="239" idx="4"/>
                <a:endCxn id="240" idx="7"/>
              </p:cNvCxnSpPr>
              <p:nvPr/>
            </p:nvCxnSpPr>
            <p:spPr>
              <a:xfrm>
                <a:off x="7345607" y="-1916318"/>
                <a:ext cx="551400" cy="1588200"/>
              </a:xfrm>
              <a:prstGeom prst="straightConnector1">
                <a:avLst/>
              </a:prstGeom>
              <a:noFill/>
              <a:ln cap="flat" cmpd="sng" w="9525">
                <a:solidFill>
                  <a:schemeClr val="dk2"/>
                </a:solidFill>
                <a:prstDash val="solid"/>
                <a:round/>
                <a:headEnd len="med" w="med" type="none"/>
                <a:tailEnd len="med" w="med" type="none"/>
              </a:ln>
            </p:spPr>
          </p:cxnSp>
          <p:sp>
            <p:nvSpPr>
              <p:cNvPr id="263" name="Google Shape;263;p5"/>
              <p:cNvSpPr/>
              <p:nvPr/>
            </p:nvSpPr>
            <p:spPr>
              <a:xfrm rot="-2047713">
                <a:off x="8788629" y="-4306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64" name="Google Shape;264;p5"/>
              <p:cNvCxnSpPr>
                <a:stCxn id="245" idx="4"/>
                <a:endCxn id="263" idx="7"/>
              </p:cNvCxnSpPr>
              <p:nvPr/>
            </p:nvCxnSpPr>
            <p:spPr>
              <a:xfrm>
                <a:off x="8175553" y="-1251677"/>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265" name="Google Shape;265;p5"/>
              <p:cNvCxnSpPr>
                <a:stCxn id="263" idx="1"/>
                <a:endCxn id="240" idx="5"/>
              </p:cNvCxnSpPr>
              <p:nvPr/>
            </p:nvCxnSpPr>
            <p:spPr>
              <a:xfrm rot="10800000">
                <a:off x="8055700" y="-93031"/>
                <a:ext cx="734100" cy="102900"/>
              </a:xfrm>
              <a:prstGeom prst="straightConnector1">
                <a:avLst/>
              </a:prstGeom>
              <a:noFill/>
              <a:ln cap="flat" cmpd="sng" w="9525">
                <a:solidFill>
                  <a:schemeClr val="dk2"/>
                </a:solidFill>
                <a:prstDash val="solid"/>
                <a:round/>
                <a:headEnd len="med" w="med" type="none"/>
                <a:tailEnd len="med" w="med" type="none"/>
              </a:ln>
            </p:spPr>
          </p:cxnSp>
          <p:cxnSp>
            <p:nvCxnSpPr>
              <p:cNvPr id="266" name="Google Shape;266;p5"/>
              <p:cNvCxnSpPr>
                <a:stCxn id="263" idx="0"/>
                <a:endCxn id="239" idx="4"/>
              </p:cNvCxnSpPr>
              <p:nvPr/>
            </p:nvCxnSpPr>
            <p:spPr>
              <a:xfrm rot="10800000">
                <a:off x="7345463" y="-1916427"/>
                <a:ext cx="1471800" cy="1884600"/>
              </a:xfrm>
              <a:prstGeom prst="straightConnector1">
                <a:avLst/>
              </a:prstGeom>
              <a:noFill/>
              <a:ln cap="flat" cmpd="sng" w="9525">
                <a:solidFill>
                  <a:schemeClr val="dk2"/>
                </a:solidFill>
                <a:prstDash val="solid"/>
                <a:round/>
                <a:headEnd len="med" w="med" type="none"/>
                <a:tailEnd len="med" w="med" type="none"/>
              </a:ln>
            </p:spPr>
          </p:cxnSp>
          <p:cxnSp>
            <p:nvCxnSpPr>
              <p:cNvPr id="267" name="Google Shape;267;p5"/>
              <p:cNvCxnSpPr>
                <a:stCxn id="263" idx="1"/>
                <a:endCxn id="241" idx="5"/>
              </p:cNvCxnSpPr>
              <p:nvPr/>
            </p:nvCxnSpPr>
            <p:spPr>
              <a:xfrm rot="10800000">
                <a:off x="7129000" y="-723031"/>
                <a:ext cx="1660800" cy="732900"/>
              </a:xfrm>
              <a:prstGeom prst="straightConnector1">
                <a:avLst/>
              </a:prstGeom>
              <a:noFill/>
              <a:ln cap="flat" cmpd="sng" w="9525">
                <a:solidFill>
                  <a:schemeClr val="dk2"/>
                </a:solidFill>
                <a:prstDash val="solid"/>
                <a:round/>
                <a:headEnd len="med" w="med" type="none"/>
                <a:tailEnd len="med" w="med" type="none"/>
              </a:ln>
            </p:spPr>
          </p:cxnSp>
          <p:sp>
            <p:nvSpPr>
              <p:cNvPr id="268" name="Google Shape;268;p5"/>
              <p:cNvSpPr/>
              <p:nvPr/>
            </p:nvSpPr>
            <p:spPr>
              <a:xfrm rot="-2040502">
                <a:off x="7684687" y="25500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69" name="Google Shape;269;p5"/>
              <p:cNvCxnSpPr>
                <a:stCxn id="263" idx="2"/>
                <a:endCxn id="268" idx="5"/>
              </p:cNvCxnSpPr>
              <p:nvPr/>
            </p:nvCxnSpPr>
            <p:spPr>
              <a:xfrm flipH="1">
                <a:off x="7877663" y="58773"/>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270" name="Google Shape;270;p5"/>
              <p:cNvCxnSpPr>
                <a:stCxn id="268" idx="1"/>
                <a:endCxn id="244" idx="5"/>
              </p:cNvCxnSpPr>
              <p:nvPr/>
            </p:nvCxnSpPr>
            <p:spPr>
              <a:xfrm rot="10800000">
                <a:off x="6397373" y="-27707"/>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271" name="Google Shape;271;p5"/>
              <p:cNvCxnSpPr>
                <a:stCxn id="268" idx="7"/>
                <a:endCxn id="240" idx="3"/>
              </p:cNvCxnSpPr>
              <p:nvPr/>
            </p:nvCxnSpPr>
            <p:spPr>
              <a:xfrm flipH="1" rot="10800000">
                <a:off x="7800600" y="65689"/>
                <a:ext cx="19800" cy="191100"/>
              </a:xfrm>
              <a:prstGeom prst="straightConnector1">
                <a:avLst/>
              </a:prstGeom>
              <a:noFill/>
              <a:ln cap="flat" cmpd="sng" w="9525">
                <a:solidFill>
                  <a:schemeClr val="dk2"/>
                </a:solidFill>
                <a:prstDash val="solid"/>
                <a:round/>
                <a:headEnd len="med" w="med" type="none"/>
                <a:tailEnd len="med" w="med" type="none"/>
              </a:ln>
            </p:spPr>
          </p:cxnSp>
        </p:grpSp>
        <p:grpSp>
          <p:nvGrpSpPr>
            <p:cNvPr id="272" name="Google Shape;272;p5"/>
            <p:cNvGrpSpPr/>
            <p:nvPr/>
          </p:nvGrpSpPr>
          <p:grpSpPr>
            <a:xfrm flipH="1" rot="10800000">
              <a:off x="-497962" y="2260383"/>
              <a:ext cx="3063625" cy="3321711"/>
              <a:chOff x="-460575" y="-671217"/>
              <a:chExt cx="3063625" cy="3321711"/>
            </a:xfrm>
          </p:grpSpPr>
          <p:cxnSp>
            <p:nvCxnSpPr>
              <p:cNvPr id="273" name="Google Shape;273;p5"/>
              <p:cNvCxnSpPr>
                <a:stCxn id="274" idx="6"/>
                <a:endCxn id="275"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275" name="Google Shape;275;p5"/>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6" name="Google Shape;276;p5"/>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7" name="Google Shape;277;p5"/>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8" name="Google Shape;278;p5"/>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9" name="Google Shape;279;p5"/>
              <p:cNvSpPr/>
              <p:nvPr/>
            </p:nvSpPr>
            <p:spPr>
              <a:xfrm>
                <a:off x="382937" y="1317277"/>
                <a:ext cx="1569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80" name="Google Shape;280;p5"/>
              <p:cNvCxnSpPr>
                <a:stCxn id="279" idx="4"/>
                <a:endCxn id="277" idx="0"/>
              </p:cNvCxnSpPr>
              <p:nvPr/>
            </p:nvCxnSpPr>
            <p:spPr>
              <a:xfrm flipH="1">
                <a:off x="169187" y="1474777"/>
                <a:ext cx="292200" cy="1018200"/>
              </a:xfrm>
              <a:prstGeom prst="straightConnector1">
                <a:avLst/>
              </a:prstGeom>
              <a:noFill/>
              <a:ln cap="flat" cmpd="sng" w="9525">
                <a:solidFill>
                  <a:schemeClr val="dk2"/>
                </a:solidFill>
                <a:prstDash val="solid"/>
                <a:round/>
                <a:headEnd len="med" w="med" type="none"/>
                <a:tailEnd len="med" w="med" type="none"/>
              </a:ln>
            </p:spPr>
          </p:cxnSp>
          <p:cxnSp>
            <p:nvCxnSpPr>
              <p:cNvPr id="281" name="Google Shape;281;p5"/>
              <p:cNvCxnSpPr>
                <a:stCxn id="278" idx="4"/>
                <a:endCxn id="277"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282" name="Google Shape;282;p5"/>
              <p:cNvCxnSpPr>
                <a:stCxn id="278" idx="5"/>
                <a:endCxn id="279" idx="1"/>
              </p:cNvCxnSpPr>
              <p:nvPr/>
            </p:nvCxnSpPr>
            <p:spPr>
              <a:xfrm>
                <a:off x="199829" y="960741"/>
                <a:ext cx="206100" cy="379500"/>
              </a:xfrm>
              <a:prstGeom prst="straightConnector1">
                <a:avLst/>
              </a:prstGeom>
              <a:noFill/>
              <a:ln cap="flat" cmpd="sng" w="9525">
                <a:solidFill>
                  <a:schemeClr val="dk2"/>
                </a:solidFill>
                <a:prstDash val="solid"/>
                <a:round/>
                <a:headEnd len="med" w="med" type="none"/>
                <a:tailEnd len="med" w="med" type="none"/>
              </a:ln>
            </p:spPr>
          </p:cxnSp>
          <p:cxnSp>
            <p:nvCxnSpPr>
              <p:cNvPr id="283" name="Google Shape;283;p5"/>
              <p:cNvCxnSpPr>
                <a:stCxn id="278" idx="0"/>
                <a:endCxn id="276"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284" name="Google Shape;284;p5"/>
              <p:cNvCxnSpPr>
                <a:stCxn id="278" idx="7"/>
                <a:endCxn id="274"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285" name="Google Shape;285;p5"/>
              <p:cNvCxnSpPr>
                <a:stCxn id="276" idx="5"/>
                <a:endCxn id="274"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286" name="Google Shape;286;p5"/>
              <p:cNvCxnSpPr>
                <a:stCxn id="276" idx="6"/>
                <a:endCxn id="275"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287" name="Google Shape;287;p5"/>
              <p:cNvCxnSpPr>
                <a:stCxn id="288" idx="1"/>
                <a:endCxn id="276"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289" name="Google Shape;289;p5"/>
              <p:cNvCxnSpPr>
                <a:stCxn id="279" idx="0"/>
                <a:endCxn id="274" idx="4"/>
              </p:cNvCxnSpPr>
              <p:nvPr/>
            </p:nvCxnSpPr>
            <p:spPr>
              <a:xfrm rot="10800000">
                <a:off x="378587" y="456577"/>
                <a:ext cx="82800" cy="860700"/>
              </a:xfrm>
              <a:prstGeom prst="straightConnector1">
                <a:avLst/>
              </a:prstGeom>
              <a:noFill/>
              <a:ln cap="flat" cmpd="sng" w="9525">
                <a:solidFill>
                  <a:schemeClr val="dk2"/>
                </a:solidFill>
                <a:prstDash val="solid"/>
                <a:round/>
                <a:headEnd len="med" w="med" type="none"/>
                <a:tailEnd len="med" w="med" type="none"/>
              </a:ln>
            </p:spPr>
          </p:cxnSp>
          <p:cxnSp>
            <p:nvCxnSpPr>
              <p:cNvPr id="290" name="Google Shape;290;p5"/>
              <p:cNvCxnSpPr>
                <a:stCxn id="279" idx="0"/>
                <a:endCxn id="288" idx="3"/>
              </p:cNvCxnSpPr>
              <p:nvPr/>
            </p:nvCxnSpPr>
            <p:spPr>
              <a:xfrm flipH="1" rot="10800000">
                <a:off x="461387" y="268177"/>
                <a:ext cx="335100" cy="1049100"/>
              </a:xfrm>
              <a:prstGeom prst="straightConnector1">
                <a:avLst/>
              </a:prstGeom>
              <a:noFill/>
              <a:ln cap="flat" cmpd="sng" w="9525">
                <a:solidFill>
                  <a:schemeClr val="dk2"/>
                </a:solidFill>
                <a:prstDash val="solid"/>
                <a:round/>
                <a:headEnd len="med" w="med" type="none"/>
                <a:tailEnd len="med" w="med" type="none"/>
              </a:ln>
            </p:spPr>
          </p:cxnSp>
          <p:sp>
            <p:nvSpPr>
              <p:cNvPr id="291" name="Google Shape;291;p5"/>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92" name="Google Shape;292;p5"/>
              <p:cNvCxnSpPr>
                <a:stCxn id="276" idx="5"/>
                <a:endCxn id="291"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293" name="Google Shape;293;p5"/>
              <p:cNvCxnSpPr>
                <a:stCxn id="288" idx="7"/>
                <a:endCxn id="291"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294" name="Google Shape;294;p5"/>
              <p:cNvCxnSpPr>
                <a:stCxn id="291" idx="6"/>
                <a:endCxn id="275"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295" name="Google Shape;295;p5"/>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96" name="Google Shape;296;p5"/>
              <p:cNvCxnSpPr>
                <a:stCxn id="295" idx="0"/>
                <a:endCxn id="276"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297" name="Google Shape;297;p5"/>
              <p:cNvCxnSpPr>
                <a:stCxn id="295" idx="6"/>
                <a:endCxn id="274"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298" name="Google Shape;298;p5"/>
              <p:cNvCxnSpPr>
                <a:stCxn id="295" idx="5"/>
                <a:endCxn id="278"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299" name="Google Shape;299;p5"/>
              <p:cNvCxnSpPr>
                <a:stCxn id="295" idx="5"/>
                <a:endCxn id="277"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288" name="Google Shape;288;p5"/>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4" name="Google Shape;274;p5"/>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300" name="Google Shape;300;p5"/>
          <p:cNvGrpSpPr/>
          <p:nvPr/>
        </p:nvGrpSpPr>
        <p:grpSpPr>
          <a:xfrm>
            <a:off x="3132451" y="3639438"/>
            <a:ext cx="5812012" cy="1415987"/>
            <a:chOff x="3132451" y="3639438"/>
            <a:chExt cx="5812012" cy="1415987"/>
          </a:xfrm>
        </p:grpSpPr>
        <p:grpSp>
          <p:nvGrpSpPr>
            <p:cNvPr id="301" name="Google Shape;301;p5"/>
            <p:cNvGrpSpPr/>
            <p:nvPr/>
          </p:nvGrpSpPr>
          <p:grpSpPr>
            <a:xfrm flipH="1" rot="10800000">
              <a:off x="8538188" y="3639438"/>
              <a:ext cx="406275" cy="563575"/>
              <a:chOff x="140150" y="4340075"/>
              <a:chExt cx="406275" cy="563575"/>
            </a:xfrm>
          </p:grpSpPr>
          <p:sp>
            <p:nvSpPr>
              <p:cNvPr id="302" name="Google Shape;302;p5"/>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3" name="Google Shape;303;p5"/>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4" name="Google Shape;304;p5"/>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5" name="Google Shape;305;p5"/>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306" name="Google Shape;306;p5"/>
            <p:cNvGrpSpPr/>
            <p:nvPr/>
          </p:nvGrpSpPr>
          <p:grpSpPr>
            <a:xfrm rot="10800000">
              <a:off x="3132451" y="4732750"/>
              <a:ext cx="298275" cy="322675"/>
              <a:chOff x="8667225" y="681525"/>
              <a:chExt cx="298275" cy="322675"/>
            </a:xfrm>
          </p:grpSpPr>
          <p:sp>
            <p:nvSpPr>
              <p:cNvPr id="307" name="Google Shape;307;p5"/>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8" name="Google Shape;308;p5"/>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9" name="Google Shape;309;p5"/>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0" name="Shape 310"/>
        <p:cNvGrpSpPr/>
        <p:nvPr/>
      </p:nvGrpSpPr>
      <p:grpSpPr>
        <a:xfrm>
          <a:off x="0" y="0"/>
          <a:ext cx="0" cy="0"/>
          <a:chOff x="0" y="0"/>
          <a:chExt cx="0" cy="0"/>
        </a:xfrm>
      </p:grpSpPr>
      <p:sp>
        <p:nvSpPr>
          <p:cNvPr id="311" name="Google Shape;311;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312" name="Google Shape;312;p6"/>
          <p:cNvCxnSpPr>
            <a:stCxn id="313" idx="6"/>
            <a:endCxn id="314" idx="2"/>
          </p:cNvCxnSpPr>
          <p:nvPr/>
        </p:nvCxnSpPr>
        <p:spPr>
          <a:xfrm flipH="1" rot="10800000">
            <a:off x="193201" y="280868"/>
            <a:ext cx="388800" cy="117000"/>
          </a:xfrm>
          <a:prstGeom prst="straightConnector1">
            <a:avLst/>
          </a:prstGeom>
          <a:noFill/>
          <a:ln cap="flat" cmpd="sng" w="9525">
            <a:solidFill>
              <a:schemeClr val="dk2"/>
            </a:solidFill>
            <a:prstDash val="solid"/>
            <a:round/>
            <a:headEnd len="med" w="med" type="none"/>
            <a:tailEnd len="med" w="med" type="none"/>
          </a:ln>
        </p:spPr>
      </p:cxnSp>
      <p:grpSp>
        <p:nvGrpSpPr>
          <p:cNvPr id="315" name="Google Shape;315;p6"/>
          <p:cNvGrpSpPr/>
          <p:nvPr/>
        </p:nvGrpSpPr>
        <p:grpSpPr>
          <a:xfrm>
            <a:off x="-378324" y="-207277"/>
            <a:ext cx="9969999" cy="5712728"/>
            <a:chOff x="-378324" y="-207277"/>
            <a:chExt cx="9969999" cy="5712728"/>
          </a:xfrm>
        </p:grpSpPr>
        <p:grpSp>
          <p:nvGrpSpPr>
            <p:cNvPr id="316" name="Google Shape;316;p6"/>
            <p:cNvGrpSpPr/>
            <p:nvPr/>
          </p:nvGrpSpPr>
          <p:grpSpPr>
            <a:xfrm>
              <a:off x="-378324" y="-207277"/>
              <a:ext cx="1762174" cy="2641456"/>
              <a:chOff x="-149724" y="-192037"/>
              <a:chExt cx="1762174" cy="2641456"/>
            </a:xfrm>
          </p:grpSpPr>
          <p:cxnSp>
            <p:nvCxnSpPr>
              <p:cNvPr id="317" name="Google Shape;317;p6"/>
              <p:cNvCxnSpPr>
                <a:stCxn id="314" idx="7"/>
                <a:endCxn id="318" idx="2"/>
              </p:cNvCxnSpPr>
              <p:nvPr/>
            </p:nvCxnSpPr>
            <p:spPr>
              <a:xfrm flipH="1" rot="10800000">
                <a:off x="936740" y="3228"/>
                <a:ext cx="518100" cy="240600"/>
              </a:xfrm>
              <a:prstGeom prst="straightConnector1">
                <a:avLst/>
              </a:prstGeom>
              <a:noFill/>
              <a:ln cap="flat" cmpd="sng" w="9525">
                <a:solidFill>
                  <a:schemeClr val="dk2"/>
                </a:solidFill>
                <a:prstDash val="solid"/>
                <a:round/>
                <a:headEnd len="med" w="med" type="none"/>
                <a:tailEnd len="med" w="med" type="none"/>
              </a:ln>
            </p:spPr>
          </p:cxnSp>
          <p:sp>
            <p:nvSpPr>
              <p:cNvPr id="318" name="Google Shape;318;p6"/>
              <p:cNvSpPr/>
              <p:nvPr/>
            </p:nvSpPr>
            <p:spPr>
              <a:xfrm>
                <a:off x="1454950" y="-75631"/>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9" name="Google Shape;319;p6"/>
              <p:cNvSpPr/>
              <p:nvPr/>
            </p:nvSpPr>
            <p:spPr>
              <a:xfrm>
                <a:off x="-1497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0" name="Google Shape;320;p6"/>
              <p:cNvSpPr/>
              <p:nvPr/>
            </p:nvSpPr>
            <p:spPr>
              <a:xfrm>
                <a:off x="2538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4" name="Google Shape;314;p6"/>
              <p:cNvSpPr/>
              <p:nvPr/>
            </p:nvSpPr>
            <p:spPr>
              <a:xfrm>
                <a:off x="810500" y="222169"/>
                <a:ext cx="147900" cy="147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1" name="Google Shape;321;p6"/>
              <p:cNvSpPr/>
              <p:nvPr/>
            </p:nvSpPr>
            <p:spPr>
              <a:xfrm>
                <a:off x="64625" y="886726"/>
                <a:ext cx="147900" cy="147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2" name="Google Shape;322;p6"/>
              <p:cNvSpPr/>
              <p:nvPr/>
            </p:nvSpPr>
            <p:spPr>
              <a:xfrm>
                <a:off x="368276" y="1058087"/>
                <a:ext cx="86700" cy="86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23" name="Google Shape;323;p6"/>
              <p:cNvCxnSpPr>
                <a:stCxn id="322" idx="4"/>
                <a:endCxn id="320" idx="0"/>
              </p:cNvCxnSpPr>
              <p:nvPr/>
            </p:nvCxnSpPr>
            <p:spPr>
              <a:xfrm flipH="1">
                <a:off x="332426" y="1144787"/>
                <a:ext cx="79200" cy="1147200"/>
              </a:xfrm>
              <a:prstGeom prst="straightConnector1">
                <a:avLst/>
              </a:prstGeom>
              <a:noFill/>
              <a:ln cap="flat" cmpd="sng" w="9525">
                <a:solidFill>
                  <a:schemeClr val="dk2"/>
                </a:solidFill>
                <a:prstDash val="solid"/>
                <a:round/>
                <a:headEnd len="med" w="med" type="none"/>
                <a:tailEnd len="med" w="med" type="none"/>
              </a:ln>
            </p:spPr>
          </p:cxnSp>
          <p:cxnSp>
            <p:nvCxnSpPr>
              <p:cNvPr id="324" name="Google Shape;324;p6"/>
              <p:cNvCxnSpPr>
                <a:stCxn id="321" idx="4"/>
                <a:endCxn id="320" idx="0"/>
              </p:cNvCxnSpPr>
              <p:nvPr/>
            </p:nvCxnSpPr>
            <p:spPr>
              <a:xfrm>
                <a:off x="138575" y="1034626"/>
                <a:ext cx="194100" cy="1257300"/>
              </a:xfrm>
              <a:prstGeom prst="straightConnector1">
                <a:avLst/>
              </a:prstGeom>
              <a:noFill/>
              <a:ln cap="flat" cmpd="sng" w="9525">
                <a:solidFill>
                  <a:schemeClr val="dk2"/>
                </a:solidFill>
                <a:prstDash val="solid"/>
                <a:round/>
                <a:headEnd len="med" w="med" type="none"/>
                <a:tailEnd len="med" w="med" type="none"/>
              </a:ln>
            </p:spPr>
          </p:cxnSp>
          <p:cxnSp>
            <p:nvCxnSpPr>
              <p:cNvPr id="325" name="Google Shape;325;p6"/>
              <p:cNvCxnSpPr>
                <a:stCxn id="321" idx="5"/>
                <a:endCxn id="322" idx="1"/>
              </p:cNvCxnSpPr>
              <p:nvPr/>
            </p:nvCxnSpPr>
            <p:spPr>
              <a:xfrm>
                <a:off x="190866" y="1012967"/>
                <a:ext cx="190200" cy="57900"/>
              </a:xfrm>
              <a:prstGeom prst="straightConnector1">
                <a:avLst/>
              </a:prstGeom>
              <a:noFill/>
              <a:ln cap="flat" cmpd="sng" w="9525">
                <a:solidFill>
                  <a:schemeClr val="dk2"/>
                </a:solidFill>
                <a:prstDash val="solid"/>
                <a:round/>
                <a:headEnd len="med" w="med" type="none"/>
                <a:tailEnd len="med" w="med" type="none"/>
              </a:ln>
            </p:spPr>
          </p:cxnSp>
          <p:cxnSp>
            <p:nvCxnSpPr>
              <p:cNvPr id="326" name="Google Shape;326;p6"/>
              <p:cNvCxnSpPr>
                <a:stCxn id="321" idx="0"/>
                <a:endCxn id="319" idx="4"/>
              </p:cNvCxnSpPr>
              <p:nvPr/>
            </p:nvCxnSpPr>
            <p:spPr>
              <a:xfrm rot="10800000">
                <a:off x="-99625" y="-92174"/>
                <a:ext cx="238200" cy="978900"/>
              </a:xfrm>
              <a:prstGeom prst="straightConnector1">
                <a:avLst/>
              </a:prstGeom>
              <a:noFill/>
              <a:ln cap="flat" cmpd="sng" w="9525">
                <a:solidFill>
                  <a:schemeClr val="dk2"/>
                </a:solidFill>
                <a:prstDash val="solid"/>
                <a:round/>
                <a:headEnd len="med" w="med" type="none"/>
                <a:tailEnd len="med" w="med" type="none"/>
              </a:ln>
            </p:spPr>
          </p:cxnSp>
          <p:cxnSp>
            <p:nvCxnSpPr>
              <p:cNvPr id="327" name="Google Shape;327;p6"/>
              <p:cNvCxnSpPr>
                <a:stCxn id="321" idx="0"/>
                <a:endCxn id="313" idx="3"/>
              </p:cNvCxnSpPr>
              <p:nvPr/>
            </p:nvCxnSpPr>
            <p:spPr>
              <a:xfrm flipH="1" rot="10800000">
                <a:off x="138575" y="443626"/>
                <a:ext cx="209100" cy="443100"/>
              </a:xfrm>
              <a:prstGeom prst="straightConnector1">
                <a:avLst/>
              </a:prstGeom>
              <a:noFill/>
              <a:ln cap="flat" cmpd="sng" w="9525">
                <a:solidFill>
                  <a:schemeClr val="dk2"/>
                </a:solidFill>
                <a:prstDash val="solid"/>
                <a:round/>
                <a:headEnd len="med" w="med" type="none"/>
                <a:tailEnd len="med" w="med" type="none"/>
              </a:ln>
            </p:spPr>
          </p:cxnSp>
          <p:cxnSp>
            <p:nvCxnSpPr>
              <p:cNvPr id="328" name="Google Shape;328;p6"/>
              <p:cNvCxnSpPr>
                <a:stCxn id="319" idx="5"/>
                <a:endCxn id="313" idx="1"/>
              </p:cNvCxnSpPr>
              <p:nvPr/>
            </p:nvCxnSpPr>
            <p:spPr>
              <a:xfrm>
                <a:off x="-644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329" name="Google Shape;329;p6"/>
              <p:cNvCxnSpPr>
                <a:stCxn id="319" idx="6"/>
                <a:endCxn id="318" idx="2"/>
              </p:cNvCxnSpPr>
              <p:nvPr/>
            </p:nvCxnSpPr>
            <p:spPr>
              <a:xfrm>
                <a:off x="-49824" y="-142087"/>
                <a:ext cx="1504800" cy="145200"/>
              </a:xfrm>
              <a:prstGeom prst="straightConnector1">
                <a:avLst/>
              </a:prstGeom>
              <a:noFill/>
              <a:ln cap="flat" cmpd="sng" w="9525">
                <a:solidFill>
                  <a:schemeClr val="dk2"/>
                </a:solidFill>
                <a:prstDash val="solid"/>
                <a:round/>
                <a:headEnd len="med" w="med" type="none"/>
                <a:tailEnd len="med" w="med" type="none"/>
              </a:ln>
            </p:spPr>
          </p:cxnSp>
          <p:cxnSp>
            <p:nvCxnSpPr>
              <p:cNvPr id="330" name="Google Shape;330;p6"/>
              <p:cNvCxnSpPr>
                <a:stCxn id="314" idx="1"/>
                <a:endCxn id="319" idx="5"/>
              </p:cNvCxnSpPr>
              <p:nvPr/>
            </p:nvCxnSpPr>
            <p:spPr>
              <a:xfrm rot="10800000">
                <a:off x="-64541" y="-106872"/>
                <a:ext cx="896700" cy="350700"/>
              </a:xfrm>
              <a:prstGeom prst="straightConnector1">
                <a:avLst/>
              </a:prstGeom>
              <a:noFill/>
              <a:ln cap="flat" cmpd="sng" w="9525">
                <a:solidFill>
                  <a:schemeClr val="dk2"/>
                </a:solidFill>
                <a:prstDash val="solid"/>
                <a:round/>
                <a:headEnd len="med" w="med" type="none"/>
                <a:tailEnd len="med" w="med" type="none"/>
              </a:ln>
            </p:spPr>
          </p:cxnSp>
          <p:cxnSp>
            <p:nvCxnSpPr>
              <p:cNvPr id="331" name="Google Shape;331;p6"/>
              <p:cNvCxnSpPr>
                <a:stCxn id="322" idx="0"/>
                <a:endCxn id="313" idx="4"/>
              </p:cNvCxnSpPr>
              <p:nvPr/>
            </p:nvCxnSpPr>
            <p:spPr>
              <a:xfrm rot="10800000">
                <a:off x="378326" y="456587"/>
                <a:ext cx="33300" cy="601500"/>
              </a:xfrm>
              <a:prstGeom prst="straightConnector1">
                <a:avLst/>
              </a:prstGeom>
              <a:noFill/>
              <a:ln cap="flat" cmpd="sng" w="9525">
                <a:solidFill>
                  <a:schemeClr val="dk2"/>
                </a:solidFill>
                <a:prstDash val="solid"/>
                <a:round/>
                <a:headEnd len="med" w="med" type="none"/>
                <a:tailEnd len="med" w="med" type="none"/>
              </a:ln>
            </p:spPr>
          </p:cxnSp>
          <p:cxnSp>
            <p:nvCxnSpPr>
              <p:cNvPr id="332" name="Google Shape;332;p6"/>
              <p:cNvCxnSpPr>
                <a:stCxn id="322" idx="0"/>
                <a:endCxn id="314" idx="3"/>
              </p:cNvCxnSpPr>
              <p:nvPr/>
            </p:nvCxnSpPr>
            <p:spPr>
              <a:xfrm flipH="1" rot="10800000">
                <a:off x="411626" y="348287"/>
                <a:ext cx="420600" cy="709800"/>
              </a:xfrm>
              <a:prstGeom prst="straightConnector1">
                <a:avLst/>
              </a:prstGeom>
              <a:noFill/>
              <a:ln cap="flat" cmpd="sng" w="9525">
                <a:solidFill>
                  <a:schemeClr val="dk2"/>
                </a:solidFill>
                <a:prstDash val="solid"/>
                <a:round/>
                <a:headEnd len="med" w="med" type="none"/>
                <a:tailEnd len="med" w="med" type="none"/>
              </a:ln>
            </p:spPr>
          </p:cxnSp>
          <p:sp>
            <p:nvSpPr>
              <p:cNvPr id="313" name="Google Shape;313;p6"/>
              <p:cNvSpPr/>
              <p:nvPr/>
            </p:nvSpPr>
            <p:spPr>
              <a:xfrm>
                <a:off x="335101" y="369758"/>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333" name="Google Shape;333;p6"/>
            <p:cNvGrpSpPr/>
            <p:nvPr/>
          </p:nvGrpSpPr>
          <p:grpSpPr>
            <a:xfrm>
              <a:off x="7337626" y="2995575"/>
              <a:ext cx="2254049" cy="2509875"/>
              <a:chOff x="7261426" y="2919375"/>
              <a:chExt cx="2254049" cy="2509875"/>
            </a:xfrm>
          </p:grpSpPr>
          <p:sp>
            <p:nvSpPr>
              <p:cNvPr id="334" name="Google Shape;334;p6"/>
              <p:cNvSpPr/>
              <p:nvPr/>
            </p:nvSpPr>
            <p:spPr>
              <a:xfrm rot="10800000">
                <a:off x="7261426" y="4782419"/>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5" name="Google Shape;335;p6"/>
              <p:cNvSpPr/>
              <p:nvPr/>
            </p:nvSpPr>
            <p:spPr>
              <a:xfrm rot="10800000">
                <a:off x="8680175" y="3577975"/>
                <a:ext cx="99900" cy="9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6" name="Google Shape;336;p6"/>
              <p:cNvSpPr/>
              <p:nvPr/>
            </p:nvSpPr>
            <p:spPr>
              <a:xfrm rot="10800000">
                <a:off x="8751276" y="48509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7" name="Google Shape;337;p6"/>
              <p:cNvSpPr/>
              <p:nvPr/>
            </p:nvSpPr>
            <p:spPr>
              <a:xfrm rot="10800000">
                <a:off x="7746475" y="5224950"/>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8" name="Google Shape;338;p6"/>
              <p:cNvSpPr/>
              <p:nvPr/>
            </p:nvSpPr>
            <p:spPr>
              <a:xfrm rot="10800000">
                <a:off x="8236400" y="4653675"/>
                <a:ext cx="137400" cy="137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9" name="Google Shape;339;p6"/>
              <p:cNvSpPr/>
              <p:nvPr/>
            </p:nvSpPr>
            <p:spPr>
              <a:xfrm rot="10800000">
                <a:off x="8814525" y="4221650"/>
                <a:ext cx="129900" cy="130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40" name="Google Shape;340;p6"/>
              <p:cNvSpPr/>
              <p:nvPr/>
            </p:nvSpPr>
            <p:spPr>
              <a:xfrm rot="10800000">
                <a:off x="8879025" y="2919375"/>
                <a:ext cx="141600" cy="141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41" name="Google Shape;341;p6"/>
              <p:cNvCxnSpPr>
                <a:stCxn id="340" idx="7"/>
                <a:endCxn id="335" idx="4"/>
              </p:cNvCxnSpPr>
              <p:nvPr/>
            </p:nvCxnSpPr>
            <p:spPr>
              <a:xfrm flipH="1">
                <a:off x="8730262" y="3040238"/>
                <a:ext cx="169500" cy="537600"/>
              </a:xfrm>
              <a:prstGeom prst="straightConnector1">
                <a:avLst/>
              </a:prstGeom>
              <a:noFill/>
              <a:ln cap="flat" cmpd="sng" w="9525">
                <a:solidFill>
                  <a:schemeClr val="dk2"/>
                </a:solidFill>
                <a:prstDash val="solid"/>
                <a:round/>
                <a:headEnd len="med" w="med" type="none"/>
                <a:tailEnd len="med" w="med" type="none"/>
              </a:ln>
            </p:spPr>
          </p:cxnSp>
          <p:cxnSp>
            <p:nvCxnSpPr>
              <p:cNvPr id="342" name="Google Shape;342;p6"/>
              <p:cNvCxnSpPr>
                <a:stCxn id="335" idx="0"/>
                <a:endCxn id="339" idx="5"/>
              </p:cNvCxnSpPr>
              <p:nvPr/>
            </p:nvCxnSpPr>
            <p:spPr>
              <a:xfrm>
                <a:off x="8730125" y="3677875"/>
                <a:ext cx="103500" cy="562800"/>
              </a:xfrm>
              <a:prstGeom prst="straightConnector1">
                <a:avLst/>
              </a:prstGeom>
              <a:noFill/>
              <a:ln cap="flat" cmpd="sng" w="9525">
                <a:solidFill>
                  <a:schemeClr val="dk2"/>
                </a:solidFill>
                <a:prstDash val="solid"/>
                <a:round/>
                <a:headEnd len="med" w="med" type="none"/>
                <a:tailEnd len="med" w="med" type="none"/>
              </a:ln>
            </p:spPr>
          </p:cxnSp>
          <p:cxnSp>
            <p:nvCxnSpPr>
              <p:cNvPr id="343" name="Google Shape;343;p6"/>
              <p:cNvCxnSpPr>
                <a:stCxn id="340" idx="0"/>
                <a:endCxn id="339" idx="4"/>
              </p:cNvCxnSpPr>
              <p:nvPr/>
            </p:nvCxnSpPr>
            <p:spPr>
              <a:xfrm flipH="1">
                <a:off x="8879625" y="3060975"/>
                <a:ext cx="70200" cy="1160700"/>
              </a:xfrm>
              <a:prstGeom prst="straightConnector1">
                <a:avLst/>
              </a:prstGeom>
              <a:noFill/>
              <a:ln cap="flat" cmpd="sng" w="9525">
                <a:solidFill>
                  <a:schemeClr val="dk2"/>
                </a:solidFill>
                <a:prstDash val="solid"/>
                <a:round/>
                <a:headEnd len="med" w="med" type="none"/>
                <a:tailEnd len="med" w="med" type="none"/>
              </a:ln>
            </p:spPr>
          </p:cxnSp>
          <p:cxnSp>
            <p:nvCxnSpPr>
              <p:cNvPr id="344" name="Google Shape;344;p6"/>
              <p:cNvCxnSpPr>
                <a:stCxn id="336" idx="4"/>
                <a:endCxn id="339" idx="0"/>
              </p:cNvCxnSpPr>
              <p:nvPr/>
            </p:nvCxnSpPr>
            <p:spPr>
              <a:xfrm flipH="1" rot="10800000">
                <a:off x="8830026" y="4351769"/>
                <a:ext cx="49500" cy="499200"/>
              </a:xfrm>
              <a:prstGeom prst="straightConnector1">
                <a:avLst/>
              </a:prstGeom>
              <a:noFill/>
              <a:ln cap="flat" cmpd="sng" w="9525">
                <a:solidFill>
                  <a:schemeClr val="dk2"/>
                </a:solidFill>
                <a:prstDash val="solid"/>
                <a:round/>
                <a:headEnd len="med" w="med" type="none"/>
                <a:tailEnd len="med" w="med" type="none"/>
              </a:ln>
            </p:spPr>
          </p:cxnSp>
          <p:cxnSp>
            <p:nvCxnSpPr>
              <p:cNvPr id="345" name="Google Shape;345;p6"/>
              <p:cNvCxnSpPr>
                <a:stCxn id="338" idx="2"/>
                <a:endCxn id="336" idx="6"/>
              </p:cNvCxnSpPr>
              <p:nvPr/>
            </p:nvCxnSpPr>
            <p:spPr>
              <a:xfrm>
                <a:off x="8373800" y="4722375"/>
                <a:ext cx="377400" cy="207300"/>
              </a:xfrm>
              <a:prstGeom prst="straightConnector1">
                <a:avLst/>
              </a:prstGeom>
              <a:noFill/>
              <a:ln cap="flat" cmpd="sng" w="9525">
                <a:solidFill>
                  <a:schemeClr val="dk2"/>
                </a:solidFill>
                <a:prstDash val="solid"/>
                <a:round/>
                <a:headEnd len="med" w="med" type="none"/>
                <a:tailEnd len="med" w="med" type="none"/>
              </a:ln>
            </p:spPr>
          </p:cxnSp>
          <p:cxnSp>
            <p:nvCxnSpPr>
              <p:cNvPr id="346" name="Google Shape;346;p6"/>
              <p:cNvCxnSpPr>
                <a:stCxn id="337" idx="2"/>
                <a:endCxn id="336" idx="6"/>
              </p:cNvCxnSpPr>
              <p:nvPr/>
            </p:nvCxnSpPr>
            <p:spPr>
              <a:xfrm flipH="1" rot="10800000">
                <a:off x="7833175" y="4929600"/>
                <a:ext cx="918000" cy="338700"/>
              </a:xfrm>
              <a:prstGeom prst="straightConnector1">
                <a:avLst/>
              </a:prstGeom>
              <a:noFill/>
              <a:ln cap="flat" cmpd="sng" w="9525">
                <a:solidFill>
                  <a:schemeClr val="dk2"/>
                </a:solidFill>
                <a:prstDash val="solid"/>
                <a:round/>
                <a:headEnd len="med" w="med" type="none"/>
                <a:tailEnd len="med" w="med" type="none"/>
              </a:ln>
            </p:spPr>
          </p:cxnSp>
          <p:cxnSp>
            <p:nvCxnSpPr>
              <p:cNvPr id="347" name="Google Shape;347;p6"/>
              <p:cNvCxnSpPr>
                <a:stCxn id="334" idx="1"/>
                <a:endCxn id="337" idx="5"/>
              </p:cNvCxnSpPr>
              <p:nvPr/>
            </p:nvCxnSpPr>
            <p:spPr>
              <a:xfrm>
                <a:off x="7395861" y="4916854"/>
                <a:ext cx="363300" cy="320700"/>
              </a:xfrm>
              <a:prstGeom prst="straightConnector1">
                <a:avLst/>
              </a:prstGeom>
              <a:noFill/>
              <a:ln cap="flat" cmpd="sng" w="9525">
                <a:solidFill>
                  <a:schemeClr val="dk2"/>
                </a:solidFill>
                <a:prstDash val="solid"/>
                <a:round/>
                <a:headEnd len="med" w="med" type="none"/>
                <a:tailEnd len="med" w="med" type="none"/>
              </a:ln>
            </p:spPr>
          </p:cxnSp>
          <p:cxnSp>
            <p:nvCxnSpPr>
              <p:cNvPr id="348" name="Google Shape;348;p6"/>
              <p:cNvCxnSpPr>
                <a:stCxn id="334" idx="2"/>
                <a:endCxn id="338" idx="6"/>
              </p:cNvCxnSpPr>
              <p:nvPr/>
            </p:nvCxnSpPr>
            <p:spPr>
              <a:xfrm flipH="1" rot="10800000">
                <a:off x="7418926" y="4722269"/>
                <a:ext cx="817500" cy="138900"/>
              </a:xfrm>
              <a:prstGeom prst="straightConnector1">
                <a:avLst/>
              </a:prstGeom>
              <a:noFill/>
              <a:ln cap="flat" cmpd="sng" w="9525">
                <a:solidFill>
                  <a:schemeClr val="dk2"/>
                </a:solidFill>
                <a:prstDash val="solid"/>
                <a:round/>
                <a:headEnd len="med" w="med" type="none"/>
                <a:tailEnd len="med" w="med" type="none"/>
              </a:ln>
            </p:spPr>
          </p:cxnSp>
          <p:cxnSp>
            <p:nvCxnSpPr>
              <p:cNvPr id="349" name="Google Shape;349;p6"/>
              <p:cNvCxnSpPr>
                <a:stCxn id="337" idx="3"/>
                <a:endCxn id="338" idx="7"/>
              </p:cNvCxnSpPr>
              <p:nvPr/>
            </p:nvCxnSpPr>
            <p:spPr>
              <a:xfrm flipH="1" rot="10800000">
                <a:off x="7820478" y="4770847"/>
                <a:ext cx="435900" cy="466800"/>
              </a:xfrm>
              <a:prstGeom prst="straightConnector1">
                <a:avLst/>
              </a:prstGeom>
              <a:noFill/>
              <a:ln cap="flat" cmpd="sng" w="9525">
                <a:solidFill>
                  <a:schemeClr val="dk2"/>
                </a:solidFill>
                <a:prstDash val="solid"/>
                <a:round/>
                <a:headEnd len="med" w="med" type="none"/>
                <a:tailEnd len="med" w="med" type="none"/>
              </a:ln>
            </p:spPr>
          </p:cxnSp>
          <p:cxnSp>
            <p:nvCxnSpPr>
              <p:cNvPr id="350" name="Google Shape;350;p6"/>
              <p:cNvCxnSpPr>
                <a:stCxn id="338" idx="3"/>
                <a:endCxn id="335" idx="7"/>
              </p:cNvCxnSpPr>
              <p:nvPr/>
            </p:nvCxnSpPr>
            <p:spPr>
              <a:xfrm flipH="1" rot="10800000">
                <a:off x="8353678" y="3663097"/>
                <a:ext cx="341100" cy="1010700"/>
              </a:xfrm>
              <a:prstGeom prst="straightConnector1">
                <a:avLst/>
              </a:prstGeom>
              <a:noFill/>
              <a:ln cap="flat" cmpd="sng" w="9525">
                <a:solidFill>
                  <a:schemeClr val="dk2"/>
                </a:solidFill>
                <a:prstDash val="solid"/>
                <a:round/>
                <a:headEnd len="med" w="med" type="none"/>
                <a:tailEnd len="med" w="med" type="none"/>
              </a:ln>
            </p:spPr>
          </p:cxnSp>
          <p:sp>
            <p:nvSpPr>
              <p:cNvPr id="351" name="Google Shape;351;p6"/>
              <p:cNvSpPr/>
              <p:nvPr/>
            </p:nvSpPr>
            <p:spPr>
              <a:xfrm rot="10800000">
                <a:off x="9220200" y="3517875"/>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52" name="Google Shape;352;p6"/>
              <p:cNvCxnSpPr>
                <a:endCxn id="351" idx="5"/>
              </p:cNvCxnSpPr>
              <p:nvPr/>
            </p:nvCxnSpPr>
            <p:spPr>
              <a:xfrm>
                <a:off x="9001130" y="3057605"/>
                <a:ext cx="233700" cy="474900"/>
              </a:xfrm>
              <a:prstGeom prst="straightConnector1">
                <a:avLst/>
              </a:prstGeom>
              <a:noFill/>
              <a:ln cap="flat" cmpd="sng" w="9525">
                <a:solidFill>
                  <a:schemeClr val="dk2"/>
                </a:solidFill>
                <a:prstDash val="solid"/>
                <a:round/>
                <a:headEnd len="med" w="med" type="none"/>
                <a:tailEnd len="med" w="med" type="none"/>
              </a:ln>
            </p:spPr>
          </p:cxnSp>
          <p:cxnSp>
            <p:nvCxnSpPr>
              <p:cNvPr id="353" name="Google Shape;353;p6"/>
              <p:cNvCxnSpPr>
                <a:stCxn id="339" idx="3"/>
                <a:endCxn id="351" idx="7"/>
              </p:cNvCxnSpPr>
              <p:nvPr/>
            </p:nvCxnSpPr>
            <p:spPr>
              <a:xfrm flipH="1" rot="10800000">
                <a:off x="8925402" y="3603217"/>
                <a:ext cx="309300" cy="637500"/>
              </a:xfrm>
              <a:prstGeom prst="straightConnector1">
                <a:avLst/>
              </a:prstGeom>
              <a:noFill/>
              <a:ln cap="flat" cmpd="sng" w="9525">
                <a:solidFill>
                  <a:schemeClr val="dk2"/>
                </a:solidFill>
                <a:prstDash val="solid"/>
                <a:round/>
                <a:headEnd len="med" w="med" type="none"/>
                <a:tailEnd len="med" w="med" type="none"/>
              </a:ln>
            </p:spPr>
          </p:cxnSp>
          <p:sp>
            <p:nvSpPr>
              <p:cNvPr id="354" name="Google Shape;354;p6"/>
              <p:cNvSpPr/>
              <p:nvPr/>
            </p:nvSpPr>
            <p:spPr>
              <a:xfrm rot="10800000">
                <a:off x="9334875" y="5218350"/>
                <a:ext cx="180600" cy="210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55" name="Google Shape;355;p6"/>
              <p:cNvCxnSpPr>
                <a:stCxn id="339" idx="1"/>
                <a:endCxn id="354" idx="5"/>
              </p:cNvCxnSpPr>
              <p:nvPr/>
            </p:nvCxnSpPr>
            <p:spPr>
              <a:xfrm>
                <a:off x="8925402" y="4332783"/>
                <a:ext cx="435900" cy="916500"/>
              </a:xfrm>
              <a:prstGeom prst="straightConnector1">
                <a:avLst/>
              </a:prstGeom>
              <a:noFill/>
              <a:ln cap="flat" cmpd="sng" w="9525">
                <a:solidFill>
                  <a:schemeClr val="dk2"/>
                </a:solidFill>
                <a:prstDash val="solid"/>
                <a:round/>
                <a:headEnd len="med" w="med" type="none"/>
                <a:tailEnd len="med" w="med" type="none"/>
              </a:ln>
            </p:spPr>
          </p:cxnSp>
          <p:cxnSp>
            <p:nvCxnSpPr>
              <p:cNvPr id="356" name="Google Shape;356;p6"/>
              <p:cNvCxnSpPr>
                <a:stCxn id="351" idx="0"/>
                <a:endCxn id="354" idx="4"/>
              </p:cNvCxnSpPr>
              <p:nvPr/>
            </p:nvCxnSpPr>
            <p:spPr>
              <a:xfrm>
                <a:off x="9270150" y="3617775"/>
                <a:ext cx="155100" cy="1600500"/>
              </a:xfrm>
              <a:prstGeom prst="straightConnector1">
                <a:avLst/>
              </a:prstGeom>
              <a:noFill/>
              <a:ln cap="flat" cmpd="sng" w="9525">
                <a:solidFill>
                  <a:schemeClr val="dk2"/>
                </a:solidFill>
                <a:prstDash val="solid"/>
                <a:round/>
                <a:headEnd len="med" w="med" type="none"/>
                <a:tailEnd len="med" w="med" type="none"/>
              </a:ln>
            </p:spPr>
          </p:cxnSp>
          <p:cxnSp>
            <p:nvCxnSpPr>
              <p:cNvPr id="357" name="Google Shape;357;p6"/>
              <p:cNvCxnSpPr>
                <a:stCxn id="336" idx="2"/>
                <a:endCxn id="354" idx="6"/>
              </p:cNvCxnSpPr>
              <p:nvPr/>
            </p:nvCxnSpPr>
            <p:spPr>
              <a:xfrm>
                <a:off x="8908776" y="4929719"/>
                <a:ext cx="426000" cy="394200"/>
              </a:xfrm>
              <a:prstGeom prst="straightConnector1">
                <a:avLst/>
              </a:prstGeom>
              <a:noFill/>
              <a:ln cap="flat" cmpd="sng" w="9525">
                <a:solidFill>
                  <a:schemeClr val="dk2"/>
                </a:solidFill>
                <a:prstDash val="solid"/>
                <a:round/>
                <a:headEnd len="med" w="med" type="none"/>
                <a:tailEnd len="med" w="med" type="none"/>
              </a:ln>
            </p:spPr>
          </p:cxnSp>
          <p:cxnSp>
            <p:nvCxnSpPr>
              <p:cNvPr id="358" name="Google Shape;358;p6"/>
              <p:cNvCxnSpPr>
                <a:stCxn id="337" idx="2"/>
                <a:endCxn id="354" idx="6"/>
              </p:cNvCxnSpPr>
              <p:nvPr/>
            </p:nvCxnSpPr>
            <p:spPr>
              <a:xfrm>
                <a:off x="7833175" y="5268300"/>
                <a:ext cx="1501800" cy="55500"/>
              </a:xfrm>
              <a:prstGeom prst="straightConnector1">
                <a:avLst/>
              </a:prstGeom>
              <a:noFill/>
              <a:ln cap="flat" cmpd="sng" w="9525">
                <a:solidFill>
                  <a:schemeClr val="dk2"/>
                </a:solidFill>
                <a:prstDash val="solid"/>
                <a:round/>
                <a:headEnd len="med" w="med" type="none"/>
                <a:tailEnd len="med" w="med" type="none"/>
              </a:ln>
            </p:spPr>
          </p:cxnSp>
          <p:cxnSp>
            <p:nvCxnSpPr>
              <p:cNvPr id="359" name="Google Shape;359;p6"/>
              <p:cNvCxnSpPr>
                <a:stCxn id="334" idx="2"/>
                <a:endCxn id="336" idx="6"/>
              </p:cNvCxnSpPr>
              <p:nvPr/>
            </p:nvCxnSpPr>
            <p:spPr>
              <a:xfrm>
                <a:off x="7418926" y="4861169"/>
                <a:ext cx="1332300" cy="68700"/>
              </a:xfrm>
              <a:prstGeom prst="straightConnector1">
                <a:avLst/>
              </a:prstGeom>
              <a:noFill/>
              <a:ln cap="flat" cmpd="sng" w="9525">
                <a:solidFill>
                  <a:schemeClr val="dk2"/>
                </a:solidFill>
                <a:prstDash val="solid"/>
                <a:round/>
                <a:headEnd len="med" w="med" type="none"/>
                <a:tailEnd len="med" w="med" type="none"/>
              </a:ln>
            </p:spPr>
          </p:cxnSp>
        </p:grpSp>
      </p:grpSp>
      <p:grpSp>
        <p:nvGrpSpPr>
          <p:cNvPr id="360" name="Google Shape;360;p6"/>
          <p:cNvGrpSpPr/>
          <p:nvPr/>
        </p:nvGrpSpPr>
        <p:grpSpPr>
          <a:xfrm>
            <a:off x="194975" y="681525"/>
            <a:ext cx="8770525" cy="4318100"/>
            <a:chOff x="194975" y="681525"/>
            <a:chExt cx="8770525" cy="4318100"/>
          </a:xfrm>
        </p:grpSpPr>
        <p:grpSp>
          <p:nvGrpSpPr>
            <p:cNvPr id="361" name="Google Shape;361;p6"/>
            <p:cNvGrpSpPr/>
            <p:nvPr/>
          </p:nvGrpSpPr>
          <p:grpSpPr>
            <a:xfrm>
              <a:off x="194975" y="4436050"/>
              <a:ext cx="462250" cy="563575"/>
              <a:chOff x="140150" y="4340075"/>
              <a:chExt cx="462250" cy="563575"/>
            </a:xfrm>
          </p:grpSpPr>
          <p:sp>
            <p:nvSpPr>
              <p:cNvPr id="362" name="Google Shape;362;p6"/>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3" name="Google Shape;363;p6"/>
              <p:cNvSpPr/>
              <p:nvPr/>
            </p:nvSpPr>
            <p:spPr>
              <a:xfrm rot="10800000">
                <a:off x="298325" y="4657175"/>
                <a:ext cx="140100" cy="140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4" name="Google Shape;364;p6"/>
              <p:cNvSpPr/>
              <p:nvPr/>
            </p:nvSpPr>
            <p:spPr>
              <a:xfrm rot="10800000">
                <a:off x="495000" y="4796250"/>
                <a:ext cx="107400" cy="107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5" name="Google Shape;365;p6"/>
              <p:cNvSpPr/>
              <p:nvPr/>
            </p:nvSpPr>
            <p:spPr>
              <a:xfrm rot="10800000">
                <a:off x="165050" y="4657175"/>
                <a:ext cx="51300" cy="51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366" name="Google Shape;366;p6"/>
            <p:cNvGrpSpPr/>
            <p:nvPr/>
          </p:nvGrpSpPr>
          <p:grpSpPr>
            <a:xfrm>
              <a:off x="8667225" y="681525"/>
              <a:ext cx="298275" cy="322675"/>
              <a:chOff x="8667225" y="681525"/>
              <a:chExt cx="298275" cy="322675"/>
            </a:xfrm>
          </p:grpSpPr>
          <p:sp>
            <p:nvSpPr>
              <p:cNvPr id="367" name="Google Shape;367;p6"/>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8" name="Google Shape;368;p6"/>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9" name="Google Shape;369;p6"/>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0" name="Shape 370"/>
        <p:cNvGrpSpPr/>
        <p:nvPr/>
      </p:nvGrpSpPr>
      <p:grpSpPr>
        <a:xfrm>
          <a:off x="0" y="0"/>
          <a:ext cx="0" cy="0"/>
          <a:chOff x="0" y="0"/>
          <a:chExt cx="0" cy="0"/>
        </a:xfrm>
      </p:grpSpPr>
      <p:sp>
        <p:nvSpPr>
          <p:cNvPr id="371" name="Google Shape;371;p7"/>
          <p:cNvSpPr txBox="1"/>
          <p:nvPr>
            <p:ph type="title"/>
          </p:nvPr>
        </p:nvSpPr>
        <p:spPr>
          <a:xfrm>
            <a:off x="865625" y="539500"/>
            <a:ext cx="3668400" cy="1097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72" name="Google Shape;372;p7"/>
          <p:cNvSpPr txBox="1"/>
          <p:nvPr>
            <p:ph idx="1" type="subTitle"/>
          </p:nvPr>
        </p:nvSpPr>
        <p:spPr>
          <a:xfrm>
            <a:off x="865625" y="1621843"/>
            <a:ext cx="3668400" cy="2982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373" name="Google Shape;373;p7"/>
          <p:cNvSpPr/>
          <p:nvPr>
            <p:ph idx="2" type="pic"/>
          </p:nvPr>
        </p:nvSpPr>
        <p:spPr>
          <a:xfrm>
            <a:off x="5029325" y="833500"/>
            <a:ext cx="3476400" cy="3476400"/>
          </a:xfrm>
          <a:prstGeom prst="ellipse">
            <a:avLst/>
          </a:prstGeom>
          <a:noFill/>
          <a:ln>
            <a:noFill/>
          </a:ln>
        </p:spPr>
      </p:sp>
      <p:grpSp>
        <p:nvGrpSpPr>
          <p:cNvPr id="374" name="Google Shape;374;p7"/>
          <p:cNvGrpSpPr/>
          <p:nvPr/>
        </p:nvGrpSpPr>
        <p:grpSpPr>
          <a:xfrm>
            <a:off x="-225924" y="-192037"/>
            <a:ext cx="1609774" cy="2641456"/>
            <a:chOff x="-225924" y="-192037"/>
            <a:chExt cx="1609774" cy="2641456"/>
          </a:xfrm>
        </p:grpSpPr>
        <p:cxnSp>
          <p:nvCxnSpPr>
            <p:cNvPr id="375" name="Google Shape;375;p7"/>
            <p:cNvCxnSpPr>
              <a:stCxn id="376" idx="7"/>
              <a:endCxn id="377" idx="2"/>
            </p:cNvCxnSpPr>
            <p:nvPr/>
          </p:nvCxnSpPr>
          <p:spPr>
            <a:xfrm flipH="1" rot="10800000">
              <a:off x="332904" y="155655"/>
              <a:ext cx="893400" cy="226800"/>
            </a:xfrm>
            <a:prstGeom prst="straightConnector1">
              <a:avLst/>
            </a:prstGeom>
            <a:noFill/>
            <a:ln cap="flat" cmpd="sng" w="9525">
              <a:solidFill>
                <a:schemeClr val="dk2"/>
              </a:solidFill>
              <a:prstDash val="solid"/>
              <a:round/>
              <a:headEnd len="med" w="med" type="none"/>
              <a:tailEnd len="med" w="med" type="none"/>
            </a:ln>
          </p:spPr>
        </p:cxnSp>
        <p:sp>
          <p:nvSpPr>
            <p:cNvPr id="377" name="Google Shape;377;p7"/>
            <p:cNvSpPr/>
            <p:nvPr/>
          </p:nvSpPr>
          <p:spPr>
            <a:xfrm>
              <a:off x="1226350" y="767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8" name="Google Shape;378;p7"/>
            <p:cNvSpPr/>
            <p:nvPr/>
          </p:nvSpPr>
          <p:spPr>
            <a:xfrm>
              <a:off x="-2259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9" name="Google Shape;379;p7"/>
            <p:cNvSpPr/>
            <p:nvPr/>
          </p:nvSpPr>
          <p:spPr>
            <a:xfrm>
              <a:off x="1776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0" name="Google Shape;380;p7"/>
            <p:cNvSpPr/>
            <p:nvPr/>
          </p:nvSpPr>
          <p:spPr>
            <a:xfrm>
              <a:off x="734301" y="22218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1" name="Google Shape;381;p7"/>
            <p:cNvSpPr/>
            <p:nvPr/>
          </p:nvSpPr>
          <p:spPr>
            <a:xfrm>
              <a:off x="49626" y="886737"/>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2" name="Google Shape;382;p7"/>
            <p:cNvSpPr/>
            <p:nvPr/>
          </p:nvSpPr>
          <p:spPr>
            <a:xfrm>
              <a:off x="292075" y="1058069"/>
              <a:ext cx="147900" cy="14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83" name="Google Shape;383;p7"/>
            <p:cNvCxnSpPr>
              <a:stCxn id="382" idx="4"/>
              <a:endCxn id="379" idx="0"/>
            </p:cNvCxnSpPr>
            <p:nvPr/>
          </p:nvCxnSpPr>
          <p:spPr>
            <a:xfrm flipH="1">
              <a:off x="256225" y="1205969"/>
              <a:ext cx="109800" cy="1086000"/>
            </a:xfrm>
            <a:prstGeom prst="straightConnector1">
              <a:avLst/>
            </a:prstGeom>
            <a:noFill/>
            <a:ln cap="flat" cmpd="sng" w="9525">
              <a:solidFill>
                <a:schemeClr val="dk2"/>
              </a:solidFill>
              <a:prstDash val="solid"/>
              <a:round/>
              <a:headEnd len="med" w="med" type="none"/>
              <a:tailEnd len="med" w="med" type="none"/>
            </a:ln>
          </p:spPr>
        </p:cxnSp>
        <p:cxnSp>
          <p:nvCxnSpPr>
            <p:cNvPr id="384" name="Google Shape;384;p7"/>
            <p:cNvCxnSpPr>
              <a:stCxn id="381" idx="4"/>
              <a:endCxn id="379" idx="0"/>
            </p:cNvCxnSpPr>
            <p:nvPr/>
          </p:nvCxnSpPr>
          <p:spPr>
            <a:xfrm>
              <a:off x="92976" y="973437"/>
              <a:ext cx="163500" cy="1318500"/>
            </a:xfrm>
            <a:prstGeom prst="straightConnector1">
              <a:avLst/>
            </a:prstGeom>
            <a:noFill/>
            <a:ln cap="flat" cmpd="sng" w="9525">
              <a:solidFill>
                <a:schemeClr val="dk2"/>
              </a:solidFill>
              <a:prstDash val="solid"/>
              <a:round/>
              <a:headEnd len="med" w="med" type="none"/>
              <a:tailEnd len="med" w="med" type="none"/>
            </a:ln>
          </p:spPr>
        </p:cxnSp>
        <p:cxnSp>
          <p:nvCxnSpPr>
            <p:cNvPr id="385" name="Google Shape;385;p7"/>
            <p:cNvCxnSpPr>
              <a:stCxn id="381" idx="5"/>
              <a:endCxn id="382" idx="1"/>
            </p:cNvCxnSpPr>
            <p:nvPr/>
          </p:nvCxnSpPr>
          <p:spPr>
            <a:xfrm>
              <a:off x="123629" y="960741"/>
              <a:ext cx="190200" cy="119100"/>
            </a:xfrm>
            <a:prstGeom prst="straightConnector1">
              <a:avLst/>
            </a:prstGeom>
            <a:noFill/>
            <a:ln cap="flat" cmpd="sng" w="9525">
              <a:solidFill>
                <a:schemeClr val="dk2"/>
              </a:solidFill>
              <a:prstDash val="solid"/>
              <a:round/>
              <a:headEnd len="med" w="med" type="none"/>
              <a:tailEnd len="med" w="med" type="none"/>
            </a:ln>
          </p:spPr>
        </p:cxnSp>
        <p:cxnSp>
          <p:nvCxnSpPr>
            <p:cNvPr id="386" name="Google Shape;386;p7"/>
            <p:cNvCxnSpPr>
              <a:stCxn id="381" idx="0"/>
              <a:endCxn id="378" idx="4"/>
            </p:cNvCxnSpPr>
            <p:nvPr/>
          </p:nvCxnSpPr>
          <p:spPr>
            <a:xfrm rot="10800000">
              <a:off x="-176124" y="-92163"/>
              <a:ext cx="269100" cy="978900"/>
            </a:xfrm>
            <a:prstGeom prst="straightConnector1">
              <a:avLst/>
            </a:prstGeom>
            <a:noFill/>
            <a:ln cap="flat" cmpd="sng" w="9525">
              <a:solidFill>
                <a:schemeClr val="dk2"/>
              </a:solidFill>
              <a:prstDash val="solid"/>
              <a:round/>
              <a:headEnd len="med" w="med" type="none"/>
              <a:tailEnd len="med" w="med" type="none"/>
            </a:ln>
          </p:spPr>
        </p:cxnSp>
        <p:cxnSp>
          <p:nvCxnSpPr>
            <p:cNvPr id="387" name="Google Shape;387;p7"/>
            <p:cNvCxnSpPr>
              <a:stCxn id="381" idx="7"/>
              <a:endCxn id="376" idx="3"/>
            </p:cNvCxnSpPr>
            <p:nvPr/>
          </p:nvCxnSpPr>
          <p:spPr>
            <a:xfrm flipH="1" rot="10800000">
              <a:off x="1236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388" name="Google Shape;388;p7"/>
            <p:cNvCxnSpPr>
              <a:stCxn id="378" idx="5"/>
              <a:endCxn id="376" idx="1"/>
            </p:cNvCxnSpPr>
            <p:nvPr/>
          </p:nvCxnSpPr>
          <p:spPr>
            <a:xfrm>
              <a:off x="-1406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389" name="Google Shape;389;p7"/>
            <p:cNvCxnSpPr>
              <a:stCxn id="378" idx="6"/>
              <a:endCxn id="377" idx="2"/>
            </p:cNvCxnSpPr>
            <p:nvPr/>
          </p:nvCxnSpPr>
          <p:spPr>
            <a:xfrm>
              <a:off x="-126024" y="-142087"/>
              <a:ext cx="1352400" cy="297600"/>
            </a:xfrm>
            <a:prstGeom prst="straightConnector1">
              <a:avLst/>
            </a:prstGeom>
            <a:noFill/>
            <a:ln cap="flat" cmpd="sng" w="9525">
              <a:solidFill>
                <a:schemeClr val="dk2"/>
              </a:solidFill>
              <a:prstDash val="solid"/>
              <a:round/>
              <a:headEnd len="med" w="med" type="none"/>
              <a:tailEnd len="med" w="med" type="none"/>
            </a:ln>
          </p:spPr>
        </p:cxnSp>
        <p:cxnSp>
          <p:nvCxnSpPr>
            <p:cNvPr id="390" name="Google Shape;390;p7"/>
            <p:cNvCxnSpPr>
              <a:stCxn id="380" idx="2"/>
              <a:endCxn id="378" idx="5"/>
            </p:cNvCxnSpPr>
            <p:nvPr/>
          </p:nvCxnSpPr>
          <p:spPr>
            <a:xfrm rot="10800000">
              <a:off x="-140799" y="-106763"/>
              <a:ext cx="875100" cy="372300"/>
            </a:xfrm>
            <a:prstGeom prst="straightConnector1">
              <a:avLst/>
            </a:prstGeom>
            <a:noFill/>
            <a:ln cap="flat" cmpd="sng" w="9525">
              <a:solidFill>
                <a:schemeClr val="dk2"/>
              </a:solidFill>
              <a:prstDash val="solid"/>
              <a:round/>
              <a:headEnd len="med" w="med" type="none"/>
              <a:tailEnd len="med" w="med" type="none"/>
            </a:ln>
          </p:spPr>
        </p:cxnSp>
        <p:cxnSp>
          <p:nvCxnSpPr>
            <p:cNvPr id="391" name="Google Shape;391;p7"/>
            <p:cNvCxnSpPr>
              <a:stCxn id="382" idx="0"/>
              <a:endCxn id="376" idx="4"/>
            </p:cNvCxnSpPr>
            <p:nvPr/>
          </p:nvCxnSpPr>
          <p:spPr>
            <a:xfrm rot="10800000">
              <a:off x="302125" y="456569"/>
              <a:ext cx="63900" cy="601500"/>
            </a:xfrm>
            <a:prstGeom prst="straightConnector1">
              <a:avLst/>
            </a:prstGeom>
            <a:noFill/>
            <a:ln cap="flat" cmpd="sng" w="9525">
              <a:solidFill>
                <a:schemeClr val="dk2"/>
              </a:solidFill>
              <a:prstDash val="solid"/>
              <a:round/>
              <a:headEnd len="med" w="med" type="none"/>
              <a:tailEnd len="med" w="med" type="none"/>
            </a:ln>
          </p:spPr>
        </p:cxnSp>
        <p:cxnSp>
          <p:nvCxnSpPr>
            <p:cNvPr id="392" name="Google Shape;392;p7"/>
            <p:cNvCxnSpPr>
              <a:stCxn id="382" idx="0"/>
              <a:endCxn id="380" idx="3"/>
            </p:cNvCxnSpPr>
            <p:nvPr/>
          </p:nvCxnSpPr>
          <p:spPr>
            <a:xfrm flipH="1" rot="10800000">
              <a:off x="366025" y="296069"/>
              <a:ext cx="381000" cy="762000"/>
            </a:xfrm>
            <a:prstGeom prst="straightConnector1">
              <a:avLst/>
            </a:prstGeom>
            <a:noFill/>
            <a:ln cap="flat" cmpd="sng" w="9525">
              <a:solidFill>
                <a:schemeClr val="dk2"/>
              </a:solidFill>
              <a:prstDash val="solid"/>
              <a:round/>
              <a:headEnd len="med" w="med" type="none"/>
              <a:tailEnd len="med" w="med" type="none"/>
            </a:ln>
          </p:spPr>
        </p:cxnSp>
        <p:sp>
          <p:nvSpPr>
            <p:cNvPr id="376" name="Google Shape;376;p7"/>
            <p:cNvSpPr/>
            <p:nvPr/>
          </p:nvSpPr>
          <p:spPr>
            <a:xfrm>
              <a:off x="258901" y="369758"/>
              <a:ext cx="86700" cy="8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393" name="Google Shape;393;p7"/>
          <p:cNvGrpSpPr/>
          <p:nvPr/>
        </p:nvGrpSpPr>
        <p:grpSpPr>
          <a:xfrm>
            <a:off x="194975" y="4436050"/>
            <a:ext cx="406275" cy="563575"/>
            <a:chOff x="140150" y="4340075"/>
            <a:chExt cx="406275" cy="563575"/>
          </a:xfrm>
        </p:grpSpPr>
        <p:sp>
          <p:nvSpPr>
            <p:cNvPr id="394" name="Google Shape;394;p7"/>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5" name="Google Shape;395;p7"/>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6" name="Google Shape;396;p7"/>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7" name="Google Shape;397;p7"/>
            <p:cNvSpPr/>
            <p:nvPr/>
          </p:nvSpPr>
          <p:spPr>
            <a:xfrm rot="10800000">
              <a:off x="165050" y="4657175"/>
              <a:ext cx="51300" cy="51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8" name="Shape 398"/>
        <p:cNvGrpSpPr/>
        <p:nvPr/>
      </p:nvGrpSpPr>
      <p:grpSpPr>
        <a:xfrm>
          <a:off x="0" y="0"/>
          <a:ext cx="0" cy="0"/>
          <a:chOff x="0" y="0"/>
          <a:chExt cx="0" cy="0"/>
        </a:xfrm>
      </p:grpSpPr>
      <p:sp>
        <p:nvSpPr>
          <p:cNvPr id="399" name="Google Shape;399;p8"/>
          <p:cNvSpPr txBox="1"/>
          <p:nvPr>
            <p:ph type="title"/>
          </p:nvPr>
        </p:nvSpPr>
        <p:spPr>
          <a:xfrm>
            <a:off x="713325" y="1485796"/>
            <a:ext cx="7717500" cy="21720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4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400" name="Google Shape;400;p8"/>
          <p:cNvGrpSpPr/>
          <p:nvPr/>
        </p:nvGrpSpPr>
        <p:grpSpPr>
          <a:xfrm>
            <a:off x="-626841" y="-1892623"/>
            <a:ext cx="9741411" cy="8805493"/>
            <a:chOff x="-626841" y="-1892623"/>
            <a:chExt cx="9741411" cy="8805493"/>
          </a:xfrm>
        </p:grpSpPr>
        <p:grpSp>
          <p:nvGrpSpPr>
            <p:cNvPr id="401" name="Google Shape;401;p8"/>
            <p:cNvGrpSpPr/>
            <p:nvPr/>
          </p:nvGrpSpPr>
          <p:grpSpPr>
            <a:xfrm>
              <a:off x="-626841" y="3469144"/>
              <a:ext cx="5410264" cy="3443726"/>
              <a:chOff x="-436341" y="3418344"/>
              <a:chExt cx="5410264" cy="3443726"/>
            </a:xfrm>
          </p:grpSpPr>
          <p:sp>
            <p:nvSpPr>
              <p:cNvPr id="402" name="Google Shape;402;p8"/>
              <p:cNvSpPr/>
              <p:nvPr/>
            </p:nvSpPr>
            <p:spPr>
              <a:xfrm flipH="1" rot="10800000">
                <a:off x="-436341" y="5541596"/>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3" name="Google Shape;403;p8"/>
              <p:cNvSpPr/>
              <p:nvPr/>
            </p:nvSpPr>
            <p:spPr>
              <a:xfrm flipH="1" rot="10800000">
                <a:off x="1998031" y="646094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4" name="Google Shape;404;p8"/>
              <p:cNvSpPr/>
              <p:nvPr/>
            </p:nvSpPr>
            <p:spPr>
              <a:xfrm flipH="1" rot="10800000">
                <a:off x="1331188" y="3979840"/>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5" name="Google Shape;405;p8"/>
              <p:cNvSpPr/>
              <p:nvPr/>
            </p:nvSpPr>
            <p:spPr>
              <a:xfrm flipH="1" rot="10800000">
                <a:off x="1136579" y="5573524"/>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6" name="Google Shape;406;p8"/>
              <p:cNvSpPr/>
              <p:nvPr/>
            </p:nvSpPr>
            <p:spPr>
              <a:xfrm flipH="1" rot="10800000">
                <a:off x="-13908" y="6509971"/>
                <a:ext cx="96300" cy="96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7" name="Google Shape;407;p8"/>
              <p:cNvSpPr/>
              <p:nvPr/>
            </p:nvSpPr>
            <p:spPr>
              <a:xfrm flipH="1" rot="10800000">
                <a:off x="1136579" y="673157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8" name="Google Shape;408;p8"/>
              <p:cNvSpPr/>
              <p:nvPr/>
            </p:nvSpPr>
            <p:spPr>
              <a:xfrm flipH="1" rot="10800000">
                <a:off x="248148" y="4631902"/>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9" name="Google Shape;409;p8"/>
              <p:cNvSpPr/>
              <p:nvPr/>
            </p:nvSpPr>
            <p:spPr>
              <a:xfrm flipH="1" rot="10800000">
                <a:off x="4877623" y="4911977"/>
                <a:ext cx="96300" cy="96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10" name="Google Shape;410;p8"/>
              <p:cNvCxnSpPr>
                <a:stCxn id="406" idx="5"/>
                <a:endCxn id="405" idx="1"/>
              </p:cNvCxnSpPr>
              <p:nvPr/>
            </p:nvCxnSpPr>
            <p:spPr>
              <a:xfrm flipH="1" rot="10800000">
                <a:off x="68289" y="5684974"/>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411" name="Google Shape;411;p8"/>
              <p:cNvCxnSpPr>
                <a:stCxn id="407" idx="4"/>
                <a:endCxn id="405" idx="0"/>
              </p:cNvCxnSpPr>
              <p:nvPr/>
            </p:nvCxnSpPr>
            <p:spPr>
              <a:xfrm rot="10800000">
                <a:off x="1201829" y="5704070"/>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412" name="Google Shape;412;p8"/>
              <p:cNvCxnSpPr>
                <a:stCxn id="402" idx="6"/>
                <a:endCxn id="405" idx="2"/>
              </p:cNvCxnSpPr>
              <p:nvPr/>
            </p:nvCxnSpPr>
            <p:spPr>
              <a:xfrm>
                <a:off x="-241941" y="5638796"/>
                <a:ext cx="1378500" cy="0"/>
              </a:xfrm>
              <a:prstGeom prst="straightConnector1">
                <a:avLst/>
              </a:prstGeom>
              <a:noFill/>
              <a:ln cap="flat" cmpd="sng" w="9525">
                <a:solidFill>
                  <a:schemeClr val="dk2"/>
                </a:solidFill>
                <a:prstDash val="solid"/>
                <a:round/>
                <a:headEnd len="med" w="med" type="none"/>
                <a:tailEnd len="med" w="med" type="none"/>
              </a:ln>
            </p:spPr>
          </p:cxnSp>
          <p:cxnSp>
            <p:nvCxnSpPr>
              <p:cNvPr id="413" name="Google Shape;413;p8"/>
              <p:cNvCxnSpPr>
                <a:stCxn id="402" idx="0"/>
                <a:endCxn id="406" idx="3"/>
              </p:cNvCxnSpPr>
              <p:nvPr/>
            </p:nvCxnSpPr>
            <p:spPr>
              <a:xfrm>
                <a:off x="-339141" y="5735996"/>
                <a:ext cx="339300" cy="788100"/>
              </a:xfrm>
              <a:prstGeom prst="straightConnector1">
                <a:avLst/>
              </a:prstGeom>
              <a:noFill/>
              <a:ln cap="flat" cmpd="sng" w="9525">
                <a:solidFill>
                  <a:schemeClr val="dk2"/>
                </a:solidFill>
                <a:prstDash val="solid"/>
                <a:round/>
                <a:headEnd len="med" w="med" type="none"/>
                <a:tailEnd len="med" w="med" type="none"/>
              </a:ln>
            </p:spPr>
          </p:cxnSp>
          <p:cxnSp>
            <p:nvCxnSpPr>
              <p:cNvPr id="414" name="Google Shape;414;p8"/>
              <p:cNvCxnSpPr>
                <a:stCxn id="406" idx="7"/>
                <a:endCxn id="407" idx="2"/>
              </p:cNvCxnSpPr>
              <p:nvPr/>
            </p:nvCxnSpPr>
            <p:spPr>
              <a:xfrm>
                <a:off x="68289" y="6592168"/>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415" name="Google Shape;415;p8"/>
              <p:cNvCxnSpPr>
                <a:stCxn id="407" idx="6"/>
                <a:endCxn id="403" idx="2"/>
              </p:cNvCxnSpPr>
              <p:nvPr/>
            </p:nvCxnSpPr>
            <p:spPr>
              <a:xfrm flipH="1" rot="10800000">
                <a:off x="1267079" y="6558020"/>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416" name="Google Shape;416;p8"/>
              <p:cNvCxnSpPr>
                <a:stCxn id="405" idx="7"/>
                <a:endCxn id="403" idx="3"/>
              </p:cNvCxnSpPr>
              <p:nvPr/>
            </p:nvCxnSpPr>
            <p:spPr>
              <a:xfrm>
                <a:off x="1247968" y="5684913"/>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417" name="Google Shape;417;p8"/>
              <p:cNvCxnSpPr>
                <a:stCxn id="402" idx="5"/>
                <a:endCxn id="408" idx="1"/>
              </p:cNvCxnSpPr>
              <p:nvPr/>
            </p:nvCxnSpPr>
            <p:spPr>
              <a:xfrm flipH="1" rot="10800000">
                <a:off x="-270410" y="4743265"/>
                <a:ext cx="537600" cy="826800"/>
              </a:xfrm>
              <a:prstGeom prst="straightConnector1">
                <a:avLst/>
              </a:prstGeom>
              <a:noFill/>
              <a:ln cap="flat" cmpd="sng" w="9525">
                <a:solidFill>
                  <a:schemeClr val="dk2"/>
                </a:solidFill>
                <a:prstDash val="solid"/>
                <a:round/>
                <a:headEnd len="med" w="med" type="none"/>
                <a:tailEnd len="med" w="med" type="none"/>
              </a:ln>
            </p:spPr>
          </p:cxnSp>
          <p:cxnSp>
            <p:nvCxnSpPr>
              <p:cNvPr id="418" name="Google Shape;418;p8"/>
              <p:cNvCxnSpPr>
                <a:stCxn id="408" idx="7"/>
                <a:endCxn id="405" idx="3"/>
              </p:cNvCxnSpPr>
              <p:nvPr/>
            </p:nvCxnSpPr>
            <p:spPr>
              <a:xfrm>
                <a:off x="359537" y="4743291"/>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419" name="Google Shape;419;p8"/>
              <p:cNvCxnSpPr>
                <a:stCxn id="408" idx="6"/>
                <a:endCxn id="404" idx="2"/>
              </p:cNvCxnSpPr>
              <p:nvPr/>
            </p:nvCxnSpPr>
            <p:spPr>
              <a:xfrm flipH="1" rot="10800000">
                <a:off x="378648" y="4180552"/>
                <a:ext cx="952500" cy="516600"/>
              </a:xfrm>
              <a:prstGeom prst="straightConnector1">
                <a:avLst/>
              </a:prstGeom>
              <a:noFill/>
              <a:ln cap="flat" cmpd="sng" w="9525">
                <a:solidFill>
                  <a:schemeClr val="dk2"/>
                </a:solidFill>
                <a:prstDash val="solid"/>
                <a:round/>
                <a:headEnd len="med" w="med" type="none"/>
                <a:tailEnd len="med" w="med" type="none"/>
              </a:ln>
            </p:spPr>
          </p:cxnSp>
          <p:cxnSp>
            <p:nvCxnSpPr>
              <p:cNvPr id="420" name="Google Shape;420;p8"/>
              <p:cNvCxnSpPr>
                <a:stCxn id="404" idx="1"/>
                <a:endCxn id="405" idx="4"/>
              </p:cNvCxnSpPr>
              <p:nvPr/>
            </p:nvCxnSpPr>
            <p:spPr>
              <a:xfrm flipH="1">
                <a:off x="1201872" y="4322457"/>
                <a:ext cx="188100" cy="1251000"/>
              </a:xfrm>
              <a:prstGeom prst="straightConnector1">
                <a:avLst/>
              </a:prstGeom>
              <a:noFill/>
              <a:ln cap="flat" cmpd="sng" w="9525">
                <a:solidFill>
                  <a:schemeClr val="dk2"/>
                </a:solidFill>
                <a:prstDash val="solid"/>
                <a:round/>
                <a:headEnd len="med" w="med" type="none"/>
                <a:tailEnd len="med" w="med" type="none"/>
              </a:ln>
            </p:spPr>
          </p:cxnSp>
          <p:cxnSp>
            <p:nvCxnSpPr>
              <p:cNvPr id="421" name="Google Shape;421;p8"/>
              <p:cNvCxnSpPr>
                <a:stCxn id="409" idx="1"/>
                <a:endCxn id="403" idx="5"/>
              </p:cNvCxnSpPr>
              <p:nvPr/>
            </p:nvCxnSpPr>
            <p:spPr>
              <a:xfrm flipH="1">
                <a:off x="2163826" y="4994175"/>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422" name="Google Shape;422;p8"/>
              <p:cNvCxnSpPr>
                <a:stCxn id="406" idx="6"/>
                <a:endCxn id="409" idx="1"/>
              </p:cNvCxnSpPr>
              <p:nvPr/>
            </p:nvCxnSpPr>
            <p:spPr>
              <a:xfrm flipH="1" rot="10800000">
                <a:off x="82392" y="4994221"/>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423" name="Google Shape;423;p8"/>
              <p:cNvCxnSpPr>
                <a:stCxn id="403" idx="4"/>
                <a:endCxn id="404" idx="0"/>
              </p:cNvCxnSpPr>
              <p:nvPr/>
            </p:nvCxnSpPr>
            <p:spPr>
              <a:xfrm rot="10800000">
                <a:off x="1531831" y="4381348"/>
                <a:ext cx="563400" cy="2079600"/>
              </a:xfrm>
              <a:prstGeom prst="straightConnector1">
                <a:avLst/>
              </a:prstGeom>
              <a:noFill/>
              <a:ln cap="flat" cmpd="sng" w="9525">
                <a:solidFill>
                  <a:schemeClr val="dk2"/>
                </a:solidFill>
                <a:prstDash val="solid"/>
                <a:round/>
                <a:headEnd len="med" w="med" type="none"/>
                <a:tailEnd len="med" w="med" type="none"/>
              </a:ln>
            </p:spPr>
          </p:cxnSp>
          <p:cxnSp>
            <p:nvCxnSpPr>
              <p:cNvPr id="424" name="Google Shape;424;p8"/>
              <p:cNvCxnSpPr>
                <a:stCxn id="402" idx="5"/>
                <a:endCxn id="404" idx="1"/>
              </p:cNvCxnSpPr>
              <p:nvPr/>
            </p:nvCxnSpPr>
            <p:spPr>
              <a:xfrm flipH="1" rot="10800000">
                <a:off x="-270410" y="4322365"/>
                <a:ext cx="1660500" cy="1247700"/>
              </a:xfrm>
              <a:prstGeom prst="straightConnector1">
                <a:avLst/>
              </a:prstGeom>
              <a:noFill/>
              <a:ln cap="flat" cmpd="sng" w="9525">
                <a:solidFill>
                  <a:schemeClr val="dk2"/>
                </a:solidFill>
                <a:prstDash val="solid"/>
                <a:round/>
                <a:headEnd len="med" w="med" type="none"/>
                <a:tailEnd len="med" w="med" type="none"/>
              </a:ln>
            </p:spPr>
          </p:cxnSp>
          <p:sp>
            <p:nvSpPr>
              <p:cNvPr id="425" name="Google Shape;425;p8"/>
              <p:cNvSpPr/>
              <p:nvPr/>
            </p:nvSpPr>
            <p:spPr>
              <a:xfrm flipH="1" rot="10800000">
                <a:off x="3294598" y="4298063"/>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26" name="Google Shape;426;p8"/>
              <p:cNvCxnSpPr>
                <a:stCxn id="409" idx="2"/>
                <a:endCxn id="425" idx="7"/>
              </p:cNvCxnSpPr>
              <p:nvPr/>
            </p:nvCxnSpPr>
            <p:spPr>
              <a:xfrm rot="10800000">
                <a:off x="3406123" y="4409327"/>
                <a:ext cx="1471500" cy="550800"/>
              </a:xfrm>
              <a:prstGeom prst="straightConnector1">
                <a:avLst/>
              </a:prstGeom>
              <a:noFill/>
              <a:ln cap="flat" cmpd="sng" w="9525">
                <a:solidFill>
                  <a:schemeClr val="dk2"/>
                </a:solidFill>
                <a:prstDash val="solid"/>
                <a:round/>
                <a:headEnd len="med" w="med" type="none"/>
                <a:tailEnd len="med" w="med" type="none"/>
              </a:ln>
            </p:spPr>
          </p:cxnSp>
          <p:cxnSp>
            <p:nvCxnSpPr>
              <p:cNvPr id="427" name="Google Shape;427;p8"/>
              <p:cNvCxnSpPr>
                <a:stCxn id="425" idx="2"/>
                <a:endCxn id="404" idx="6"/>
              </p:cNvCxnSpPr>
              <p:nvPr/>
            </p:nvCxnSpPr>
            <p:spPr>
              <a:xfrm rot="10800000">
                <a:off x="1732498" y="4180613"/>
                <a:ext cx="1562100" cy="182700"/>
              </a:xfrm>
              <a:prstGeom prst="straightConnector1">
                <a:avLst/>
              </a:prstGeom>
              <a:noFill/>
              <a:ln cap="flat" cmpd="sng" w="9525">
                <a:solidFill>
                  <a:schemeClr val="dk2"/>
                </a:solidFill>
                <a:prstDash val="solid"/>
                <a:round/>
                <a:headEnd len="med" w="med" type="none"/>
                <a:tailEnd len="med" w="med" type="none"/>
              </a:ln>
            </p:spPr>
          </p:cxnSp>
          <p:cxnSp>
            <p:nvCxnSpPr>
              <p:cNvPr id="428" name="Google Shape;428;p8"/>
              <p:cNvCxnSpPr>
                <a:stCxn id="425" idx="0"/>
                <a:endCxn id="403" idx="4"/>
              </p:cNvCxnSpPr>
              <p:nvPr/>
            </p:nvCxnSpPr>
            <p:spPr>
              <a:xfrm flipH="1">
                <a:off x="2095348" y="4428563"/>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429" name="Google Shape;429;p8"/>
              <p:cNvCxnSpPr>
                <a:stCxn id="425" idx="1"/>
                <a:endCxn id="405" idx="5"/>
              </p:cNvCxnSpPr>
              <p:nvPr/>
            </p:nvCxnSpPr>
            <p:spPr>
              <a:xfrm flipH="1">
                <a:off x="1247909" y="4409452"/>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430" name="Google Shape;430;p8"/>
              <p:cNvSpPr/>
              <p:nvPr/>
            </p:nvSpPr>
            <p:spPr>
              <a:xfrm flipH="1" rot="10800000">
                <a:off x="350141" y="3418344"/>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31" name="Google Shape;431;p8"/>
              <p:cNvCxnSpPr>
                <a:stCxn id="404" idx="3"/>
                <a:endCxn id="430" idx="6"/>
              </p:cNvCxnSpPr>
              <p:nvPr/>
            </p:nvCxnSpPr>
            <p:spPr>
              <a:xfrm rot="10800000">
                <a:off x="544572" y="3515424"/>
                <a:ext cx="845400" cy="523200"/>
              </a:xfrm>
              <a:prstGeom prst="straightConnector1">
                <a:avLst/>
              </a:prstGeom>
              <a:noFill/>
              <a:ln cap="flat" cmpd="sng" w="9525">
                <a:solidFill>
                  <a:schemeClr val="dk2"/>
                </a:solidFill>
                <a:prstDash val="solid"/>
                <a:round/>
                <a:headEnd len="med" w="med" type="none"/>
                <a:tailEnd len="med" w="med" type="none"/>
              </a:ln>
            </p:spPr>
          </p:cxnSp>
          <p:cxnSp>
            <p:nvCxnSpPr>
              <p:cNvPr id="432" name="Google Shape;432;p8"/>
              <p:cNvCxnSpPr>
                <a:stCxn id="430" idx="1"/>
                <a:endCxn id="408" idx="4"/>
              </p:cNvCxnSpPr>
              <p:nvPr/>
            </p:nvCxnSpPr>
            <p:spPr>
              <a:xfrm flipH="1">
                <a:off x="313510" y="3584275"/>
                <a:ext cx="65100" cy="1047600"/>
              </a:xfrm>
              <a:prstGeom prst="straightConnector1">
                <a:avLst/>
              </a:prstGeom>
              <a:noFill/>
              <a:ln cap="flat" cmpd="sng" w="9525">
                <a:solidFill>
                  <a:schemeClr val="dk2"/>
                </a:solidFill>
                <a:prstDash val="solid"/>
                <a:round/>
                <a:headEnd len="med" w="med" type="none"/>
                <a:tailEnd len="med" w="med" type="none"/>
              </a:ln>
            </p:spPr>
          </p:cxnSp>
        </p:grpSp>
        <p:grpSp>
          <p:nvGrpSpPr>
            <p:cNvPr id="433" name="Google Shape;433;p8"/>
            <p:cNvGrpSpPr/>
            <p:nvPr/>
          </p:nvGrpSpPr>
          <p:grpSpPr>
            <a:xfrm>
              <a:off x="5071007" y="-1892623"/>
              <a:ext cx="4043564" cy="3673594"/>
              <a:chOff x="5071007" y="-1892623"/>
              <a:chExt cx="4043564" cy="3673594"/>
            </a:xfrm>
          </p:grpSpPr>
          <p:sp>
            <p:nvSpPr>
              <p:cNvPr id="434" name="Google Shape;434;p8"/>
              <p:cNvSpPr/>
              <p:nvPr/>
            </p:nvSpPr>
            <p:spPr>
              <a:xfrm flipH="1" rot="9591490">
                <a:off x="5098516" y="540093"/>
                <a:ext cx="194282" cy="194282"/>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5" name="Google Shape;435;p8"/>
              <p:cNvSpPr/>
              <p:nvPr/>
            </p:nvSpPr>
            <p:spPr>
              <a:xfrm flipH="1" rot="9591490">
                <a:off x="8892779" y="453876"/>
                <a:ext cx="194282" cy="194282"/>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6" name="Google Shape;436;p8"/>
              <p:cNvSpPr/>
              <p:nvPr/>
            </p:nvSpPr>
            <p:spPr>
              <a:xfrm flipH="1" rot="9590696">
                <a:off x="7529429" y="-1352882"/>
                <a:ext cx="401379" cy="401379"/>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7" name="Google Shape;437;p8"/>
              <p:cNvSpPr/>
              <p:nvPr/>
            </p:nvSpPr>
            <p:spPr>
              <a:xfrm flipH="1" rot="9588852">
                <a:off x="7769090" y="-69319"/>
                <a:ext cx="130410" cy="13041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8" name="Google Shape;438;p8"/>
              <p:cNvSpPr/>
              <p:nvPr/>
            </p:nvSpPr>
            <p:spPr>
              <a:xfrm flipH="1" rot="9585450">
                <a:off x="7304847" y="697939"/>
                <a:ext cx="96244" cy="9624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9" name="Google Shape;439;p8"/>
              <p:cNvSpPr/>
              <p:nvPr/>
            </p:nvSpPr>
            <p:spPr>
              <a:xfrm flipH="1" rot="9588852">
                <a:off x="8485536" y="1632066"/>
                <a:ext cx="130410" cy="13041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0" name="Google Shape;440;p8"/>
              <p:cNvSpPr/>
              <p:nvPr/>
            </p:nvSpPr>
            <p:spPr>
              <a:xfrm flipH="1" rot="9588852">
                <a:off x="6653615" y="27813"/>
                <a:ext cx="130410" cy="13041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1" name="Google Shape;441;p8"/>
              <p:cNvSpPr/>
              <p:nvPr/>
            </p:nvSpPr>
            <p:spPr>
              <a:xfrm flipH="1" rot="9585450">
                <a:off x="8871292" y="-605485"/>
                <a:ext cx="96244" cy="9624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42" name="Google Shape;442;p8"/>
              <p:cNvCxnSpPr>
                <a:stCxn id="438" idx="5"/>
                <a:endCxn id="437" idx="1"/>
              </p:cNvCxnSpPr>
              <p:nvPr/>
            </p:nvCxnSpPr>
            <p:spPr>
              <a:xfrm flipH="1" rot="10800000">
                <a:off x="7373121" y="54962"/>
                <a:ext cx="433800" cy="647400"/>
              </a:xfrm>
              <a:prstGeom prst="straightConnector1">
                <a:avLst/>
              </a:prstGeom>
              <a:noFill/>
              <a:ln cap="flat" cmpd="sng" w="9525">
                <a:solidFill>
                  <a:schemeClr val="dk2"/>
                </a:solidFill>
                <a:prstDash val="solid"/>
                <a:round/>
                <a:headEnd len="med" w="med" type="none"/>
                <a:tailEnd len="med" w="med" type="none"/>
              </a:ln>
            </p:spPr>
          </p:cxnSp>
          <p:cxnSp>
            <p:nvCxnSpPr>
              <p:cNvPr id="443" name="Google Shape;443;p8"/>
              <p:cNvCxnSpPr>
                <a:stCxn id="439" idx="4"/>
                <a:endCxn id="437" idx="0"/>
              </p:cNvCxnSpPr>
              <p:nvPr/>
            </p:nvCxnSpPr>
            <p:spPr>
              <a:xfrm rot="10800000">
                <a:off x="7856841" y="57171"/>
                <a:ext cx="671400" cy="1578900"/>
              </a:xfrm>
              <a:prstGeom prst="straightConnector1">
                <a:avLst/>
              </a:prstGeom>
              <a:noFill/>
              <a:ln cap="flat" cmpd="sng" w="9525">
                <a:solidFill>
                  <a:schemeClr val="dk2"/>
                </a:solidFill>
                <a:prstDash val="solid"/>
                <a:round/>
                <a:headEnd len="med" w="med" type="none"/>
                <a:tailEnd len="med" w="med" type="none"/>
              </a:ln>
            </p:spPr>
          </p:cxnSp>
          <p:cxnSp>
            <p:nvCxnSpPr>
              <p:cNvPr id="444" name="Google Shape;444;p8"/>
              <p:cNvCxnSpPr>
                <a:stCxn id="434" idx="6"/>
                <a:endCxn id="438" idx="3"/>
              </p:cNvCxnSpPr>
              <p:nvPr/>
            </p:nvCxnSpPr>
            <p:spPr>
              <a:xfrm>
                <a:off x="5286857" y="603783"/>
                <a:ext cx="2022300" cy="122100"/>
              </a:xfrm>
              <a:prstGeom prst="straightConnector1">
                <a:avLst/>
              </a:prstGeom>
              <a:noFill/>
              <a:ln cap="flat" cmpd="sng" w="9525">
                <a:solidFill>
                  <a:schemeClr val="dk2"/>
                </a:solidFill>
                <a:prstDash val="solid"/>
                <a:round/>
                <a:headEnd len="med" w="med" type="none"/>
                <a:tailEnd len="med" w="med" type="none"/>
              </a:ln>
            </p:spPr>
          </p:cxnSp>
          <p:cxnSp>
            <p:nvCxnSpPr>
              <p:cNvPr id="445" name="Google Shape;445;p8"/>
              <p:cNvCxnSpPr>
                <a:stCxn id="438" idx="7"/>
                <a:endCxn id="439" idx="2"/>
              </p:cNvCxnSpPr>
              <p:nvPr/>
            </p:nvCxnSpPr>
            <p:spPr>
              <a:xfrm>
                <a:off x="7396668" y="766214"/>
                <a:ext cx="1092900" cy="953700"/>
              </a:xfrm>
              <a:prstGeom prst="straightConnector1">
                <a:avLst/>
              </a:prstGeom>
              <a:noFill/>
              <a:ln cap="flat" cmpd="sng" w="9525">
                <a:solidFill>
                  <a:schemeClr val="dk2"/>
                </a:solidFill>
                <a:prstDash val="solid"/>
                <a:round/>
                <a:headEnd len="med" w="med" type="none"/>
                <a:tailEnd len="med" w="med" type="none"/>
              </a:ln>
            </p:spPr>
          </p:cxnSp>
          <p:cxnSp>
            <p:nvCxnSpPr>
              <p:cNvPr id="446" name="Google Shape;446;p8"/>
              <p:cNvCxnSpPr>
                <a:stCxn id="439" idx="6"/>
                <a:endCxn id="435" idx="1"/>
              </p:cNvCxnSpPr>
              <p:nvPr/>
            </p:nvCxnSpPr>
            <p:spPr>
              <a:xfrm flipH="1" rot="10800000">
                <a:off x="8611941" y="639171"/>
                <a:ext cx="337200" cy="1035600"/>
              </a:xfrm>
              <a:prstGeom prst="straightConnector1">
                <a:avLst/>
              </a:prstGeom>
              <a:noFill/>
              <a:ln cap="flat" cmpd="sng" w="9525">
                <a:solidFill>
                  <a:schemeClr val="dk2"/>
                </a:solidFill>
                <a:prstDash val="solid"/>
                <a:round/>
                <a:headEnd len="med" w="med" type="none"/>
                <a:tailEnd len="med" w="med" type="none"/>
              </a:ln>
            </p:spPr>
          </p:cxnSp>
          <p:cxnSp>
            <p:nvCxnSpPr>
              <p:cNvPr id="447" name="Google Shape;447;p8"/>
              <p:cNvCxnSpPr>
                <a:stCxn id="437" idx="7"/>
                <a:endCxn id="435" idx="3"/>
              </p:cNvCxnSpPr>
              <p:nvPr/>
            </p:nvCxnSpPr>
            <p:spPr>
              <a:xfrm>
                <a:off x="7893480" y="23251"/>
                <a:ext cx="1008300" cy="486900"/>
              </a:xfrm>
              <a:prstGeom prst="straightConnector1">
                <a:avLst/>
              </a:prstGeom>
              <a:noFill/>
              <a:ln cap="flat" cmpd="sng" w="9525">
                <a:solidFill>
                  <a:schemeClr val="dk2"/>
                </a:solidFill>
                <a:prstDash val="solid"/>
                <a:round/>
                <a:headEnd len="med" w="med" type="none"/>
                <a:tailEnd len="med" w="med" type="none"/>
              </a:ln>
            </p:spPr>
          </p:cxnSp>
          <p:cxnSp>
            <p:nvCxnSpPr>
              <p:cNvPr id="448" name="Google Shape;448;p8"/>
              <p:cNvCxnSpPr>
                <a:stCxn id="434" idx="6"/>
                <a:endCxn id="440" idx="1"/>
              </p:cNvCxnSpPr>
              <p:nvPr/>
            </p:nvCxnSpPr>
            <p:spPr>
              <a:xfrm flipH="1" rot="10800000">
                <a:off x="5286857" y="152283"/>
                <a:ext cx="1404600" cy="451500"/>
              </a:xfrm>
              <a:prstGeom prst="straightConnector1">
                <a:avLst/>
              </a:prstGeom>
              <a:noFill/>
              <a:ln cap="flat" cmpd="sng" w="9525">
                <a:solidFill>
                  <a:schemeClr val="dk2"/>
                </a:solidFill>
                <a:prstDash val="solid"/>
                <a:round/>
                <a:headEnd len="med" w="med" type="none"/>
                <a:tailEnd len="med" w="med" type="none"/>
              </a:ln>
            </p:spPr>
          </p:cxnSp>
          <p:cxnSp>
            <p:nvCxnSpPr>
              <p:cNvPr id="449" name="Google Shape;449;p8"/>
              <p:cNvCxnSpPr>
                <a:stCxn id="440" idx="7"/>
                <a:endCxn id="437" idx="2"/>
              </p:cNvCxnSpPr>
              <p:nvPr/>
            </p:nvCxnSpPr>
            <p:spPr>
              <a:xfrm flipH="1" rot="10800000">
                <a:off x="6778004" y="18383"/>
                <a:ext cx="995100" cy="102000"/>
              </a:xfrm>
              <a:prstGeom prst="straightConnector1">
                <a:avLst/>
              </a:prstGeom>
              <a:noFill/>
              <a:ln cap="flat" cmpd="sng" w="9525">
                <a:solidFill>
                  <a:schemeClr val="dk2"/>
                </a:solidFill>
                <a:prstDash val="solid"/>
                <a:round/>
                <a:headEnd len="med" w="med" type="none"/>
                <a:tailEnd len="med" w="med" type="none"/>
              </a:ln>
            </p:spPr>
          </p:cxnSp>
          <p:cxnSp>
            <p:nvCxnSpPr>
              <p:cNvPr id="450" name="Google Shape;450;p8"/>
              <p:cNvCxnSpPr>
                <a:stCxn id="440" idx="5"/>
                <a:endCxn id="436" idx="2"/>
              </p:cNvCxnSpPr>
              <p:nvPr/>
            </p:nvCxnSpPr>
            <p:spPr>
              <a:xfrm flipH="1" rot="10800000">
                <a:off x="6746185" y="-1083067"/>
                <a:ext cx="795600" cy="1116900"/>
              </a:xfrm>
              <a:prstGeom prst="straightConnector1">
                <a:avLst/>
              </a:prstGeom>
              <a:noFill/>
              <a:ln cap="flat" cmpd="sng" w="9525">
                <a:solidFill>
                  <a:schemeClr val="dk2"/>
                </a:solidFill>
                <a:prstDash val="solid"/>
                <a:round/>
                <a:headEnd len="med" w="med" type="none"/>
                <a:tailEnd len="med" w="med" type="none"/>
              </a:ln>
            </p:spPr>
          </p:cxnSp>
          <p:cxnSp>
            <p:nvCxnSpPr>
              <p:cNvPr id="451" name="Google Shape;451;p8"/>
              <p:cNvCxnSpPr>
                <a:stCxn id="436" idx="0"/>
                <a:endCxn id="437" idx="5"/>
              </p:cNvCxnSpPr>
              <p:nvPr/>
            </p:nvCxnSpPr>
            <p:spPr>
              <a:xfrm>
                <a:off x="7799269" y="-963792"/>
                <a:ext cx="62400" cy="900600"/>
              </a:xfrm>
              <a:prstGeom prst="straightConnector1">
                <a:avLst/>
              </a:prstGeom>
              <a:noFill/>
              <a:ln cap="flat" cmpd="sng" w="9525">
                <a:solidFill>
                  <a:schemeClr val="dk2"/>
                </a:solidFill>
                <a:prstDash val="solid"/>
                <a:round/>
                <a:headEnd len="med" w="med" type="none"/>
                <a:tailEnd len="med" w="med" type="none"/>
              </a:ln>
            </p:spPr>
          </p:cxnSp>
          <p:cxnSp>
            <p:nvCxnSpPr>
              <p:cNvPr id="452" name="Google Shape;452;p8"/>
              <p:cNvCxnSpPr>
                <a:stCxn id="436" idx="7"/>
                <a:endCxn id="441" idx="3"/>
              </p:cNvCxnSpPr>
              <p:nvPr/>
            </p:nvCxnSpPr>
            <p:spPr>
              <a:xfrm>
                <a:off x="7912234" y="-1067870"/>
                <a:ext cx="963600" cy="490500"/>
              </a:xfrm>
              <a:prstGeom prst="straightConnector1">
                <a:avLst/>
              </a:prstGeom>
              <a:noFill/>
              <a:ln cap="flat" cmpd="sng" w="9525">
                <a:solidFill>
                  <a:schemeClr val="dk2"/>
                </a:solidFill>
                <a:prstDash val="solid"/>
                <a:round/>
                <a:headEnd len="med" w="med" type="none"/>
                <a:tailEnd len="med" w="med" type="none"/>
              </a:ln>
            </p:spPr>
          </p:cxnSp>
          <p:cxnSp>
            <p:nvCxnSpPr>
              <p:cNvPr id="453" name="Google Shape;453;p8"/>
              <p:cNvCxnSpPr>
                <a:stCxn id="437" idx="6"/>
                <a:endCxn id="441" idx="2"/>
              </p:cNvCxnSpPr>
              <p:nvPr/>
            </p:nvCxnSpPr>
            <p:spPr>
              <a:xfrm flipH="1" rot="10800000">
                <a:off x="7895495" y="-540814"/>
                <a:ext cx="978900" cy="514200"/>
              </a:xfrm>
              <a:prstGeom prst="straightConnector1">
                <a:avLst/>
              </a:prstGeom>
              <a:noFill/>
              <a:ln cap="flat" cmpd="sng" w="9525">
                <a:solidFill>
                  <a:schemeClr val="dk2"/>
                </a:solidFill>
                <a:prstDash val="solid"/>
                <a:round/>
                <a:headEnd len="med" w="med" type="none"/>
                <a:tailEnd len="med" w="med" type="none"/>
              </a:ln>
            </p:spPr>
          </p:cxnSp>
          <p:cxnSp>
            <p:nvCxnSpPr>
              <p:cNvPr id="454" name="Google Shape;454;p8"/>
              <p:cNvCxnSpPr>
                <a:stCxn id="441" idx="0"/>
                <a:endCxn id="435" idx="5"/>
              </p:cNvCxnSpPr>
              <p:nvPr/>
            </p:nvCxnSpPr>
            <p:spPr>
              <a:xfrm>
                <a:off x="8936064" y="-512213"/>
                <a:ext cx="94800" cy="975000"/>
              </a:xfrm>
              <a:prstGeom prst="straightConnector1">
                <a:avLst/>
              </a:prstGeom>
              <a:noFill/>
              <a:ln cap="flat" cmpd="sng" w="9525">
                <a:solidFill>
                  <a:schemeClr val="dk2"/>
                </a:solidFill>
                <a:prstDash val="solid"/>
                <a:round/>
                <a:headEnd len="med" w="med" type="none"/>
                <a:tailEnd len="med" w="med" type="none"/>
              </a:ln>
            </p:spPr>
          </p:cxnSp>
          <p:cxnSp>
            <p:nvCxnSpPr>
              <p:cNvPr id="455" name="Google Shape;455;p8"/>
              <p:cNvCxnSpPr>
                <a:stCxn id="439" idx="5"/>
                <a:endCxn id="441" idx="1"/>
              </p:cNvCxnSpPr>
              <p:nvPr/>
            </p:nvCxnSpPr>
            <p:spPr>
              <a:xfrm flipH="1" rot="10800000">
                <a:off x="8578106" y="-513814"/>
                <a:ext cx="321300" cy="2151900"/>
              </a:xfrm>
              <a:prstGeom prst="straightConnector1">
                <a:avLst/>
              </a:prstGeom>
              <a:noFill/>
              <a:ln cap="flat" cmpd="sng" w="9525">
                <a:solidFill>
                  <a:schemeClr val="dk2"/>
                </a:solidFill>
                <a:prstDash val="solid"/>
                <a:round/>
                <a:headEnd len="med" w="med" type="none"/>
                <a:tailEnd len="med" w="med" type="none"/>
              </a:ln>
            </p:spPr>
          </p:cxnSp>
          <p:cxnSp>
            <p:nvCxnSpPr>
              <p:cNvPr id="456" name="Google Shape;456;p8"/>
              <p:cNvCxnSpPr>
                <a:stCxn id="438" idx="6"/>
                <a:endCxn id="441" idx="1"/>
              </p:cNvCxnSpPr>
              <p:nvPr/>
            </p:nvCxnSpPr>
            <p:spPr>
              <a:xfrm flipH="1" rot="10800000">
                <a:off x="7398119" y="-513788"/>
                <a:ext cx="1501200" cy="1243200"/>
              </a:xfrm>
              <a:prstGeom prst="straightConnector1">
                <a:avLst/>
              </a:prstGeom>
              <a:noFill/>
              <a:ln cap="flat" cmpd="sng" w="9525">
                <a:solidFill>
                  <a:schemeClr val="dk2"/>
                </a:solidFill>
                <a:prstDash val="solid"/>
                <a:round/>
                <a:headEnd len="med" w="med" type="none"/>
                <a:tailEnd len="med" w="med" type="none"/>
              </a:ln>
            </p:spPr>
          </p:cxnSp>
          <p:cxnSp>
            <p:nvCxnSpPr>
              <p:cNvPr id="457" name="Google Shape;457;p8"/>
              <p:cNvCxnSpPr>
                <a:stCxn id="438" idx="4"/>
                <a:endCxn id="436" idx="1"/>
              </p:cNvCxnSpPr>
              <p:nvPr/>
            </p:nvCxnSpPr>
            <p:spPr>
              <a:xfrm flipH="1" rot="10800000">
                <a:off x="7336319" y="-970088"/>
                <a:ext cx="309600" cy="1671000"/>
              </a:xfrm>
              <a:prstGeom prst="straightConnector1">
                <a:avLst/>
              </a:prstGeom>
              <a:noFill/>
              <a:ln cap="flat" cmpd="sng" w="9525">
                <a:solidFill>
                  <a:schemeClr val="dk2"/>
                </a:solidFill>
                <a:prstDash val="solid"/>
                <a:round/>
                <a:headEnd len="med" w="med" type="none"/>
                <a:tailEnd len="med" w="med" type="none"/>
              </a:ln>
            </p:spPr>
          </p:cxnSp>
          <p:cxnSp>
            <p:nvCxnSpPr>
              <p:cNvPr id="458" name="Google Shape;458;p8"/>
              <p:cNvCxnSpPr>
                <a:stCxn id="435" idx="4"/>
                <a:endCxn id="436" idx="7"/>
              </p:cNvCxnSpPr>
              <p:nvPr/>
            </p:nvCxnSpPr>
            <p:spPr>
              <a:xfrm rot="10800000">
                <a:off x="7912170" y="-1067784"/>
                <a:ext cx="1044300" cy="1527600"/>
              </a:xfrm>
              <a:prstGeom prst="straightConnector1">
                <a:avLst/>
              </a:prstGeom>
              <a:noFill/>
              <a:ln cap="flat" cmpd="sng" w="9525">
                <a:solidFill>
                  <a:schemeClr val="dk2"/>
                </a:solidFill>
                <a:prstDash val="solid"/>
                <a:round/>
                <a:headEnd len="med" w="med" type="none"/>
                <a:tailEnd len="med" w="med" type="none"/>
              </a:ln>
            </p:spPr>
          </p:cxnSp>
          <p:cxnSp>
            <p:nvCxnSpPr>
              <p:cNvPr id="459" name="Google Shape;459;p8"/>
              <p:cNvCxnSpPr>
                <a:stCxn id="434" idx="6"/>
                <a:endCxn id="436" idx="1"/>
              </p:cNvCxnSpPr>
              <p:nvPr/>
            </p:nvCxnSpPr>
            <p:spPr>
              <a:xfrm flipH="1" rot="10800000">
                <a:off x="5286857" y="-970017"/>
                <a:ext cx="2358900" cy="1573800"/>
              </a:xfrm>
              <a:prstGeom prst="straightConnector1">
                <a:avLst/>
              </a:prstGeom>
              <a:noFill/>
              <a:ln cap="flat" cmpd="sng" w="9525">
                <a:solidFill>
                  <a:schemeClr val="dk2"/>
                </a:solidFill>
                <a:prstDash val="solid"/>
                <a:round/>
                <a:headEnd len="med" w="med" type="none"/>
                <a:tailEnd len="med" w="med" type="none"/>
              </a:ln>
            </p:spPr>
          </p:cxnSp>
          <p:sp>
            <p:nvSpPr>
              <p:cNvPr id="460" name="Google Shape;460;p8"/>
              <p:cNvSpPr/>
              <p:nvPr/>
            </p:nvSpPr>
            <p:spPr>
              <a:xfrm flipH="1" rot="9588852">
                <a:off x="8325123" y="-1874128"/>
                <a:ext cx="130410" cy="13041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61" name="Google Shape;461;p8"/>
              <p:cNvCxnSpPr>
                <a:stCxn id="441" idx="4"/>
                <a:endCxn id="460" idx="7"/>
              </p:cNvCxnSpPr>
              <p:nvPr/>
            </p:nvCxnSpPr>
            <p:spPr>
              <a:xfrm rot="10800000">
                <a:off x="8449464" y="-1781513"/>
                <a:ext cx="453300" cy="1179000"/>
              </a:xfrm>
              <a:prstGeom prst="straightConnector1">
                <a:avLst/>
              </a:prstGeom>
              <a:noFill/>
              <a:ln cap="flat" cmpd="sng" w="9525">
                <a:solidFill>
                  <a:schemeClr val="dk2"/>
                </a:solidFill>
                <a:prstDash val="solid"/>
                <a:round/>
                <a:headEnd len="med" w="med" type="none"/>
                <a:tailEnd len="med" w="med" type="none"/>
              </a:ln>
            </p:spPr>
          </p:cxnSp>
          <p:cxnSp>
            <p:nvCxnSpPr>
              <p:cNvPr id="462" name="Google Shape;462;p8"/>
              <p:cNvCxnSpPr>
                <a:stCxn id="460" idx="2"/>
                <a:endCxn id="436" idx="5"/>
              </p:cNvCxnSpPr>
              <p:nvPr/>
            </p:nvCxnSpPr>
            <p:spPr>
              <a:xfrm flipH="1">
                <a:off x="7814328" y="-1786423"/>
                <a:ext cx="514800" cy="452100"/>
              </a:xfrm>
              <a:prstGeom prst="straightConnector1">
                <a:avLst/>
              </a:prstGeom>
              <a:noFill/>
              <a:ln cap="flat" cmpd="sng" w="9525">
                <a:solidFill>
                  <a:schemeClr val="dk2"/>
                </a:solidFill>
                <a:prstDash val="solid"/>
                <a:round/>
                <a:headEnd len="med" w="med" type="none"/>
                <a:tailEnd len="med" w="med" type="none"/>
              </a:ln>
            </p:spPr>
          </p:cxnSp>
          <p:cxnSp>
            <p:nvCxnSpPr>
              <p:cNvPr id="463" name="Google Shape;463;p8"/>
              <p:cNvCxnSpPr>
                <a:stCxn id="460" idx="0"/>
                <a:endCxn id="435" idx="4"/>
              </p:cNvCxnSpPr>
              <p:nvPr/>
            </p:nvCxnSpPr>
            <p:spPr>
              <a:xfrm>
                <a:off x="8412828" y="-1747723"/>
                <a:ext cx="543600" cy="2207400"/>
              </a:xfrm>
              <a:prstGeom prst="straightConnector1">
                <a:avLst/>
              </a:prstGeom>
              <a:noFill/>
              <a:ln cap="flat" cmpd="sng" w="9525">
                <a:solidFill>
                  <a:schemeClr val="dk2"/>
                </a:solidFill>
                <a:prstDash val="solid"/>
                <a:round/>
                <a:headEnd len="med" w="med" type="none"/>
                <a:tailEnd len="med" w="med" type="none"/>
              </a:ln>
            </p:spPr>
          </p:cxnSp>
          <p:cxnSp>
            <p:nvCxnSpPr>
              <p:cNvPr id="464" name="Google Shape;464;p8"/>
              <p:cNvCxnSpPr>
                <a:stCxn id="460" idx="1"/>
                <a:endCxn id="437" idx="5"/>
              </p:cNvCxnSpPr>
              <p:nvPr/>
            </p:nvCxnSpPr>
            <p:spPr>
              <a:xfrm flipH="1">
                <a:off x="7861663" y="-1749738"/>
                <a:ext cx="501300" cy="1686300"/>
              </a:xfrm>
              <a:prstGeom prst="straightConnector1">
                <a:avLst/>
              </a:prstGeom>
              <a:noFill/>
              <a:ln cap="flat" cmpd="sng" w="9525">
                <a:solidFill>
                  <a:schemeClr val="dk2"/>
                </a:solidFill>
                <a:prstDash val="solid"/>
                <a:round/>
                <a:headEnd len="med" w="med" type="none"/>
                <a:tailEnd len="med" w="med" type="none"/>
              </a:ln>
            </p:spPr>
          </p:cxnSp>
          <p:sp>
            <p:nvSpPr>
              <p:cNvPr id="465" name="Google Shape;465;p8"/>
              <p:cNvSpPr/>
              <p:nvPr/>
            </p:nvSpPr>
            <p:spPr>
              <a:xfrm flipH="1" rot="9591490">
                <a:off x="7189341" y="-1500669"/>
                <a:ext cx="194282" cy="194282"/>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66" name="Google Shape;466;p8"/>
              <p:cNvCxnSpPr>
                <a:stCxn id="460" idx="2"/>
                <a:endCxn id="465" idx="6"/>
              </p:cNvCxnSpPr>
              <p:nvPr/>
            </p:nvCxnSpPr>
            <p:spPr>
              <a:xfrm flipH="1">
                <a:off x="7377828" y="-1786423"/>
                <a:ext cx="951300" cy="349500"/>
              </a:xfrm>
              <a:prstGeom prst="straightConnector1">
                <a:avLst/>
              </a:prstGeom>
              <a:noFill/>
              <a:ln cap="flat" cmpd="sng" w="9525">
                <a:solidFill>
                  <a:schemeClr val="dk2"/>
                </a:solidFill>
                <a:prstDash val="solid"/>
                <a:round/>
                <a:headEnd len="med" w="med" type="none"/>
                <a:tailEnd len="med" w="med" type="none"/>
              </a:ln>
            </p:spPr>
          </p:cxnSp>
          <p:cxnSp>
            <p:nvCxnSpPr>
              <p:cNvPr id="467" name="Google Shape;467;p8"/>
              <p:cNvCxnSpPr>
                <a:stCxn id="465" idx="1"/>
                <a:endCxn id="440" idx="5"/>
              </p:cNvCxnSpPr>
              <p:nvPr/>
            </p:nvCxnSpPr>
            <p:spPr>
              <a:xfrm flipH="1">
                <a:off x="6746147" y="-1315387"/>
                <a:ext cx="499500" cy="1349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8" name="Shape 468"/>
        <p:cNvGrpSpPr/>
        <p:nvPr/>
      </p:nvGrpSpPr>
      <p:grpSpPr>
        <a:xfrm>
          <a:off x="0" y="0"/>
          <a:ext cx="0" cy="0"/>
          <a:chOff x="0" y="0"/>
          <a:chExt cx="0" cy="0"/>
        </a:xfrm>
      </p:grpSpPr>
      <p:sp>
        <p:nvSpPr>
          <p:cNvPr id="469" name="Google Shape;469;p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70" name="Google Shape;470;p9"/>
          <p:cNvSpPr txBox="1"/>
          <p:nvPr>
            <p:ph idx="1" type="subTitle"/>
          </p:nvPr>
        </p:nvSpPr>
        <p:spPr>
          <a:xfrm>
            <a:off x="4731475" y="1256325"/>
            <a:ext cx="3699300" cy="2925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1" name="Google Shape;471;p9"/>
          <p:cNvSpPr txBox="1"/>
          <p:nvPr>
            <p:ph idx="2" type="subTitle"/>
          </p:nvPr>
        </p:nvSpPr>
        <p:spPr>
          <a:xfrm>
            <a:off x="720000" y="1256325"/>
            <a:ext cx="3699300" cy="2925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472" name="Google Shape;472;p9"/>
          <p:cNvGrpSpPr/>
          <p:nvPr/>
        </p:nvGrpSpPr>
        <p:grpSpPr>
          <a:xfrm>
            <a:off x="190301" y="174004"/>
            <a:ext cx="8808974" cy="4007621"/>
            <a:chOff x="190301" y="174004"/>
            <a:chExt cx="8808974" cy="4007621"/>
          </a:xfrm>
        </p:grpSpPr>
        <p:grpSp>
          <p:nvGrpSpPr>
            <p:cNvPr id="473" name="Google Shape;473;p9"/>
            <p:cNvGrpSpPr/>
            <p:nvPr/>
          </p:nvGrpSpPr>
          <p:grpSpPr>
            <a:xfrm rot="10800000">
              <a:off x="190301" y="3858950"/>
              <a:ext cx="298275" cy="322675"/>
              <a:chOff x="8667225" y="681525"/>
              <a:chExt cx="298275" cy="322675"/>
            </a:xfrm>
          </p:grpSpPr>
          <p:sp>
            <p:nvSpPr>
              <p:cNvPr id="474" name="Google Shape;474;p9"/>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5" name="Google Shape;475;p9"/>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6" name="Google Shape;476;p9"/>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477" name="Google Shape;477;p9"/>
            <p:cNvGrpSpPr/>
            <p:nvPr/>
          </p:nvGrpSpPr>
          <p:grpSpPr>
            <a:xfrm rot="-5139163">
              <a:off x="8591694" y="201328"/>
              <a:ext cx="406266" cy="379191"/>
              <a:chOff x="140150" y="4657175"/>
              <a:chExt cx="406275" cy="379200"/>
            </a:xfrm>
          </p:grpSpPr>
          <p:sp>
            <p:nvSpPr>
              <p:cNvPr id="478" name="Google Shape;478;p9"/>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9" name="Google Shape;479;p9"/>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0" name="Google Shape;480;p9"/>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1" name="Google Shape;481;p9"/>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482" name="Google Shape;482;p9"/>
          <p:cNvGrpSpPr/>
          <p:nvPr/>
        </p:nvGrpSpPr>
        <p:grpSpPr>
          <a:xfrm>
            <a:off x="115024" y="-2374836"/>
            <a:ext cx="8971639" cy="9741507"/>
            <a:chOff x="115024" y="-2374836"/>
            <a:chExt cx="8971639" cy="9741507"/>
          </a:xfrm>
        </p:grpSpPr>
        <p:grpSp>
          <p:nvGrpSpPr>
            <p:cNvPr id="483" name="Google Shape;483;p9"/>
            <p:cNvGrpSpPr/>
            <p:nvPr/>
          </p:nvGrpSpPr>
          <p:grpSpPr>
            <a:xfrm flipH="1">
              <a:off x="115024" y="-2374836"/>
              <a:ext cx="3687215" cy="3485542"/>
              <a:chOff x="5337386" y="-2374836"/>
              <a:chExt cx="3687215" cy="3485542"/>
            </a:xfrm>
          </p:grpSpPr>
          <p:sp>
            <p:nvSpPr>
              <p:cNvPr id="484" name="Google Shape;484;p9"/>
              <p:cNvSpPr/>
              <p:nvPr/>
            </p:nvSpPr>
            <p:spPr>
              <a:xfrm rot="9698973">
                <a:off x="8256504" y="-2357857"/>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5" name="Google Shape;485;p9"/>
              <p:cNvSpPr/>
              <p:nvPr/>
            </p:nvSpPr>
            <p:spPr>
              <a:xfrm rot="9699868">
                <a:off x="6325487" y="-94127"/>
                <a:ext cx="164028" cy="164028"/>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6" name="Google Shape;486;p9"/>
              <p:cNvSpPr/>
              <p:nvPr/>
            </p:nvSpPr>
            <p:spPr>
              <a:xfrm rot="9695130">
                <a:off x="7230532" y="-1291785"/>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7" name="Google Shape;487;p9"/>
              <p:cNvSpPr/>
              <p:nvPr/>
            </p:nvSpPr>
            <p:spPr>
              <a:xfrm rot="9708981">
                <a:off x="8013809" y="-15157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8" name="Google Shape;488;p9"/>
              <p:cNvSpPr/>
              <p:nvPr/>
            </p:nvSpPr>
            <p:spPr>
              <a:xfrm rot="9699377">
                <a:off x="8889724" y="131264"/>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9" name="Google Shape;489;p9"/>
              <p:cNvSpPr/>
              <p:nvPr/>
            </p:nvSpPr>
            <p:spPr>
              <a:xfrm rot="-9307649">
                <a:off x="7169475" y="191656"/>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0" name="Google Shape;490;p9"/>
              <p:cNvSpPr/>
              <p:nvPr/>
            </p:nvSpPr>
            <p:spPr>
              <a:xfrm rot="9708981">
                <a:off x="7609568" y="-1824766"/>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1" name="Google Shape;491;p9"/>
              <p:cNvSpPr/>
              <p:nvPr/>
            </p:nvSpPr>
            <p:spPr>
              <a:xfrm rot="9698900">
                <a:off x="5354617" y="277974"/>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92" name="Google Shape;492;p9"/>
              <p:cNvCxnSpPr>
                <a:stCxn id="488" idx="5"/>
                <a:endCxn id="487" idx="1"/>
              </p:cNvCxnSpPr>
              <p:nvPr/>
            </p:nvCxnSpPr>
            <p:spPr>
              <a:xfrm rot="10800000">
                <a:off x="8095656" y="-88788"/>
                <a:ext cx="800400" cy="252900"/>
              </a:xfrm>
              <a:prstGeom prst="straightConnector1">
                <a:avLst/>
              </a:prstGeom>
              <a:noFill/>
              <a:ln cap="flat" cmpd="sng" w="9525">
                <a:solidFill>
                  <a:schemeClr val="dk2"/>
                </a:solidFill>
                <a:prstDash val="solid"/>
                <a:round/>
                <a:headEnd len="med" w="med" type="none"/>
                <a:tailEnd len="med" w="med" type="none"/>
              </a:ln>
            </p:spPr>
          </p:cxnSp>
          <p:cxnSp>
            <p:nvCxnSpPr>
              <p:cNvPr id="493" name="Google Shape;493;p9"/>
              <p:cNvCxnSpPr>
                <a:stCxn id="489" idx="4"/>
                <a:endCxn id="487" idx="6"/>
              </p:cNvCxnSpPr>
              <p:nvPr/>
            </p:nvCxnSpPr>
            <p:spPr>
              <a:xfrm flipH="1" rot="10800000">
                <a:off x="7230777" y="-9474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494" name="Google Shape;494;p9"/>
              <p:cNvCxnSpPr>
                <a:stCxn id="484" idx="0"/>
                <a:endCxn id="488" idx="4"/>
              </p:cNvCxnSpPr>
              <p:nvPr/>
            </p:nvCxnSpPr>
            <p:spPr>
              <a:xfrm>
                <a:off x="8341075" y="-2232486"/>
                <a:ext cx="589500" cy="2366700"/>
              </a:xfrm>
              <a:prstGeom prst="straightConnector1">
                <a:avLst/>
              </a:prstGeom>
              <a:noFill/>
              <a:ln cap="flat" cmpd="sng" w="9525">
                <a:solidFill>
                  <a:schemeClr val="dk2"/>
                </a:solidFill>
                <a:prstDash val="solid"/>
                <a:round/>
                <a:headEnd len="med" w="med" type="none"/>
                <a:tailEnd len="med" w="med" type="none"/>
              </a:ln>
            </p:spPr>
          </p:cxnSp>
          <p:cxnSp>
            <p:nvCxnSpPr>
              <p:cNvPr id="495" name="Google Shape;495;p9"/>
              <p:cNvCxnSpPr>
                <a:stCxn id="488" idx="6"/>
                <a:endCxn id="489" idx="2"/>
              </p:cNvCxnSpPr>
              <p:nvPr/>
            </p:nvCxnSpPr>
            <p:spPr>
              <a:xfrm flipH="1">
                <a:off x="7251752" y="209591"/>
                <a:ext cx="1641000" cy="43500"/>
              </a:xfrm>
              <a:prstGeom prst="straightConnector1">
                <a:avLst/>
              </a:prstGeom>
              <a:noFill/>
              <a:ln cap="flat" cmpd="sng" w="9525">
                <a:solidFill>
                  <a:schemeClr val="dk2"/>
                </a:solidFill>
                <a:prstDash val="solid"/>
                <a:round/>
                <a:headEnd len="med" w="med" type="none"/>
                <a:tailEnd len="med" w="med" type="none"/>
              </a:ln>
            </p:spPr>
          </p:cxnSp>
          <p:cxnSp>
            <p:nvCxnSpPr>
              <p:cNvPr id="496" name="Google Shape;496;p9"/>
              <p:cNvCxnSpPr>
                <a:stCxn id="489" idx="6"/>
                <a:endCxn id="485" idx="1"/>
              </p:cNvCxnSpPr>
              <p:nvPr/>
            </p:nvCxnSpPr>
            <p:spPr>
              <a:xfrm rot="10800000">
                <a:off x="6480777" y="24658"/>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497" name="Google Shape;497;p9"/>
              <p:cNvCxnSpPr>
                <a:stCxn id="487" idx="6"/>
                <a:endCxn id="485" idx="1"/>
              </p:cNvCxnSpPr>
              <p:nvPr/>
            </p:nvCxnSpPr>
            <p:spPr>
              <a:xfrm flipH="1">
                <a:off x="6480870" y="-94816"/>
                <a:ext cx="1535100" cy="119400"/>
              </a:xfrm>
              <a:prstGeom prst="straightConnector1">
                <a:avLst/>
              </a:prstGeom>
              <a:noFill/>
              <a:ln cap="flat" cmpd="sng" w="9525">
                <a:solidFill>
                  <a:schemeClr val="dk2"/>
                </a:solidFill>
                <a:prstDash val="solid"/>
                <a:round/>
                <a:headEnd len="med" w="med" type="none"/>
                <a:tailEnd len="med" w="med" type="none"/>
              </a:ln>
            </p:spPr>
          </p:cxnSp>
          <p:cxnSp>
            <p:nvCxnSpPr>
              <p:cNvPr id="498" name="Google Shape;498;p9"/>
              <p:cNvCxnSpPr>
                <a:stCxn id="484" idx="6"/>
                <a:endCxn id="490" idx="3"/>
              </p:cNvCxnSpPr>
              <p:nvPr/>
            </p:nvCxnSpPr>
            <p:spPr>
              <a:xfrm flipH="1">
                <a:off x="7672375" y="-227328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499" name="Google Shape;499;p9"/>
              <p:cNvCxnSpPr>
                <a:stCxn id="484" idx="7"/>
                <a:endCxn id="487" idx="4"/>
              </p:cNvCxnSpPr>
              <p:nvPr/>
            </p:nvCxnSpPr>
            <p:spPr>
              <a:xfrm flipH="1">
                <a:off x="8043575" y="-223604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500" name="Google Shape;500;p9"/>
              <p:cNvCxnSpPr>
                <a:stCxn id="490" idx="7"/>
                <a:endCxn id="486" idx="3"/>
              </p:cNvCxnSpPr>
              <p:nvPr/>
            </p:nvCxnSpPr>
            <p:spPr>
              <a:xfrm flipH="1">
                <a:off x="7423012" y="-174289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501" name="Google Shape;501;p9"/>
              <p:cNvCxnSpPr>
                <a:stCxn id="486" idx="0"/>
                <a:endCxn id="487" idx="4"/>
              </p:cNvCxnSpPr>
              <p:nvPr/>
            </p:nvCxnSpPr>
            <p:spPr>
              <a:xfrm>
                <a:off x="7405490" y="-103267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502" name="Google Shape;502;p9"/>
              <p:cNvCxnSpPr>
                <a:stCxn id="491" idx="2"/>
                <a:endCxn id="485" idx="6"/>
              </p:cNvCxnSpPr>
              <p:nvPr/>
            </p:nvCxnSpPr>
            <p:spPr>
              <a:xfrm flipH="1" rot="10800000">
                <a:off x="5481836" y="13694"/>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503" name="Google Shape;503;p9"/>
              <p:cNvCxnSpPr>
                <a:stCxn id="489" idx="7"/>
                <a:endCxn id="491" idx="1"/>
              </p:cNvCxnSpPr>
              <p:nvPr/>
            </p:nvCxnSpPr>
            <p:spPr>
              <a:xfrm flipH="1">
                <a:off x="5478310" y="249658"/>
                <a:ext cx="1693800" cy="123000"/>
              </a:xfrm>
              <a:prstGeom prst="straightConnector1">
                <a:avLst/>
              </a:prstGeom>
              <a:noFill/>
              <a:ln cap="flat" cmpd="sng" w="9525">
                <a:solidFill>
                  <a:schemeClr val="dk2"/>
                </a:solidFill>
                <a:prstDash val="solid"/>
                <a:round/>
                <a:headEnd len="med" w="med" type="none"/>
                <a:tailEnd len="med" w="med" type="none"/>
              </a:ln>
            </p:spPr>
          </p:cxnSp>
          <p:sp>
            <p:nvSpPr>
              <p:cNvPr id="504" name="Google Shape;504;p9"/>
              <p:cNvSpPr/>
              <p:nvPr/>
            </p:nvSpPr>
            <p:spPr>
              <a:xfrm rot="9708981">
                <a:off x="6280042" y="-65569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05" name="Google Shape;505;p9"/>
              <p:cNvCxnSpPr>
                <a:stCxn id="491" idx="3"/>
                <a:endCxn id="504" idx="6"/>
              </p:cNvCxnSpPr>
              <p:nvPr/>
            </p:nvCxnSpPr>
            <p:spPr>
              <a:xfrm flipH="1" rot="10800000">
                <a:off x="5449161" y="-59889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506" name="Google Shape;506;p9"/>
              <p:cNvCxnSpPr>
                <a:stCxn id="504" idx="2"/>
                <a:endCxn id="486" idx="6"/>
              </p:cNvCxnSpPr>
              <p:nvPr/>
            </p:nvCxnSpPr>
            <p:spPr>
              <a:xfrm flipH="1" rot="10800000">
                <a:off x="6364402" y="-111673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507" name="Google Shape;507;p9"/>
              <p:cNvCxnSpPr>
                <a:stCxn id="504" idx="0"/>
                <a:endCxn id="485" idx="4"/>
              </p:cNvCxnSpPr>
              <p:nvPr/>
            </p:nvCxnSpPr>
            <p:spPr>
              <a:xfrm>
                <a:off x="6336802" y="-57133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508" name="Google Shape;508;p9"/>
              <p:cNvCxnSpPr>
                <a:stCxn id="504" idx="1"/>
                <a:endCxn id="487" idx="5"/>
              </p:cNvCxnSpPr>
              <p:nvPr/>
            </p:nvCxnSpPr>
            <p:spPr>
              <a:xfrm>
                <a:off x="6361911" y="-59291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509" name="Google Shape;509;p9"/>
              <p:cNvSpPr/>
              <p:nvPr/>
            </p:nvSpPr>
            <p:spPr>
              <a:xfrm rot="9698973">
                <a:off x="7912582" y="-1816833"/>
                <a:ext cx="128642" cy="128642"/>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10" name="Google Shape;510;p9"/>
              <p:cNvCxnSpPr>
                <a:stCxn id="486" idx="2"/>
                <a:endCxn id="509" idx="7"/>
              </p:cNvCxnSpPr>
              <p:nvPr/>
            </p:nvCxnSpPr>
            <p:spPr>
              <a:xfrm flipH="1" rot="10800000">
                <a:off x="7489640" y="-169492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511" name="Google Shape;511;p9"/>
              <p:cNvCxnSpPr>
                <a:stCxn id="509" idx="3"/>
                <a:endCxn id="484" idx="7"/>
              </p:cNvCxnSpPr>
              <p:nvPr/>
            </p:nvCxnSpPr>
            <p:spPr>
              <a:xfrm flipH="1" rot="10800000">
                <a:off x="8005753" y="-223600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512" name="Google Shape;512;p9"/>
              <p:cNvCxnSpPr>
                <a:stCxn id="487" idx="4"/>
                <a:endCxn id="509" idx="0"/>
              </p:cNvCxnSpPr>
              <p:nvPr/>
            </p:nvCxnSpPr>
            <p:spPr>
              <a:xfrm rot="10800000">
                <a:off x="7997070" y="-1691416"/>
                <a:ext cx="46500" cy="1542000"/>
              </a:xfrm>
              <a:prstGeom prst="straightConnector1">
                <a:avLst/>
              </a:prstGeom>
              <a:noFill/>
              <a:ln cap="flat" cmpd="sng" w="9525">
                <a:solidFill>
                  <a:schemeClr val="dk2"/>
                </a:solidFill>
                <a:prstDash val="solid"/>
                <a:round/>
                <a:headEnd len="med" w="med" type="none"/>
                <a:tailEnd len="med" w="med" type="none"/>
              </a:ln>
            </p:spPr>
          </p:cxnSp>
          <p:sp>
            <p:nvSpPr>
              <p:cNvPr id="513" name="Google Shape;513;p9"/>
              <p:cNvSpPr/>
              <p:nvPr/>
            </p:nvSpPr>
            <p:spPr>
              <a:xfrm rot="9700738">
                <a:off x="8739027" y="840659"/>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14" name="Google Shape;514;p9"/>
              <p:cNvCxnSpPr>
                <a:stCxn id="487" idx="0"/>
                <a:endCxn id="513" idx="4"/>
              </p:cNvCxnSpPr>
              <p:nvPr/>
            </p:nvCxnSpPr>
            <p:spPr>
              <a:xfrm>
                <a:off x="8070570" y="-67216"/>
                <a:ext cx="750300" cy="913800"/>
              </a:xfrm>
              <a:prstGeom prst="straightConnector1">
                <a:avLst/>
              </a:prstGeom>
              <a:noFill/>
              <a:ln cap="flat" cmpd="sng" w="9525">
                <a:solidFill>
                  <a:schemeClr val="dk2"/>
                </a:solidFill>
                <a:prstDash val="solid"/>
                <a:round/>
                <a:headEnd len="med" w="med" type="none"/>
                <a:tailEnd len="med" w="med" type="none"/>
              </a:ln>
            </p:spPr>
          </p:cxnSp>
          <p:cxnSp>
            <p:nvCxnSpPr>
              <p:cNvPr id="515" name="Google Shape;515;p9"/>
              <p:cNvCxnSpPr>
                <a:stCxn id="488" idx="7"/>
                <a:endCxn id="513" idx="3"/>
              </p:cNvCxnSpPr>
              <p:nvPr/>
            </p:nvCxnSpPr>
            <p:spPr>
              <a:xfrm flipH="1">
                <a:off x="8911773" y="244086"/>
                <a:ext cx="10800" cy="609300"/>
              </a:xfrm>
              <a:prstGeom prst="straightConnector1">
                <a:avLst/>
              </a:prstGeom>
              <a:noFill/>
              <a:ln cap="flat" cmpd="sng" w="9525">
                <a:solidFill>
                  <a:schemeClr val="dk2"/>
                </a:solidFill>
                <a:prstDash val="solid"/>
                <a:round/>
                <a:headEnd len="med" w="med" type="none"/>
                <a:tailEnd len="med" w="med" type="none"/>
              </a:ln>
            </p:spPr>
          </p:cxnSp>
        </p:grpSp>
        <p:grpSp>
          <p:nvGrpSpPr>
            <p:cNvPr id="516" name="Google Shape;516;p9"/>
            <p:cNvGrpSpPr/>
            <p:nvPr/>
          </p:nvGrpSpPr>
          <p:grpSpPr>
            <a:xfrm>
              <a:off x="4731484" y="3852908"/>
              <a:ext cx="4355179" cy="3513764"/>
              <a:chOff x="720009" y="3852908"/>
              <a:chExt cx="4355179" cy="3513764"/>
            </a:xfrm>
          </p:grpSpPr>
          <p:sp>
            <p:nvSpPr>
              <p:cNvPr id="517" name="Google Shape;517;p9"/>
              <p:cNvSpPr/>
              <p:nvPr/>
            </p:nvSpPr>
            <p:spPr>
              <a:xfrm rot="8759498">
                <a:off x="4842687" y="3890706"/>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18" name="Google Shape;518;p9"/>
              <p:cNvSpPr/>
              <p:nvPr/>
            </p:nvSpPr>
            <p:spPr>
              <a:xfrm rot="8759498">
                <a:off x="2275964" y="6863806"/>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19" name="Google Shape;519;p9"/>
              <p:cNvSpPr/>
              <p:nvPr/>
            </p:nvSpPr>
            <p:spPr>
              <a:xfrm rot="8760064">
                <a:off x="1605200" y="4894668"/>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0" name="Google Shape;520;p9"/>
              <p:cNvSpPr/>
              <p:nvPr/>
            </p:nvSpPr>
            <p:spPr>
              <a:xfrm rot="8752287">
                <a:off x="3601108" y="609149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1" name="Google Shape;521;p9"/>
              <p:cNvSpPr/>
              <p:nvPr/>
            </p:nvSpPr>
            <p:spPr>
              <a:xfrm rot="8754177">
                <a:off x="4682827" y="4819876"/>
                <a:ext cx="210847" cy="21084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2" name="Google Shape;522;p9"/>
              <p:cNvSpPr/>
              <p:nvPr/>
            </p:nvSpPr>
            <p:spPr>
              <a:xfrm rot="8752287">
                <a:off x="3494792" y="721083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3" name="Google Shape;523;p9"/>
              <p:cNvSpPr/>
              <p:nvPr/>
            </p:nvSpPr>
            <p:spPr>
              <a:xfrm rot="8752287">
                <a:off x="3265787" y="4938959"/>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4" name="Google Shape;524;p9"/>
              <p:cNvSpPr/>
              <p:nvPr/>
            </p:nvSpPr>
            <p:spPr>
              <a:xfrm rot="8754847">
                <a:off x="1467743" y="6207539"/>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25" name="Google Shape;525;p9"/>
              <p:cNvCxnSpPr>
                <a:stCxn id="522" idx="4"/>
                <a:endCxn id="520" idx="0"/>
              </p:cNvCxnSpPr>
              <p:nvPr/>
            </p:nvCxnSpPr>
            <p:spPr>
              <a:xfrm flipH="1" rot="10800000">
                <a:off x="3523426" y="6210771"/>
                <a:ext cx="179400" cy="1011300"/>
              </a:xfrm>
              <a:prstGeom prst="straightConnector1">
                <a:avLst/>
              </a:prstGeom>
              <a:noFill/>
              <a:ln cap="flat" cmpd="sng" w="9525">
                <a:solidFill>
                  <a:schemeClr val="dk2"/>
                </a:solidFill>
                <a:prstDash val="solid"/>
                <a:round/>
                <a:headEnd len="med" w="med" type="none"/>
                <a:tailEnd len="med" w="med" type="none"/>
              </a:ln>
            </p:spPr>
          </p:cxnSp>
          <p:cxnSp>
            <p:nvCxnSpPr>
              <p:cNvPr id="526" name="Google Shape;526;p9"/>
              <p:cNvCxnSpPr>
                <a:stCxn id="517" idx="7"/>
                <a:endCxn id="521" idx="3"/>
              </p:cNvCxnSpPr>
              <p:nvPr/>
            </p:nvCxnSpPr>
            <p:spPr>
              <a:xfrm flipH="1">
                <a:off x="4808077" y="4083623"/>
                <a:ext cx="113400" cy="738300"/>
              </a:xfrm>
              <a:prstGeom prst="straightConnector1">
                <a:avLst/>
              </a:prstGeom>
              <a:noFill/>
              <a:ln cap="flat" cmpd="sng" w="9525">
                <a:solidFill>
                  <a:schemeClr val="dk2"/>
                </a:solidFill>
                <a:prstDash val="solid"/>
                <a:round/>
                <a:headEnd len="med" w="med" type="none"/>
                <a:tailEnd len="med" w="med" type="none"/>
              </a:ln>
            </p:spPr>
          </p:cxnSp>
          <p:cxnSp>
            <p:nvCxnSpPr>
              <p:cNvPr id="527" name="Google Shape;527;p9"/>
              <p:cNvCxnSpPr>
                <a:stCxn id="521" idx="7"/>
                <a:endCxn id="522" idx="2"/>
              </p:cNvCxnSpPr>
              <p:nvPr/>
            </p:nvCxnSpPr>
            <p:spPr>
              <a:xfrm flipH="1">
                <a:off x="3613910" y="5028820"/>
                <a:ext cx="1154400" cy="2210700"/>
              </a:xfrm>
              <a:prstGeom prst="straightConnector1">
                <a:avLst/>
              </a:prstGeom>
              <a:noFill/>
              <a:ln cap="flat" cmpd="sng" w="9525">
                <a:solidFill>
                  <a:schemeClr val="dk2"/>
                </a:solidFill>
                <a:prstDash val="solid"/>
                <a:round/>
                <a:headEnd len="med" w="med" type="none"/>
                <a:tailEnd len="med" w="med" type="none"/>
              </a:ln>
            </p:spPr>
          </p:cxnSp>
          <p:cxnSp>
            <p:nvCxnSpPr>
              <p:cNvPr id="528" name="Google Shape;528;p9"/>
              <p:cNvCxnSpPr>
                <a:stCxn id="522" idx="6"/>
                <a:endCxn id="518" idx="1"/>
              </p:cNvCxnSpPr>
              <p:nvPr/>
            </p:nvCxnSpPr>
            <p:spPr>
              <a:xfrm rot="10800000">
                <a:off x="2468926" y="6979671"/>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529" name="Google Shape;529;p9"/>
              <p:cNvCxnSpPr>
                <a:stCxn id="520" idx="7"/>
                <a:endCxn id="518" idx="3"/>
              </p:cNvCxnSpPr>
              <p:nvPr/>
            </p:nvCxnSpPr>
            <p:spPr>
              <a:xfrm flipH="1">
                <a:off x="2391939" y="6220795"/>
                <a:ext cx="1262100" cy="644700"/>
              </a:xfrm>
              <a:prstGeom prst="straightConnector1">
                <a:avLst/>
              </a:prstGeom>
              <a:noFill/>
              <a:ln cap="flat" cmpd="sng" w="9525">
                <a:solidFill>
                  <a:schemeClr val="dk2"/>
                </a:solidFill>
                <a:prstDash val="solid"/>
                <a:round/>
                <a:headEnd len="med" w="med" type="none"/>
                <a:tailEnd len="med" w="med" type="none"/>
              </a:ln>
            </p:spPr>
          </p:cxnSp>
          <p:cxnSp>
            <p:nvCxnSpPr>
              <p:cNvPr id="530" name="Google Shape;530;p9"/>
              <p:cNvCxnSpPr>
                <a:stCxn id="517" idx="6"/>
                <a:endCxn id="523" idx="2"/>
              </p:cNvCxnSpPr>
              <p:nvPr/>
            </p:nvCxnSpPr>
            <p:spPr>
              <a:xfrm flipH="1">
                <a:off x="3385138" y="4042508"/>
                <a:ext cx="1474200" cy="925200"/>
              </a:xfrm>
              <a:prstGeom prst="straightConnector1">
                <a:avLst/>
              </a:prstGeom>
              <a:noFill/>
              <a:ln cap="flat" cmpd="sng" w="9525">
                <a:solidFill>
                  <a:schemeClr val="dk2"/>
                </a:solidFill>
                <a:prstDash val="solid"/>
                <a:round/>
                <a:headEnd len="med" w="med" type="none"/>
                <a:tailEnd len="med" w="med" type="none"/>
              </a:ln>
            </p:spPr>
          </p:cxnSp>
          <p:cxnSp>
            <p:nvCxnSpPr>
              <p:cNvPr id="531" name="Google Shape;531;p9"/>
              <p:cNvCxnSpPr>
                <a:stCxn id="523" idx="0"/>
                <a:endCxn id="520" idx="2"/>
              </p:cNvCxnSpPr>
              <p:nvPr/>
            </p:nvCxnSpPr>
            <p:spPr>
              <a:xfrm>
                <a:off x="3367622" y="5058194"/>
                <a:ext cx="352800" cy="1062000"/>
              </a:xfrm>
              <a:prstGeom prst="straightConnector1">
                <a:avLst/>
              </a:prstGeom>
              <a:noFill/>
              <a:ln cap="flat" cmpd="sng" w="9525">
                <a:solidFill>
                  <a:schemeClr val="dk2"/>
                </a:solidFill>
                <a:prstDash val="solid"/>
                <a:round/>
                <a:headEnd len="med" w="med" type="none"/>
                <a:tailEnd len="med" w="med" type="none"/>
              </a:ln>
            </p:spPr>
          </p:cxnSp>
          <p:cxnSp>
            <p:nvCxnSpPr>
              <p:cNvPr id="532" name="Google Shape;532;p9"/>
              <p:cNvCxnSpPr>
                <a:stCxn id="523" idx="5"/>
                <a:endCxn id="519" idx="1"/>
              </p:cNvCxnSpPr>
              <p:nvPr/>
            </p:nvCxnSpPr>
            <p:spPr>
              <a:xfrm flipH="1">
                <a:off x="2002758" y="4991890"/>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533" name="Google Shape;533;p9"/>
              <p:cNvCxnSpPr>
                <a:stCxn id="519" idx="0"/>
                <a:endCxn id="520" idx="5"/>
              </p:cNvCxnSpPr>
              <p:nvPr/>
            </p:nvCxnSpPr>
            <p:spPr>
              <a:xfrm>
                <a:off x="1918052" y="5261670"/>
                <a:ext cx="1684200" cy="882900"/>
              </a:xfrm>
              <a:prstGeom prst="straightConnector1">
                <a:avLst/>
              </a:prstGeom>
              <a:noFill/>
              <a:ln cap="flat" cmpd="sng" w="9525">
                <a:solidFill>
                  <a:schemeClr val="dk2"/>
                </a:solidFill>
                <a:prstDash val="solid"/>
                <a:round/>
                <a:headEnd len="med" w="med" type="none"/>
                <a:tailEnd len="med" w="med" type="none"/>
              </a:ln>
            </p:spPr>
          </p:cxnSp>
          <p:cxnSp>
            <p:nvCxnSpPr>
              <p:cNvPr id="534" name="Google Shape;534;p9"/>
              <p:cNvCxnSpPr>
                <a:stCxn id="519" idx="7"/>
                <a:endCxn id="524" idx="3"/>
              </p:cNvCxnSpPr>
              <p:nvPr/>
            </p:nvCxnSpPr>
            <p:spPr>
              <a:xfrm flipH="1">
                <a:off x="1525162" y="5292284"/>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535" name="Google Shape;535;p9"/>
              <p:cNvCxnSpPr>
                <a:stCxn id="520" idx="6"/>
                <a:endCxn id="524" idx="2"/>
              </p:cNvCxnSpPr>
              <p:nvPr/>
            </p:nvCxnSpPr>
            <p:spPr>
              <a:xfrm flipH="1">
                <a:off x="1555843" y="6193331"/>
                <a:ext cx="2056500" cy="35400"/>
              </a:xfrm>
              <a:prstGeom prst="straightConnector1">
                <a:avLst/>
              </a:prstGeom>
              <a:noFill/>
              <a:ln cap="flat" cmpd="sng" w="9525">
                <a:solidFill>
                  <a:schemeClr val="dk2"/>
                </a:solidFill>
                <a:prstDash val="solid"/>
                <a:round/>
                <a:headEnd len="med" w="med" type="none"/>
                <a:tailEnd len="med" w="med" type="none"/>
              </a:ln>
            </p:spPr>
          </p:cxnSp>
          <p:cxnSp>
            <p:nvCxnSpPr>
              <p:cNvPr id="536" name="Google Shape;536;p9"/>
              <p:cNvCxnSpPr>
                <a:stCxn id="524" idx="0"/>
                <a:endCxn id="518" idx="4"/>
              </p:cNvCxnSpPr>
              <p:nvPr/>
            </p:nvCxnSpPr>
            <p:spPr>
              <a:xfrm>
                <a:off x="1542920" y="6295616"/>
                <a:ext cx="775800" cy="584700"/>
              </a:xfrm>
              <a:prstGeom prst="straightConnector1">
                <a:avLst/>
              </a:prstGeom>
              <a:noFill/>
              <a:ln cap="flat" cmpd="sng" w="9525">
                <a:solidFill>
                  <a:schemeClr val="dk2"/>
                </a:solidFill>
                <a:prstDash val="solid"/>
                <a:round/>
                <a:headEnd len="med" w="med" type="none"/>
                <a:tailEnd len="med" w="med" type="none"/>
              </a:ln>
            </p:spPr>
          </p:cxnSp>
          <p:cxnSp>
            <p:nvCxnSpPr>
              <p:cNvPr id="537" name="Google Shape;537;p9"/>
              <p:cNvCxnSpPr>
                <a:stCxn id="522" idx="5"/>
                <a:endCxn id="524" idx="1"/>
              </p:cNvCxnSpPr>
              <p:nvPr/>
            </p:nvCxnSpPr>
            <p:spPr>
              <a:xfrm rot="10800000">
                <a:off x="1563363" y="6264768"/>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538" name="Google Shape;538;p9"/>
              <p:cNvCxnSpPr>
                <a:stCxn id="521" idx="6"/>
                <a:endCxn id="524" idx="1"/>
              </p:cNvCxnSpPr>
              <p:nvPr/>
            </p:nvCxnSpPr>
            <p:spPr>
              <a:xfrm flipH="1">
                <a:off x="1563250" y="4984400"/>
                <a:ext cx="3137700" cy="1280400"/>
              </a:xfrm>
              <a:prstGeom prst="straightConnector1">
                <a:avLst/>
              </a:prstGeom>
              <a:noFill/>
              <a:ln cap="flat" cmpd="sng" w="9525">
                <a:solidFill>
                  <a:schemeClr val="dk2"/>
                </a:solidFill>
                <a:prstDash val="solid"/>
                <a:round/>
                <a:headEnd len="med" w="med" type="none"/>
                <a:tailEnd len="med" w="med" type="none"/>
              </a:ln>
            </p:spPr>
          </p:cxnSp>
          <p:cxnSp>
            <p:nvCxnSpPr>
              <p:cNvPr id="539" name="Google Shape;539;p9"/>
              <p:cNvCxnSpPr>
                <a:stCxn id="521" idx="5"/>
                <a:endCxn id="523" idx="2"/>
              </p:cNvCxnSpPr>
              <p:nvPr/>
            </p:nvCxnSpPr>
            <p:spPr>
              <a:xfrm flipH="1">
                <a:off x="3385130" y="4905359"/>
                <a:ext cx="1299600" cy="62100"/>
              </a:xfrm>
              <a:prstGeom prst="straightConnector1">
                <a:avLst/>
              </a:prstGeom>
              <a:noFill/>
              <a:ln cap="flat" cmpd="sng" w="9525">
                <a:solidFill>
                  <a:schemeClr val="dk2"/>
                </a:solidFill>
                <a:prstDash val="solid"/>
                <a:round/>
                <a:headEnd len="med" w="med" type="none"/>
                <a:tailEnd len="med" w="med" type="none"/>
              </a:ln>
            </p:spPr>
          </p:cxnSp>
          <p:cxnSp>
            <p:nvCxnSpPr>
              <p:cNvPr id="540" name="Google Shape;540;p9"/>
              <p:cNvCxnSpPr>
                <a:stCxn id="518" idx="4"/>
                <a:endCxn id="519" idx="7"/>
              </p:cNvCxnSpPr>
              <p:nvPr/>
            </p:nvCxnSpPr>
            <p:spPr>
              <a:xfrm rot="10800000">
                <a:off x="1767465" y="5292257"/>
                <a:ext cx="551400" cy="1588200"/>
              </a:xfrm>
              <a:prstGeom prst="straightConnector1">
                <a:avLst/>
              </a:prstGeom>
              <a:noFill/>
              <a:ln cap="flat" cmpd="sng" w="9525">
                <a:solidFill>
                  <a:schemeClr val="dk2"/>
                </a:solidFill>
                <a:prstDash val="solid"/>
                <a:round/>
                <a:headEnd len="med" w="med" type="none"/>
                <a:tailEnd len="med" w="med" type="none"/>
              </a:ln>
            </p:spPr>
          </p:cxnSp>
          <p:sp>
            <p:nvSpPr>
              <p:cNvPr id="541" name="Google Shape;541;p9"/>
              <p:cNvSpPr/>
              <p:nvPr/>
            </p:nvSpPr>
            <p:spPr>
              <a:xfrm rot="8752287">
                <a:off x="745374" y="487673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42" name="Google Shape;542;p9"/>
              <p:cNvCxnSpPr>
                <a:stCxn id="524" idx="4"/>
                <a:endCxn id="541" idx="7"/>
              </p:cNvCxnSpPr>
              <p:nvPr/>
            </p:nvCxnSpPr>
            <p:spPr>
              <a:xfrm rot="10800000">
                <a:off x="798320" y="5005916"/>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543" name="Google Shape;543;p9"/>
              <p:cNvCxnSpPr>
                <a:stCxn id="541" idx="1"/>
                <a:endCxn id="519" idx="5"/>
              </p:cNvCxnSpPr>
              <p:nvPr/>
            </p:nvCxnSpPr>
            <p:spPr>
              <a:xfrm>
                <a:off x="874673" y="4954270"/>
                <a:ext cx="734100" cy="102900"/>
              </a:xfrm>
              <a:prstGeom prst="straightConnector1">
                <a:avLst/>
              </a:prstGeom>
              <a:noFill/>
              <a:ln cap="flat" cmpd="sng" w="9525">
                <a:solidFill>
                  <a:schemeClr val="dk2"/>
                </a:solidFill>
                <a:prstDash val="solid"/>
                <a:round/>
                <a:headEnd len="med" w="med" type="none"/>
                <a:tailEnd len="med" w="med" type="none"/>
              </a:ln>
            </p:spPr>
          </p:cxnSp>
          <p:sp>
            <p:nvSpPr>
              <p:cNvPr id="544" name="Google Shape;544;p9"/>
              <p:cNvSpPr/>
              <p:nvPr/>
            </p:nvSpPr>
            <p:spPr>
              <a:xfrm rot="8759498">
                <a:off x="1785083" y="451443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45" name="Google Shape;545;p9"/>
              <p:cNvCxnSpPr>
                <a:stCxn id="541" idx="2"/>
                <a:endCxn id="544" idx="5"/>
              </p:cNvCxnSpPr>
              <p:nvPr/>
            </p:nvCxnSpPr>
            <p:spPr>
              <a:xfrm flipH="1" rot="10800000">
                <a:off x="864609" y="4593367"/>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546" name="Google Shape;546;p9"/>
              <p:cNvCxnSpPr>
                <a:stCxn id="544" idx="1"/>
                <a:endCxn id="523" idx="5"/>
              </p:cNvCxnSpPr>
              <p:nvPr/>
            </p:nvCxnSpPr>
            <p:spPr>
              <a:xfrm>
                <a:off x="1977999" y="4630346"/>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547" name="Google Shape;547;p9"/>
              <p:cNvCxnSpPr>
                <a:stCxn id="544" idx="7"/>
                <a:endCxn id="519" idx="3"/>
              </p:cNvCxnSpPr>
              <p:nvPr/>
            </p:nvCxnSpPr>
            <p:spPr>
              <a:xfrm flipH="1">
                <a:off x="1844072" y="4707350"/>
                <a:ext cx="19800" cy="191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8" name="Shape 548"/>
        <p:cNvGrpSpPr/>
        <p:nvPr/>
      </p:nvGrpSpPr>
      <p:grpSpPr>
        <a:xfrm>
          <a:off x="0" y="0"/>
          <a:ext cx="0" cy="0"/>
          <a:chOff x="0" y="0"/>
          <a:chExt cx="0" cy="0"/>
        </a:xfrm>
      </p:grpSpPr>
      <p:sp>
        <p:nvSpPr>
          <p:cNvPr id="549" name="Google Shape;549;p10"/>
          <p:cNvSpPr/>
          <p:nvPr>
            <p:ph idx="2" type="pic"/>
          </p:nvPr>
        </p:nvSpPr>
        <p:spPr>
          <a:xfrm>
            <a:off x="-25" y="-13725"/>
            <a:ext cx="9144000" cy="5157300"/>
          </a:xfrm>
          <a:prstGeom prst="rect">
            <a:avLst/>
          </a:prstGeom>
          <a:noFill/>
          <a:ln>
            <a:noFill/>
          </a:ln>
        </p:spPr>
      </p:sp>
      <p:sp>
        <p:nvSpPr>
          <p:cNvPr id="550" name="Google Shape;550;p10"/>
          <p:cNvSpPr txBox="1"/>
          <p:nvPr>
            <p:ph type="title"/>
          </p:nvPr>
        </p:nvSpPr>
        <p:spPr>
          <a:xfrm>
            <a:off x="720000" y="4014450"/>
            <a:ext cx="7704000" cy="572700"/>
          </a:xfrm>
          <a:prstGeom prst="rect">
            <a:avLst/>
          </a:prstGeom>
          <a:solidFill>
            <a:schemeClr val="lt1"/>
          </a:solidFill>
        </p:spPr>
        <p:txBody>
          <a:bodyPr anchorCtr="0" anchor="t" bIns="91425" lIns="91425" spcFirstLastPara="1" rIns="91425" wrap="square" tIns="91425">
            <a:noAutofit/>
          </a:bodyPr>
          <a:lstStyle>
            <a:lvl1pPr lvl="0" rtl="0" algn="ctr">
              <a:lnSpc>
                <a:spcPct val="115000"/>
              </a:lnSpc>
              <a:spcBef>
                <a:spcPts val="0"/>
              </a:spcBef>
              <a:spcAft>
                <a:spcPts val="0"/>
              </a:spcAft>
              <a:buSzPts val="3000"/>
              <a:buNone/>
              <a:defRPr sz="2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1" name="Shape 551"/>
        <p:cNvGrpSpPr/>
        <p:nvPr/>
      </p:nvGrpSpPr>
      <p:grpSpPr>
        <a:xfrm>
          <a:off x="0" y="0"/>
          <a:ext cx="0" cy="0"/>
          <a:chOff x="0" y="0"/>
          <a:chExt cx="0" cy="0"/>
        </a:xfrm>
      </p:grpSpPr>
      <p:sp>
        <p:nvSpPr>
          <p:cNvPr id="552" name="Google Shape;552;p11"/>
          <p:cNvSpPr txBox="1"/>
          <p:nvPr>
            <p:ph hasCustomPrompt="1" type="title"/>
          </p:nvPr>
        </p:nvSpPr>
        <p:spPr>
          <a:xfrm>
            <a:off x="1284000" y="1714512"/>
            <a:ext cx="6576000" cy="1207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53" name="Google Shape;553;p11"/>
          <p:cNvSpPr txBox="1"/>
          <p:nvPr>
            <p:ph idx="1" type="subTitle"/>
          </p:nvPr>
        </p:nvSpPr>
        <p:spPr>
          <a:xfrm>
            <a:off x="1284000" y="2922288"/>
            <a:ext cx="6576000" cy="506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554" name="Google Shape;554;p11"/>
          <p:cNvGrpSpPr/>
          <p:nvPr/>
        </p:nvGrpSpPr>
        <p:grpSpPr>
          <a:xfrm>
            <a:off x="-1196147" y="-548842"/>
            <a:ext cx="13880920" cy="6874700"/>
            <a:chOff x="-1196147" y="-548842"/>
            <a:chExt cx="13880920" cy="6874700"/>
          </a:xfrm>
        </p:grpSpPr>
        <p:grpSp>
          <p:nvGrpSpPr>
            <p:cNvPr id="555" name="Google Shape;555;p11"/>
            <p:cNvGrpSpPr/>
            <p:nvPr/>
          </p:nvGrpSpPr>
          <p:grpSpPr>
            <a:xfrm>
              <a:off x="-1196147" y="-548842"/>
              <a:ext cx="3657841" cy="4417628"/>
              <a:chOff x="-1196147" y="-548842"/>
              <a:chExt cx="3657841" cy="4417628"/>
            </a:xfrm>
          </p:grpSpPr>
          <p:sp>
            <p:nvSpPr>
              <p:cNvPr id="556" name="Google Shape;556;p11"/>
              <p:cNvSpPr/>
              <p:nvPr/>
            </p:nvSpPr>
            <p:spPr>
              <a:xfrm rot="10359365">
                <a:off x="2255245" y="146021"/>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57" name="Google Shape;557;p11"/>
              <p:cNvSpPr/>
              <p:nvPr/>
            </p:nvSpPr>
            <p:spPr>
              <a:xfrm rot="10359365">
                <a:off x="-841304" y="2200605"/>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58" name="Google Shape;558;p11"/>
              <p:cNvSpPr/>
              <p:nvPr/>
            </p:nvSpPr>
            <p:spPr>
              <a:xfrm rot="10361981">
                <a:off x="352993" y="-214656"/>
                <a:ext cx="401353" cy="40135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59" name="Google Shape;559;p11"/>
              <p:cNvSpPr/>
              <p:nvPr/>
            </p:nvSpPr>
            <p:spPr>
              <a:xfrm rot="10355821">
                <a:off x="274120" y="560515"/>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0" name="Google Shape;560;p11"/>
              <p:cNvSpPr/>
              <p:nvPr/>
            </p:nvSpPr>
            <p:spPr>
              <a:xfrm rot="10360416">
                <a:off x="1106270" y="873580"/>
                <a:ext cx="254074" cy="25407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1" name="Google Shape;561;p11"/>
              <p:cNvSpPr/>
              <p:nvPr/>
            </p:nvSpPr>
            <p:spPr>
              <a:xfrm rot="10355821">
                <a:off x="424057" y="2400495"/>
                <a:ext cx="130387" cy="1303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2" name="Google Shape;562;p11"/>
              <p:cNvSpPr/>
              <p:nvPr/>
            </p:nvSpPr>
            <p:spPr>
              <a:xfrm rot="9969336">
                <a:off x="1746927" y="9840"/>
                <a:ext cx="130388" cy="13038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3" name="Google Shape;563;p11"/>
              <p:cNvSpPr/>
              <p:nvPr/>
            </p:nvSpPr>
            <p:spPr>
              <a:xfrm rot="10360567">
                <a:off x="-737089" y="906043"/>
                <a:ext cx="96487" cy="964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64" name="Google Shape;564;p11"/>
              <p:cNvCxnSpPr>
                <a:stCxn id="560" idx="5"/>
                <a:endCxn id="559" idx="1"/>
              </p:cNvCxnSpPr>
              <p:nvPr/>
            </p:nvCxnSpPr>
            <p:spPr>
              <a:xfrm rot="10800000">
                <a:off x="390857" y="665576"/>
                <a:ext cx="741900" cy="257400"/>
              </a:xfrm>
              <a:prstGeom prst="straightConnector1">
                <a:avLst/>
              </a:prstGeom>
              <a:noFill/>
              <a:ln cap="flat" cmpd="sng" w="9525">
                <a:solidFill>
                  <a:schemeClr val="dk2"/>
                </a:solidFill>
                <a:prstDash val="solid"/>
                <a:round/>
                <a:headEnd len="med" w="med" type="none"/>
                <a:tailEnd len="med" w="med" type="none"/>
              </a:ln>
            </p:spPr>
          </p:cxnSp>
          <p:cxnSp>
            <p:nvCxnSpPr>
              <p:cNvPr id="565" name="Google Shape;565;p11"/>
              <p:cNvCxnSpPr>
                <a:stCxn id="561" idx="4"/>
                <a:endCxn id="559" idx="0"/>
              </p:cNvCxnSpPr>
              <p:nvPr/>
            </p:nvCxnSpPr>
            <p:spPr>
              <a:xfrm rot="10800000">
                <a:off x="347650" y="690439"/>
                <a:ext cx="133200" cy="1710600"/>
              </a:xfrm>
              <a:prstGeom prst="straightConnector1">
                <a:avLst/>
              </a:prstGeom>
              <a:noFill/>
              <a:ln cap="flat" cmpd="sng" w="9525">
                <a:solidFill>
                  <a:schemeClr val="dk2"/>
                </a:solidFill>
                <a:prstDash val="solid"/>
                <a:round/>
                <a:headEnd len="med" w="med" type="none"/>
                <a:tailEnd len="med" w="med" type="none"/>
              </a:ln>
            </p:spPr>
          </p:cxnSp>
          <p:cxnSp>
            <p:nvCxnSpPr>
              <p:cNvPr id="566" name="Google Shape;566;p11"/>
              <p:cNvCxnSpPr>
                <a:stCxn id="556" idx="6"/>
                <a:endCxn id="560" idx="3"/>
              </p:cNvCxnSpPr>
              <p:nvPr/>
            </p:nvCxnSpPr>
            <p:spPr>
              <a:xfrm flipH="1">
                <a:off x="1311044" y="255870"/>
                <a:ext cx="945000" cy="644100"/>
              </a:xfrm>
              <a:prstGeom prst="straightConnector1">
                <a:avLst/>
              </a:prstGeom>
              <a:noFill/>
              <a:ln cap="flat" cmpd="sng" w="9525">
                <a:solidFill>
                  <a:schemeClr val="dk2"/>
                </a:solidFill>
                <a:prstDash val="solid"/>
                <a:round/>
                <a:headEnd len="med" w="med" type="none"/>
                <a:tailEnd len="med" w="med" type="none"/>
              </a:ln>
            </p:spPr>
          </p:cxnSp>
          <p:cxnSp>
            <p:nvCxnSpPr>
              <p:cNvPr id="567" name="Google Shape;567;p11"/>
              <p:cNvCxnSpPr>
                <a:stCxn id="560" idx="7"/>
                <a:endCxn id="561" idx="2"/>
              </p:cNvCxnSpPr>
              <p:nvPr/>
            </p:nvCxnSpPr>
            <p:spPr>
              <a:xfrm flipH="1">
                <a:off x="553867" y="1101167"/>
                <a:ext cx="601800" cy="1356000"/>
              </a:xfrm>
              <a:prstGeom prst="straightConnector1">
                <a:avLst/>
              </a:prstGeom>
              <a:noFill/>
              <a:ln cap="flat" cmpd="sng" w="9525">
                <a:solidFill>
                  <a:schemeClr val="dk2"/>
                </a:solidFill>
                <a:prstDash val="solid"/>
                <a:round/>
                <a:headEnd len="med" w="med" type="none"/>
                <a:tailEnd len="med" w="med" type="none"/>
              </a:ln>
            </p:spPr>
          </p:cxnSp>
          <p:cxnSp>
            <p:nvCxnSpPr>
              <p:cNvPr id="568" name="Google Shape;568;p11"/>
              <p:cNvCxnSpPr>
                <a:stCxn id="561" idx="6"/>
                <a:endCxn id="557" idx="1"/>
              </p:cNvCxnSpPr>
              <p:nvPr/>
            </p:nvCxnSpPr>
            <p:spPr>
              <a:xfrm rot="10800000">
                <a:off x="-666800" y="2357389"/>
                <a:ext cx="1091400" cy="116700"/>
              </a:xfrm>
              <a:prstGeom prst="straightConnector1">
                <a:avLst/>
              </a:prstGeom>
              <a:noFill/>
              <a:ln cap="flat" cmpd="sng" w="9525">
                <a:solidFill>
                  <a:schemeClr val="dk2"/>
                </a:solidFill>
                <a:prstDash val="solid"/>
                <a:round/>
                <a:headEnd len="med" w="med" type="none"/>
                <a:tailEnd len="med" w="med" type="none"/>
              </a:ln>
            </p:spPr>
          </p:cxnSp>
          <p:cxnSp>
            <p:nvCxnSpPr>
              <p:cNvPr id="569" name="Google Shape;569;p11"/>
              <p:cNvCxnSpPr>
                <a:stCxn id="559" idx="7"/>
                <a:endCxn id="557" idx="3"/>
              </p:cNvCxnSpPr>
              <p:nvPr/>
            </p:nvCxnSpPr>
            <p:spPr>
              <a:xfrm flipH="1">
                <a:off x="-684462" y="677363"/>
                <a:ext cx="984000" cy="1543500"/>
              </a:xfrm>
              <a:prstGeom prst="straightConnector1">
                <a:avLst/>
              </a:prstGeom>
              <a:noFill/>
              <a:ln cap="flat" cmpd="sng" w="9525">
                <a:solidFill>
                  <a:schemeClr val="dk2"/>
                </a:solidFill>
                <a:prstDash val="solid"/>
                <a:round/>
                <a:headEnd len="med" w="med" type="none"/>
                <a:tailEnd len="med" w="med" type="none"/>
              </a:ln>
            </p:spPr>
          </p:cxnSp>
          <p:cxnSp>
            <p:nvCxnSpPr>
              <p:cNvPr id="570" name="Google Shape;570;p11"/>
              <p:cNvCxnSpPr>
                <a:stCxn id="556" idx="6"/>
                <a:endCxn id="562" idx="1"/>
              </p:cNvCxnSpPr>
              <p:nvPr/>
            </p:nvCxnSpPr>
            <p:spPr>
              <a:xfrm rot="10800000">
                <a:off x="1867844" y="108870"/>
                <a:ext cx="388200" cy="147000"/>
              </a:xfrm>
              <a:prstGeom prst="straightConnector1">
                <a:avLst/>
              </a:prstGeom>
              <a:noFill/>
              <a:ln cap="flat" cmpd="sng" w="9525">
                <a:solidFill>
                  <a:schemeClr val="dk2"/>
                </a:solidFill>
                <a:prstDash val="solid"/>
                <a:round/>
                <a:headEnd len="med" w="med" type="none"/>
                <a:tailEnd len="med" w="med" type="none"/>
              </a:ln>
            </p:spPr>
          </p:cxnSp>
          <p:cxnSp>
            <p:nvCxnSpPr>
              <p:cNvPr id="571" name="Google Shape;571;p11"/>
              <p:cNvCxnSpPr>
                <a:stCxn id="562" idx="6"/>
                <a:endCxn id="559" idx="2"/>
              </p:cNvCxnSpPr>
              <p:nvPr/>
            </p:nvCxnSpPr>
            <p:spPr>
              <a:xfrm flipH="1">
                <a:off x="403921" y="90634"/>
                <a:ext cx="1344900" cy="526800"/>
              </a:xfrm>
              <a:prstGeom prst="straightConnector1">
                <a:avLst/>
              </a:prstGeom>
              <a:noFill/>
              <a:ln cap="flat" cmpd="sng" w="9525">
                <a:solidFill>
                  <a:schemeClr val="dk2"/>
                </a:solidFill>
                <a:prstDash val="solid"/>
                <a:round/>
                <a:headEnd len="med" w="med" type="none"/>
                <a:tailEnd len="med" w="med" type="none"/>
              </a:ln>
            </p:spPr>
          </p:cxnSp>
          <p:cxnSp>
            <p:nvCxnSpPr>
              <p:cNvPr id="572" name="Google Shape;572;p11"/>
              <p:cNvCxnSpPr>
                <a:stCxn id="562" idx="6"/>
                <a:endCxn id="558" idx="1"/>
              </p:cNvCxnSpPr>
              <p:nvPr/>
            </p:nvCxnSpPr>
            <p:spPr>
              <a:xfrm flipH="1">
                <a:off x="712321" y="90634"/>
                <a:ext cx="1036500" cy="18000"/>
              </a:xfrm>
              <a:prstGeom prst="straightConnector1">
                <a:avLst/>
              </a:prstGeom>
              <a:noFill/>
              <a:ln cap="flat" cmpd="sng" w="9525">
                <a:solidFill>
                  <a:schemeClr val="dk2"/>
                </a:solidFill>
                <a:prstDash val="solid"/>
                <a:round/>
                <a:headEnd len="med" w="med" type="none"/>
                <a:tailEnd len="med" w="med" type="none"/>
              </a:ln>
            </p:spPr>
          </p:cxnSp>
          <p:cxnSp>
            <p:nvCxnSpPr>
              <p:cNvPr id="573" name="Google Shape;573;p11"/>
              <p:cNvCxnSpPr>
                <a:stCxn id="558" idx="7"/>
                <a:endCxn id="563" idx="3"/>
              </p:cNvCxnSpPr>
              <p:nvPr/>
            </p:nvCxnSpPr>
            <p:spPr>
              <a:xfrm flipH="1">
                <a:off x="-659248" y="144801"/>
                <a:ext cx="1090200" cy="771300"/>
              </a:xfrm>
              <a:prstGeom prst="straightConnector1">
                <a:avLst/>
              </a:prstGeom>
              <a:noFill/>
              <a:ln cap="flat" cmpd="sng" w="9525">
                <a:solidFill>
                  <a:schemeClr val="dk2"/>
                </a:solidFill>
                <a:prstDash val="solid"/>
                <a:round/>
                <a:headEnd len="med" w="med" type="none"/>
                <a:tailEnd len="med" w="med" type="none"/>
              </a:ln>
            </p:spPr>
          </p:cxnSp>
          <p:cxnSp>
            <p:nvCxnSpPr>
              <p:cNvPr id="574" name="Google Shape;574;p11"/>
              <p:cNvCxnSpPr>
                <a:stCxn id="559" idx="6"/>
                <a:endCxn id="563" idx="2"/>
              </p:cNvCxnSpPr>
              <p:nvPr/>
            </p:nvCxnSpPr>
            <p:spPr>
              <a:xfrm flipH="1">
                <a:off x="-640937" y="634109"/>
                <a:ext cx="915600" cy="314100"/>
              </a:xfrm>
              <a:prstGeom prst="straightConnector1">
                <a:avLst/>
              </a:prstGeom>
              <a:noFill/>
              <a:ln cap="flat" cmpd="sng" w="9525">
                <a:solidFill>
                  <a:schemeClr val="dk2"/>
                </a:solidFill>
                <a:prstDash val="solid"/>
                <a:round/>
                <a:headEnd len="med" w="med" type="none"/>
                <a:tailEnd len="med" w="med" type="none"/>
              </a:ln>
            </p:spPr>
          </p:cxnSp>
          <p:cxnSp>
            <p:nvCxnSpPr>
              <p:cNvPr id="575" name="Google Shape;575;p11"/>
              <p:cNvCxnSpPr>
                <a:stCxn id="563" idx="0"/>
                <a:endCxn id="557" idx="5"/>
              </p:cNvCxnSpPr>
              <p:nvPr/>
            </p:nvCxnSpPr>
            <p:spPr>
              <a:xfrm flipH="1">
                <a:off x="-820996" y="1002137"/>
                <a:ext cx="138300" cy="1236300"/>
              </a:xfrm>
              <a:prstGeom prst="straightConnector1">
                <a:avLst/>
              </a:prstGeom>
              <a:noFill/>
              <a:ln cap="flat" cmpd="sng" w="9525">
                <a:solidFill>
                  <a:schemeClr val="dk2"/>
                </a:solidFill>
                <a:prstDash val="solid"/>
                <a:round/>
                <a:headEnd len="med" w="med" type="none"/>
                <a:tailEnd len="med" w="med" type="none"/>
              </a:ln>
            </p:spPr>
          </p:cxnSp>
          <p:cxnSp>
            <p:nvCxnSpPr>
              <p:cNvPr id="576" name="Google Shape;576;p11"/>
              <p:cNvCxnSpPr>
                <a:stCxn id="561" idx="5"/>
                <a:endCxn id="563" idx="1"/>
              </p:cNvCxnSpPr>
              <p:nvPr/>
            </p:nvCxnSpPr>
            <p:spPr>
              <a:xfrm rot="10800000">
                <a:off x="-650804" y="983814"/>
                <a:ext cx="1088400" cy="1442100"/>
              </a:xfrm>
              <a:prstGeom prst="straightConnector1">
                <a:avLst/>
              </a:prstGeom>
              <a:noFill/>
              <a:ln cap="flat" cmpd="sng" w="9525">
                <a:solidFill>
                  <a:schemeClr val="dk2"/>
                </a:solidFill>
                <a:prstDash val="solid"/>
                <a:round/>
                <a:headEnd len="med" w="med" type="none"/>
                <a:tailEnd len="med" w="med" type="none"/>
              </a:ln>
            </p:spPr>
          </p:cxnSp>
          <p:cxnSp>
            <p:nvCxnSpPr>
              <p:cNvPr id="577" name="Google Shape;577;p11"/>
              <p:cNvCxnSpPr>
                <a:stCxn id="560" idx="6"/>
                <a:endCxn id="563" idx="1"/>
              </p:cNvCxnSpPr>
              <p:nvPr/>
            </p:nvCxnSpPr>
            <p:spPr>
              <a:xfrm rot="10800000">
                <a:off x="-650693" y="983817"/>
                <a:ext cx="1758000" cy="33000"/>
              </a:xfrm>
              <a:prstGeom prst="straightConnector1">
                <a:avLst/>
              </a:prstGeom>
              <a:noFill/>
              <a:ln cap="flat" cmpd="sng" w="9525">
                <a:solidFill>
                  <a:schemeClr val="dk2"/>
                </a:solidFill>
                <a:prstDash val="solid"/>
                <a:round/>
                <a:headEnd len="med" w="med" type="none"/>
                <a:tailEnd len="med" w="med" type="none"/>
              </a:ln>
            </p:spPr>
          </p:cxnSp>
          <p:cxnSp>
            <p:nvCxnSpPr>
              <p:cNvPr id="578" name="Google Shape;578;p11"/>
              <p:cNvCxnSpPr>
                <a:stCxn id="560" idx="4"/>
                <a:endCxn id="558" idx="1"/>
              </p:cNvCxnSpPr>
              <p:nvPr/>
            </p:nvCxnSpPr>
            <p:spPr>
              <a:xfrm rot="10800000">
                <a:off x="712507" y="108717"/>
                <a:ext cx="504600" cy="765900"/>
              </a:xfrm>
              <a:prstGeom prst="straightConnector1">
                <a:avLst/>
              </a:prstGeom>
              <a:noFill/>
              <a:ln cap="flat" cmpd="sng" w="9525">
                <a:solidFill>
                  <a:schemeClr val="dk2"/>
                </a:solidFill>
                <a:prstDash val="solid"/>
                <a:round/>
                <a:headEnd len="med" w="med" type="none"/>
                <a:tailEnd len="med" w="med" type="none"/>
              </a:ln>
            </p:spPr>
          </p:cxnSp>
          <p:sp>
            <p:nvSpPr>
              <p:cNvPr id="579" name="Google Shape;579;p11"/>
              <p:cNvSpPr/>
              <p:nvPr/>
            </p:nvSpPr>
            <p:spPr>
              <a:xfrm rot="10355821">
                <a:off x="-1188290" y="-540986"/>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80" name="Google Shape;580;p11"/>
              <p:cNvCxnSpPr>
                <a:stCxn id="563" idx="4"/>
                <a:endCxn id="579" idx="1"/>
              </p:cNvCxnSpPr>
              <p:nvPr/>
            </p:nvCxnSpPr>
            <p:spPr>
              <a:xfrm rot="10800000">
                <a:off x="-1071496" y="-436063"/>
                <a:ext cx="376500" cy="1342500"/>
              </a:xfrm>
              <a:prstGeom prst="straightConnector1">
                <a:avLst/>
              </a:prstGeom>
              <a:noFill/>
              <a:ln cap="flat" cmpd="sng" w="9525">
                <a:solidFill>
                  <a:schemeClr val="dk2"/>
                </a:solidFill>
                <a:prstDash val="solid"/>
                <a:round/>
                <a:headEnd len="med" w="med" type="none"/>
                <a:tailEnd len="med" w="med" type="none"/>
              </a:ln>
            </p:spPr>
          </p:cxnSp>
          <p:cxnSp>
            <p:nvCxnSpPr>
              <p:cNvPr id="581" name="Google Shape;581;p11"/>
              <p:cNvCxnSpPr>
                <a:stCxn id="579" idx="1"/>
                <a:endCxn id="558" idx="5"/>
              </p:cNvCxnSpPr>
              <p:nvPr/>
            </p:nvCxnSpPr>
            <p:spPr>
              <a:xfrm>
                <a:off x="-1071443" y="-436018"/>
                <a:ext cx="1466400" cy="299400"/>
              </a:xfrm>
              <a:prstGeom prst="straightConnector1">
                <a:avLst/>
              </a:prstGeom>
              <a:noFill/>
              <a:ln cap="flat" cmpd="sng" w="9525">
                <a:solidFill>
                  <a:schemeClr val="dk2"/>
                </a:solidFill>
                <a:prstDash val="solid"/>
                <a:round/>
                <a:headEnd len="med" w="med" type="none"/>
                <a:tailEnd len="med" w="med" type="none"/>
              </a:ln>
            </p:spPr>
          </p:cxnSp>
          <p:cxnSp>
            <p:nvCxnSpPr>
              <p:cNvPr id="582" name="Google Shape;582;p11"/>
              <p:cNvCxnSpPr>
                <a:stCxn id="579" idx="1"/>
                <a:endCxn id="559" idx="5"/>
              </p:cNvCxnSpPr>
              <p:nvPr/>
            </p:nvCxnSpPr>
            <p:spPr>
              <a:xfrm>
                <a:off x="-1071443" y="-436018"/>
                <a:ext cx="1359000" cy="1022100"/>
              </a:xfrm>
              <a:prstGeom prst="straightConnector1">
                <a:avLst/>
              </a:prstGeom>
              <a:noFill/>
              <a:ln cap="flat" cmpd="sng" w="9525">
                <a:solidFill>
                  <a:schemeClr val="dk2"/>
                </a:solidFill>
                <a:prstDash val="solid"/>
                <a:round/>
                <a:headEnd len="med" w="med" type="none"/>
                <a:tailEnd len="med" w="med" type="none"/>
              </a:ln>
            </p:spPr>
          </p:cxnSp>
          <p:sp>
            <p:nvSpPr>
              <p:cNvPr id="583" name="Google Shape;583;p11"/>
              <p:cNvSpPr/>
              <p:nvPr/>
            </p:nvSpPr>
            <p:spPr>
              <a:xfrm rot="10361165">
                <a:off x="-233691" y="3414341"/>
                <a:ext cx="428890" cy="42889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84" name="Google Shape;584;p11"/>
              <p:cNvCxnSpPr>
                <a:stCxn id="561" idx="0"/>
                <a:endCxn id="583" idx="3"/>
              </p:cNvCxnSpPr>
              <p:nvPr/>
            </p:nvCxnSpPr>
            <p:spPr>
              <a:xfrm flipH="1">
                <a:off x="111850" y="2530339"/>
                <a:ext cx="385800" cy="928800"/>
              </a:xfrm>
              <a:prstGeom prst="straightConnector1">
                <a:avLst/>
              </a:prstGeom>
              <a:noFill/>
              <a:ln cap="flat" cmpd="sng" w="9525">
                <a:solidFill>
                  <a:schemeClr val="dk2"/>
                </a:solidFill>
                <a:prstDash val="solid"/>
                <a:round/>
                <a:headEnd len="med" w="med" type="none"/>
                <a:tailEnd len="med" w="med" type="none"/>
              </a:ln>
            </p:spPr>
          </p:cxnSp>
          <p:cxnSp>
            <p:nvCxnSpPr>
              <p:cNvPr id="585" name="Google Shape;585;p11"/>
              <p:cNvCxnSpPr>
                <a:stCxn id="557" idx="0"/>
                <a:endCxn id="583" idx="5"/>
              </p:cNvCxnSpPr>
              <p:nvPr/>
            </p:nvCxnSpPr>
            <p:spPr>
              <a:xfrm>
                <a:off x="-731455" y="2394604"/>
                <a:ext cx="542400" cy="1103100"/>
              </a:xfrm>
              <a:prstGeom prst="straightConnector1">
                <a:avLst/>
              </a:prstGeom>
              <a:noFill/>
              <a:ln cap="flat" cmpd="sng" w="9525">
                <a:solidFill>
                  <a:schemeClr val="dk2"/>
                </a:solidFill>
                <a:prstDash val="solid"/>
                <a:round/>
                <a:headEnd len="med" w="med" type="none"/>
                <a:tailEnd len="med" w="med" type="none"/>
              </a:ln>
            </p:spPr>
          </p:cxnSp>
        </p:grpSp>
        <p:grpSp>
          <p:nvGrpSpPr>
            <p:cNvPr id="586" name="Google Shape;586;p11"/>
            <p:cNvGrpSpPr/>
            <p:nvPr/>
          </p:nvGrpSpPr>
          <p:grpSpPr>
            <a:xfrm>
              <a:off x="6988759" y="2308882"/>
              <a:ext cx="5696014" cy="4016976"/>
              <a:chOff x="6988759" y="2308882"/>
              <a:chExt cx="5696014" cy="4016976"/>
            </a:xfrm>
          </p:grpSpPr>
          <p:sp>
            <p:nvSpPr>
              <p:cNvPr id="587" name="Google Shape;587;p11"/>
              <p:cNvSpPr/>
              <p:nvPr/>
            </p:nvSpPr>
            <p:spPr>
              <a:xfrm flipH="1" rot="10800000">
                <a:off x="6988759" y="481140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88" name="Google Shape;588;p11"/>
              <p:cNvSpPr/>
              <p:nvPr/>
            </p:nvSpPr>
            <p:spPr>
              <a:xfrm flipH="1" rot="10800000">
                <a:off x="9708881" y="5924735"/>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89" name="Google Shape;589;p11"/>
              <p:cNvSpPr/>
              <p:nvPr/>
            </p:nvSpPr>
            <p:spPr>
              <a:xfrm flipH="1" rot="10800000">
                <a:off x="9274463" y="3379603"/>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0" name="Google Shape;590;p11"/>
              <p:cNvSpPr/>
              <p:nvPr/>
            </p:nvSpPr>
            <p:spPr>
              <a:xfrm flipH="1" rot="10800000">
                <a:off x="8847429" y="5037312"/>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1" name="Google Shape;591;p11"/>
              <p:cNvSpPr/>
              <p:nvPr/>
            </p:nvSpPr>
            <p:spPr>
              <a:xfrm flipH="1" rot="10800000">
                <a:off x="7696942" y="5973758"/>
                <a:ext cx="96300" cy="9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2" name="Google Shape;592;p11"/>
              <p:cNvSpPr/>
              <p:nvPr/>
            </p:nvSpPr>
            <p:spPr>
              <a:xfrm flipH="1" rot="10800000">
                <a:off x="8847429" y="6195358"/>
                <a:ext cx="130500" cy="1305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3" name="Google Shape;593;p11"/>
              <p:cNvSpPr/>
              <p:nvPr/>
            </p:nvSpPr>
            <p:spPr>
              <a:xfrm flipH="1" rot="10800000">
                <a:off x="7958998" y="409569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4" name="Google Shape;594;p11"/>
              <p:cNvSpPr/>
              <p:nvPr/>
            </p:nvSpPr>
            <p:spPr>
              <a:xfrm flipH="1" rot="10800000">
                <a:off x="12588473" y="4375765"/>
                <a:ext cx="96300" cy="96300"/>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95" name="Google Shape;595;p11"/>
              <p:cNvCxnSpPr>
                <a:stCxn id="591" idx="5"/>
                <a:endCxn id="590" idx="1"/>
              </p:cNvCxnSpPr>
              <p:nvPr/>
            </p:nvCxnSpPr>
            <p:spPr>
              <a:xfrm flipH="1" rot="10800000">
                <a:off x="7779139" y="5148761"/>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596" name="Google Shape;596;p11"/>
              <p:cNvCxnSpPr>
                <a:stCxn id="592" idx="4"/>
                <a:endCxn id="590" idx="0"/>
              </p:cNvCxnSpPr>
              <p:nvPr/>
            </p:nvCxnSpPr>
            <p:spPr>
              <a:xfrm rot="10800000">
                <a:off x="8912679" y="5167858"/>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597" name="Google Shape;597;p11"/>
              <p:cNvCxnSpPr>
                <a:stCxn id="587" idx="6"/>
                <a:endCxn id="590" idx="2"/>
              </p:cNvCxnSpPr>
              <p:nvPr/>
            </p:nvCxnSpPr>
            <p:spPr>
              <a:xfrm>
                <a:off x="7183159" y="4908608"/>
                <a:ext cx="1664400" cy="194100"/>
              </a:xfrm>
              <a:prstGeom prst="straightConnector1">
                <a:avLst/>
              </a:prstGeom>
              <a:noFill/>
              <a:ln cap="flat" cmpd="sng" w="9525">
                <a:solidFill>
                  <a:schemeClr val="dk2"/>
                </a:solidFill>
                <a:prstDash val="solid"/>
                <a:round/>
                <a:headEnd len="med" w="med" type="none"/>
                <a:tailEnd len="med" w="med" type="none"/>
              </a:ln>
            </p:spPr>
          </p:cxnSp>
          <p:cxnSp>
            <p:nvCxnSpPr>
              <p:cNvPr id="598" name="Google Shape;598;p11"/>
              <p:cNvCxnSpPr>
                <a:stCxn id="587" idx="0"/>
                <a:endCxn id="591" idx="3"/>
              </p:cNvCxnSpPr>
              <p:nvPr/>
            </p:nvCxnSpPr>
            <p:spPr>
              <a:xfrm>
                <a:off x="7085959" y="5005808"/>
                <a:ext cx="625200" cy="982200"/>
              </a:xfrm>
              <a:prstGeom prst="straightConnector1">
                <a:avLst/>
              </a:prstGeom>
              <a:noFill/>
              <a:ln cap="flat" cmpd="sng" w="9525">
                <a:solidFill>
                  <a:schemeClr val="dk2"/>
                </a:solidFill>
                <a:prstDash val="solid"/>
                <a:round/>
                <a:headEnd len="med" w="med" type="none"/>
                <a:tailEnd len="med" w="med" type="none"/>
              </a:ln>
            </p:spPr>
          </p:cxnSp>
          <p:cxnSp>
            <p:nvCxnSpPr>
              <p:cNvPr id="599" name="Google Shape;599;p11"/>
              <p:cNvCxnSpPr>
                <a:stCxn id="591" idx="7"/>
                <a:endCxn id="592" idx="2"/>
              </p:cNvCxnSpPr>
              <p:nvPr/>
            </p:nvCxnSpPr>
            <p:spPr>
              <a:xfrm>
                <a:off x="7779139" y="6055955"/>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600" name="Google Shape;600;p11"/>
              <p:cNvCxnSpPr>
                <a:stCxn id="592" idx="6"/>
                <a:endCxn id="588" idx="2"/>
              </p:cNvCxnSpPr>
              <p:nvPr/>
            </p:nvCxnSpPr>
            <p:spPr>
              <a:xfrm flipH="1" rot="10800000">
                <a:off x="8977929" y="6021808"/>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601" name="Google Shape;601;p11"/>
              <p:cNvCxnSpPr>
                <a:stCxn id="590" idx="7"/>
                <a:endCxn id="588" idx="3"/>
              </p:cNvCxnSpPr>
              <p:nvPr/>
            </p:nvCxnSpPr>
            <p:spPr>
              <a:xfrm>
                <a:off x="8958818" y="5148700"/>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602" name="Google Shape;602;p11"/>
              <p:cNvCxnSpPr>
                <a:stCxn id="587" idx="5"/>
                <a:endCxn id="593" idx="1"/>
              </p:cNvCxnSpPr>
              <p:nvPr/>
            </p:nvCxnSpPr>
            <p:spPr>
              <a:xfrm flipH="1" rot="10800000">
                <a:off x="7154690" y="4207177"/>
                <a:ext cx="823500" cy="632700"/>
              </a:xfrm>
              <a:prstGeom prst="straightConnector1">
                <a:avLst/>
              </a:prstGeom>
              <a:noFill/>
              <a:ln cap="flat" cmpd="sng" w="9525">
                <a:solidFill>
                  <a:schemeClr val="dk2"/>
                </a:solidFill>
                <a:prstDash val="solid"/>
                <a:round/>
                <a:headEnd len="med" w="med" type="none"/>
                <a:tailEnd len="med" w="med" type="none"/>
              </a:ln>
            </p:spPr>
          </p:cxnSp>
          <p:cxnSp>
            <p:nvCxnSpPr>
              <p:cNvPr id="603" name="Google Shape;603;p11"/>
              <p:cNvCxnSpPr>
                <a:stCxn id="593" idx="7"/>
                <a:endCxn id="590" idx="3"/>
              </p:cNvCxnSpPr>
              <p:nvPr/>
            </p:nvCxnSpPr>
            <p:spPr>
              <a:xfrm>
                <a:off x="8070387" y="4207078"/>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604" name="Google Shape;604;p11"/>
              <p:cNvCxnSpPr>
                <a:stCxn id="593" idx="7"/>
                <a:endCxn id="589" idx="1"/>
              </p:cNvCxnSpPr>
              <p:nvPr/>
            </p:nvCxnSpPr>
            <p:spPr>
              <a:xfrm flipH="1" rot="10800000">
                <a:off x="8070387" y="3722278"/>
                <a:ext cx="1263000" cy="484800"/>
              </a:xfrm>
              <a:prstGeom prst="straightConnector1">
                <a:avLst/>
              </a:prstGeom>
              <a:noFill/>
              <a:ln cap="flat" cmpd="sng" w="9525">
                <a:solidFill>
                  <a:schemeClr val="dk2"/>
                </a:solidFill>
                <a:prstDash val="solid"/>
                <a:round/>
                <a:headEnd len="med" w="med" type="none"/>
                <a:tailEnd len="med" w="med" type="none"/>
              </a:ln>
            </p:spPr>
          </p:cxnSp>
          <p:cxnSp>
            <p:nvCxnSpPr>
              <p:cNvPr id="605" name="Google Shape;605;p11"/>
              <p:cNvCxnSpPr>
                <a:stCxn id="589" idx="0"/>
                <a:endCxn id="590" idx="5"/>
              </p:cNvCxnSpPr>
              <p:nvPr/>
            </p:nvCxnSpPr>
            <p:spPr>
              <a:xfrm flipH="1">
                <a:off x="8958863" y="3781003"/>
                <a:ext cx="516300" cy="1275300"/>
              </a:xfrm>
              <a:prstGeom prst="straightConnector1">
                <a:avLst/>
              </a:prstGeom>
              <a:noFill/>
              <a:ln cap="flat" cmpd="sng" w="9525">
                <a:solidFill>
                  <a:schemeClr val="dk2"/>
                </a:solidFill>
                <a:prstDash val="solid"/>
                <a:round/>
                <a:headEnd len="med" w="med" type="none"/>
                <a:tailEnd len="med" w="med" type="none"/>
              </a:ln>
            </p:spPr>
          </p:cxnSp>
          <p:cxnSp>
            <p:nvCxnSpPr>
              <p:cNvPr id="606" name="Google Shape;606;p11"/>
              <p:cNvCxnSpPr>
                <a:stCxn id="594" idx="1"/>
                <a:endCxn id="588" idx="5"/>
              </p:cNvCxnSpPr>
              <p:nvPr/>
            </p:nvCxnSpPr>
            <p:spPr>
              <a:xfrm flipH="1">
                <a:off x="9874676" y="4457962"/>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607" name="Google Shape;607;p11"/>
              <p:cNvCxnSpPr>
                <a:stCxn id="591" idx="6"/>
                <a:endCxn id="594" idx="1"/>
              </p:cNvCxnSpPr>
              <p:nvPr/>
            </p:nvCxnSpPr>
            <p:spPr>
              <a:xfrm flipH="1" rot="10800000">
                <a:off x="7793242" y="4458008"/>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608" name="Google Shape;608;p11"/>
              <p:cNvCxnSpPr>
                <a:stCxn id="588" idx="4"/>
                <a:endCxn id="589" idx="0"/>
              </p:cNvCxnSpPr>
              <p:nvPr/>
            </p:nvCxnSpPr>
            <p:spPr>
              <a:xfrm rot="10800000">
                <a:off x="9475181" y="3780935"/>
                <a:ext cx="330900" cy="2143800"/>
              </a:xfrm>
              <a:prstGeom prst="straightConnector1">
                <a:avLst/>
              </a:prstGeom>
              <a:noFill/>
              <a:ln cap="flat" cmpd="sng" w="9525">
                <a:solidFill>
                  <a:schemeClr val="dk2"/>
                </a:solidFill>
                <a:prstDash val="solid"/>
                <a:round/>
                <a:headEnd len="med" w="med" type="none"/>
                <a:tailEnd len="med" w="med" type="none"/>
              </a:ln>
            </p:spPr>
          </p:cxnSp>
          <p:sp>
            <p:nvSpPr>
              <p:cNvPr id="609" name="Google Shape;609;p11"/>
              <p:cNvSpPr/>
              <p:nvPr/>
            </p:nvSpPr>
            <p:spPr>
              <a:xfrm flipH="1" rot="10800000">
                <a:off x="11005448" y="376185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10" name="Google Shape;610;p11"/>
              <p:cNvCxnSpPr>
                <a:stCxn id="594" idx="2"/>
                <a:endCxn id="609" idx="7"/>
              </p:cNvCxnSpPr>
              <p:nvPr/>
            </p:nvCxnSpPr>
            <p:spPr>
              <a:xfrm rot="10800000">
                <a:off x="11116973" y="3873115"/>
                <a:ext cx="1471500" cy="550800"/>
              </a:xfrm>
              <a:prstGeom prst="straightConnector1">
                <a:avLst/>
              </a:prstGeom>
              <a:noFill/>
              <a:ln cap="flat" cmpd="sng" w="9525">
                <a:solidFill>
                  <a:schemeClr val="dk2"/>
                </a:solidFill>
                <a:prstDash val="solid"/>
                <a:round/>
                <a:headEnd len="med" w="med" type="none"/>
                <a:tailEnd len="med" w="med" type="none"/>
              </a:ln>
            </p:spPr>
          </p:cxnSp>
          <p:cxnSp>
            <p:nvCxnSpPr>
              <p:cNvPr id="611" name="Google Shape;611;p11"/>
              <p:cNvCxnSpPr>
                <a:stCxn id="609" idx="2"/>
                <a:endCxn id="589" idx="6"/>
              </p:cNvCxnSpPr>
              <p:nvPr/>
            </p:nvCxnSpPr>
            <p:spPr>
              <a:xfrm rot="10800000">
                <a:off x="9675848" y="3580200"/>
                <a:ext cx="1329600" cy="246900"/>
              </a:xfrm>
              <a:prstGeom prst="straightConnector1">
                <a:avLst/>
              </a:prstGeom>
              <a:noFill/>
              <a:ln cap="flat" cmpd="sng" w="9525">
                <a:solidFill>
                  <a:schemeClr val="dk2"/>
                </a:solidFill>
                <a:prstDash val="solid"/>
                <a:round/>
                <a:headEnd len="med" w="med" type="none"/>
                <a:tailEnd len="med" w="med" type="none"/>
              </a:ln>
            </p:spPr>
          </p:cxnSp>
          <p:cxnSp>
            <p:nvCxnSpPr>
              <p:cNvPr id="612" name="Google Shape;612;p11"/>
              <p:cNvCxnSpPr>
                <a:stCxn id="609" idx="0"/>
                <a:endCxn id="588" idx="4"/>
              </p:cNvCxnSpPr>
              <p:nvPr/>
            </p:nvCxnSpPr>
            <p:spPr>
              <a:xfrm flipH="1">
                <a:off x="9806198" y="3892350"/>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613" name="Google Shape;613;p11"/>
              <p:cNvCxnSpPr>
                <a:stCxn id="609" idx="1"/>
                <a:endCxn id="590" idx="5"/>
              </p:cNvCxnSpPr>
              <p:nvPr/>
            </p:nvCxnSpPr>
            <p:spPr>
              <a:xfrm flipH="1">
                <a:off x="8958759" y="3873239"/>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614" name="Google Shape;614;p11"/>
              <p:cNvSpPr/>
              <p:nvPr/>
            </p:nvSpPr>
            <p:spPr>
              <a:xfrm flipH="1" rot="10800000">
                <a:off x="8260191" y="2787257"/>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15" name="Google Shape;615;p11"/>
              <p:cNvCxnSpPr>
                <a:stCxn id="589" idx="3"/>
                <a:endCxn id="614" idx="7"/>
              </p:cNvCxnSpPr>
              <p:nvPr/>
            </p:nvCxnSpPr>
            <p:spPr>
              <a:xfrm rot="10800000">
                <a:off x="8426047" y="2953287"/>
                <a:ext cx="907200" cy="485100"/>
              </a:xfrm>
              <a:prstGeom prst="straightConnector1">
                <a:avLst/>
              </a:prstGeom>
              <a:noFill/>
              <a:ln cap="flat" cmpd="sng" w="9525">
                <a:solidFill>
                  <a:schemeClr val="dk2"/>
                </a:solidFill>
                <a:prstDash val="solid"/>
                <a:round/>
                <a:headEnd len="med" w="med" type="none"/>
                <a:tailEnd len="med" w="med" type="none"/>
              </a:ln>
            </p:spPr>
          </p:cxnSp>
          <p:cxnSp>
            <p:nvCxnSpPr>
              <p:cNvPr id="616" name="Google Shape;616;p11"/>
              <p:cNvCxnSpPr>
                <a:stCxn id="614" idx="0"/>
                <a:endCxn id="593" idx="4"/>
              </p:cNvCxnSpPr>
              <p:nvPr/>
            </p:nvCxnSpPr>
            <p:spPr>
              <a:xfrm flipH="1">
                <a:off x="8024391" y="2981657"/>
                <a:ext cx="333000" cy="1113900"/>
              </a:xfrm>
              <a:prstGeom prst="straightConnector1">
                <a:avLst/>
              </a:prstGeom>
              <a:noFill/>
              <a:ln cap="flat" cmpd="sng" w="9525">
                <a:solidFill>
                  <a:schemeClr val="dk2"/>
                </a:solidFill>
                <a:prstDash val="solid"/>
                <a:round/>
                <a:headEnd len="med" w="med" type="none"/>
                <a:tailEnd len="med" w="med" type="none"/>
              </a:ln>
            </p:spPr>
          </p:cxnSp>
          <p:sp>
            <p:nvSpPr>
              <p:cNvPr id="617" name="Google Shape;617;p11"/>
              <p:cNvSpPr/>
              <p:nvPr/>
            </p:nvSpPr>
            <p:spPr>
              <a:xfrm flipH="1" rot="10800000">
                <a:off x="7973826" y="4652423"/>
                <a:ext cx="249300" cy="249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18" name="Google Shape;618;p11"/>
              <p:cNvCxnSpPr>
                <a:stCxn id="587" idx="6"/>
                <a:endCxn id="617" idx="2"/>
              </p:cNvCxnSpPr>
              <p:nvPr/>
            </p:nvCxnSpPr>
            <p:spPr>
              <a:xfrm flipH="1" rot="10800000">
                <a:off x="7183159" y="4777208"/>
                <a:ext cx="790800" cy="131400"/>
              </a:xfrm>
              <a:prstGeom prst="straightConnector1">
                <a:avLst/>
              </a:prstGeom>
              <a:noFill/>
              <a:ln cap="flat" cmpd="sng" w="9525">
                <a:solidFill>
                  <a:schemeClr val="dk2"/>
                </a:solidFill>
                <a:prstDash val="solid"/>
                <a:round/>
                <a:headEnd len="med" w="med" type="none"/>
                <a:tailEnd len="med" w="med" type="none"/>
              </a:ln>
            </p:spPr>
          </p:cxnSp>
          <p:cxnSp>
            <p:nvCxnSpPr>
              <p:cNvPr id="619" name="Google Shape;619;p11"/>
              <p:cNvCxnSpPr>
                <a:stCxn id="593" idx="0"/>
                <a:endCxn id="617" idx="4"/>
              </p:cNvCxnSpPr>
              <p:nvPr/>
            </p:nvCxnSpPr>
            <p:spPr>
              <a:xfrm>
                <a:off x="8024248" y="4226190"/>
                <a:ext cx="74100" cy="426300"/>
              </a:xfrm>
              <a:prstGeom prst="straightConnector1">
                <a:avLst/>
              </a:prstGeom>
              <a:noFill/>
              <a:ln cap="flat" cmpd="sng" w="9525">
                <a:solidFill>
                  <a:schemeClr val="dk2"/>
                </a:solidFill>
                <a:prstDash val="solid"/>
                <a:round/>
                <a:headEnd len="med" w="med" type="none"/>
                <a:tailEnd len="med" w="med" type="none"/>
              </a:ln>
            </p:spPr>
          </p:cxnSp>
          <p:cxnSp>
            <p:nvCxnSpPr>
              <p:cNvPr id="620" name="Google Shape;620;p11"/>
              <p:cNvCxnSpPr>
                <a:stCxn id="617" idx="6"/>
                <a:endCxn id="590" idx="3"/>
              </p:cNvCxnSpPr>
              <p:nvPr/>
            </p:nvCxnSpPr>
            <p:spPr>
              <a:xfrm>
                <a:off x="8223126" y="4777073"/>
                <a:ext cx="643500" cy="279300"/>
              </a:xfrm>
              <a:prstGeom prst="straightConnector1">
                <a:avLst/>
              </a:prstGeom>
              <a:noFill/>
              <a:ln cap="flat" cmpd="sng" w="9525">
                <a:solidFill>
                  <a:schemeClr val="dk2"/>
                </a:solidFill>
                <a:prstDash val="solid"/>
                <a:round/>
                <a:headEnd len="med" w="med" type="none"/>
                <a:tailEnd len="med" w="med" type="none"/>
              </a:ln>
            </p:spPr>
          </p:cxnSp>
          <p:sp>
            <p:nvSpPr>
              <p:cNvPr id="621" name="Google Shape;621;p11"/>
              <p:cNvSpPr/>
              <p:nvPr/>
            </p:nvSpPr>
            <p:spPr>
              <a:xfrm flipH="1" rot="10800000">
                <a:off x="8782441" y="2308882"/>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22" name="Google Shape;622;p11"/>
              <p:cNvCxnSpPr>
                <a:stCxn id="614" idx="5"/>
                <a:endCxn id="621" idx="1"/>
              </p:cNvCxnSpPr>
              <p:nvPr/>
            </p:nvCxnSpPr>
            <p:spPr>
              <a:xfrm flipH="1" rot="10800000">
                <a:off x="8426122" y="2474926"/>
                <a:ext cx="384900" cy="340800"/>
              </a:xfrm>
              <a:prstGeom prst="straightConnector1">
                <a:avLst/>
              </a:prstGeom>
              <a:noFill/>
              <a:ln cap="flat" cmpd="sng" w="9525">
                <a:solidFill>
                  <a:schemeClr val="dk2"/>
                </a:solidFill>
                <a:prstDash val="solid"/>
                <a:round/>
                <a:headEnd len="med" w="med" type="none"/>
                <a:tailEnd len="med" w="med" type="none"/>
              </a:ln>
            </p:spPr>
          </p:cxnSp>
          <p:cxnSp>
            <p:nvCxnSpPr>
              <p:cNvPr id="623" name="Google Shape;623;p11"/>
              <p:cNvCxnSpPr>
                <a:stCxn id="621" idx="7"/>
                <a:endCxn id="589" idx="3"/>
              </p:cNvCxnSpPr>
              <p:nvPr/>
            </p:nvCxnSpPr>
            <p:spPr>
              <a:xfrm>
                <a:off x="8948372" y="2474812"/>
                <a:ext cx="384900" cy="963600"/>
              </a:xfrm>
              <a:prstGeom prst="straightConnector1">
                <a:avLst/>
              </a:prstGeom>
              <a:noFill/>
              <a:ln cap="flat" cmpd="sng" w="9525">
                <a:solidFill>
                  <a:schemeClr val="dk2"/>
                </a:solidFill>
                <a:prstDash val="solid"/>
                <a:round/>
                <a:headEnd len="med" w="med" type="none"/>
                <a:tailEnd len="med" w="med" type="none"/>
              </a:ln>
            </p:spPr>
          </p:cxnSp>
          <p:sp>
            <p:nvSpPr>
              <p:cNvPr id="624" name="Google Shape;624;p11"/>
              <p:cNvSpPr/>
              <p:nvPr/>
            </p:nvSpPr>
            <p:spPr>
              <a:xfrm flipH="1" rot="10800000">
                <a:off x="8521366" y="3414207"/>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25" name="Google Shape;625;p11"/>
              <p:cNvCxnSpPr>
                <a:stCxn id="614" idx="0"/>
                <a:endCxn id="624" idx="3"/>
              </p:cNvCxnSpPr>
              <p:nvPr/>
            </p:nvCxnSpPr>
            <p:spPr>
              <a:xfrm>
                <a:off x="8357391" y="2981657"/>
                <a:ext cx="192300" cy="461100"/>
              </a:xfrm>
              <a:prstGeom prst="straightConnector1">
                <a:avLst/>
              </a:prstGeom>
              <a:noFill/>
              <a:ln cap="flat" cmpd="sng" w="9525">
                <a:solidFill>
                  <a:schemeClr val="dk2"/>
                </a:solidFill>
                <a:prstDash val="solid"/>
                <a:round/>
                <a:headEnd len="med" w="med" type="none"/>
                <a:tailEnd len="med" w="med" type="none"/>
              </a:ln>
            </p:spPr>
          </p:cxnSp>
          <p:cxnSp>
            <p:nvCxnSpPr>
              <p:cNvPr id="626" name="Google Shape;626;p11"/>
              <p:cNvCxnSpPr>
                <a:stCxn id="624" idx="1"/>
                <a:endCxn id="593" idx="5"/>
              </p:cNvCxnSpPr>
              <p:nvPr/>
            </p:nvCxnSpPr>
            <p:spPr>
              <a:xfrm flipH="1">
                <a:off x="8070435" y="3580137"/>
                <a:ext cx="479400" cy="534600"/>
              </a:xfrm>
              <a:prstGeom prst="straightConnector1">
                <a:avLst/>
              </a:prstGeom>
              <a:noFill/>
              <a:ln cap="flat" cmpd="sng" w="9525">
                <a:solidFill>
                  <a:schemeClr val="dk2"/>
                </a:solidFill>
                <a:prstDash val="solid"/>
                <a:round/>
                <a:headEnd len="med" w="med" type="none"/>
                <a:tailEnd len="med" w="med" type="none"/>
              </a:ln>
            </p:spPr>
          </p:cxnSp>
          <p:cxnSp>
            <p:nvCxnSpPr>
              <p:cNvPr id="627" name="Google Shape;627;p11"/>
              <p:cNvCxnSpPr>
                <a:stCxn id="624" idx="6"/>
                <a:endCxn id="589" idx="2"/>
              </p:cNvCxnSpPr>
              <p:nvPr/>
            </p:nvCxnSpPr>
            <p:spPr>
              <a:xfrm>
                <a:off x="8715766" y="3511407"/>
                <a:ext cx="558600" cy="690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628" name="Shape 62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629" name="Shape 629"/>
        <p:cNvGrpSpPr/>
        <p:nvPr/>
      </p:nvGrpSpPr>
      <p:grpSpPr>
        <a:xfrm>
          <a:off x="0" y="0"/>
          <a:ext cx="0" cy="0"/>
          <a:chOff x="0" y="0"/>
          <a:chExt cx="0" cy="0"/>
        </a:xfrm>
      </p:grpSpPr>
      <p:sp>
        <p:nvSpPr>
          <p:cNvPr id="630" name="Google Shape;630;p13"/>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631" name="Google Shape;631;p13"/>
          <p:cNvGrpSpPr/>
          <p:nvPr/>
        </p:nvGrpSpPr>
        <p:grpSpPr>
          <a:xfrm>
            <a:off x="119288" y="163238"/>
            <a:ext cx="8837200" cy="4388712"/>
            <a:chOff x="119288" y="163238"/>
            <a:chExt cx="8837200" cy="4388712"/>
          </a:xfrm>
        </p:grpSpPr>
        <p:grpSp>
          <p:nvGrpSpPr>
            <p:cNvPr id="632" name="Google Shape;632;p13"/>
            <p:cNvGrpSpPr/>
            <p:nvPr/>
          </p:nvGrpSpPr>
          <p:grpSpPr>
            <a:xfrm flipH="1" rot="10800000">
              <a:off x="8658213" y="4229275"/>
              <a:ext cx="298275" cy="322675"/>
              <a:chOff x="8667225" y="681525"/>
              <a:chExt cx="298275" cy="322675"/>
            </a:xfrm>
          </p:grpSpPr>
          <p:sp>
            <p:nvSpPr>
              <p:cNvPr id="633" name="Google Shape;633;p13"/>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34" name="Google Shape;634;p13"/>
              <p:cNvSpPr/>
              <p:nvPr/>
            </p:nvSpPr>
            <p:spPr>
              <a:xfrm rot="10800000">
                <a:off x="8825400" y="68152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35" name="Google Shape;635;p13"/>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636" name="Google Shape;636;p13"/>
            <p:cNvGrpSpPr/>
            <p:nvPr/>
          </p:nvGrpSpPr>
          <p:grpSpPr>
            <a:xfrm flipH="1" rot="10800000">
              <a:off x="119288" y="163238"/>
              <a:ext cx="406275" cy="563575"/>
              <a:chOff x="140150" y="4340075"/>
              <a:chExt cx="406275" cy="563575"/>
            </a:xfrm>
          </p:grpSpPr>
          <p:sp>
            <p:nvSpPr>
              <p:cNvPr id="637" name="Google Shape;637;p13"/>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38" name="Google Shape;638;p13"/>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39" name="Google Shape;639;p13"/>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0" name="Google Shape;640;p13"/>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641" name="Google Shape;641;p13"/>
          <p:cNvGrpSpPr/>
          <p:nvPr/>
        </p:nvGrpSpPr>
        <p:grpSpPr>
          <a:xfrm>
            <a:off x="-989788" y="-671217"/>
            <a:ext cx="10544675" cy="8105803"/>
            <a:chOff x="-989788" y="-671217"/>
            <a:chExt cx="10544675" cy="8105803"/>
          </a:xfrm>
        </p:grpSpPr>
        <p:grpSp>
          <p:nvGrpSpPr>
            <p:cNvPr id="642" name="Google Shape;642;p13"/>
            <p:cNvGrpSpPr/>
            <p:nvPr/>
          </p:nvGrpSpPr>
          <p:grpSpPr>
            <a:xfrm flipH="1">
              <a:off x="6491263" y="-671217"/>
              <a:ext cx="3063625" cy="3321711"/>
              <a:chOff x="-460575" y="-671217"/>
              <a:chExt cx="3063625" cy="3321711"/>
            </a:xfrm>
          </p:grpSpPr>
          <p:cxnSp>
            <p:nvCxnSpPr>
              <p:cNvPr id="643" name="Google Shape;643;p13"/>
              <p:cNvCxnSpPr>
                <a:stCxn id="644" idx="6"/>
                <a:endCxn id="645"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645" name="Google Shape;645;p13"/>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6" name="Google Shape;646;p13"/>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7" name="Google Shape;647;p13"/>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8" name="Google Shape;648;p13"/>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9" name="Google Shape;649;p13"/>
              <p:cNvSpPr/>
              <p:nvPr/>
            </p:nvSpPr>
            <p:spPr>
              <a:xfrm>
                <a:off x="382949" y="1317288"/>
                <a:ext cx="1434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50" name="Google Shape;650;p13"/>
              <p:cNvCxnSpPr>
                <a:stCxn id="649" idx="4"/>
                <a:endCxn id="647" idx="0"/>
              </p:cNvCxnSpPr>
              <p:nvPr/>
            </p:nvCxnSpPr>
            <p:spPr>
              <a:xfrm flipH="1">
                <a:off x="169049" y="1474788"/>
                <a:ext cx="285600" cy="1018200"/>
              </a:xfrm>
              <a:prstGeom prst="straightConnector1">
                <a:avLst/>
              </a:prstGeom>
              <a:noFill/>
              <a:ln cap="flat" cmpd="sng" w="9525">
                <a:solidFill>
                  <a:schemeClr val="dk2"/>
                </a:solidFill>
                <a:prstDash val="solid"/>
                <a:round/>
                <a:headEnd len="med" w="med" type="none"/>
                <a:tailEnd len="med" w="med" type="none"/>
              </a:ln>
            </p:spPr>
          </p:cxnSp>
          <p:cxnSp>
            <p:nvCxnSpPr>
              <p:cNvPr id="651" name="Google Shape;651;p13"/>
              <p:cNvCxnSpPr>
                <a:stCxn id="648" idx="4"/>
                <a:endCxn id="647"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652" name="Google Shape;652;p13"/>
              <p:cNvCxnSpPr>
                <a:stCxn id="648" idx="5"/>
                <a:endCxn id="649" idx="1"/>
              </p:cNvCxnSpPr>
              <p:nvPr/>
            </p:nvCxnSpPr>
            <p:spPr>
              <a:xfrm>
                <a:off x="199829" y="960741"/>
                <a:ext cx="204000" cy="379500"/>
              </a:xfrm>
              <a:prstGeom prst="straightConnector1">
                <a:avLst/>
              </a:prstGeom>
              <a:noFill/>
              <a:ln cap="flat" cmpd="sng" w="9525">
                <a:solidFill>
                  <a:schemeClr val="dk2"/>
                </a:solidFill>
                <a:prstDash val="solid"/>
                <a:round/>
                <a:headEnd len="med" w="med" type="none"/>
                <a:tailEnd len="med" w="med" type="none"/>
              </a:ln>
            </p:spPr>
          </p:cxnSp>
          <p:cxnSp>
            <p:nvCxnSpPr>
              <p:cNvPr id="653" name="Google Shape;653;p13"/>
              <p:cNvCxnSpPr>
                <a:stCxn id="648" idx="0"/>
                <a:endCxn id="646"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654" name="Google Shape;654;p13"/>
              <p:cNvCxnSpPr>
                <a:stCxn id="648" idx="7"/>
                <a:endCxn id="644"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655" name="Google Shape;655;p13"/>
              <p:cNvCxnSpPr>
                <a:stCxn id="646" idx="5"/>
                <a:endCxn id="644"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656" name="Google Shape;656;p13"/>
              <p:cNvCxnSpPr>
                <a:stCxn id="646" idx="6"/>
                <a:endCxn id="645"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657" name="Google Shape;657;p13"/>
              <p:cNvCxnSpPr>
                <a:stCxn id="658" idx="1"/>
                <a:endCxn id="646"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659" name="Google Shape;659;p13"/>
              <p:cNvCxnSpPr>
                <a:stCxn id="649" idx="0"/>
                <a:endCxn id="644" idx="4"/>
              </p:cNvCxnSpPr>
              <p:nvPr/>
            </p:nvCxnSpPr>
            <p:spPr>
              <a:xfrm rot="10800000">
                <a:off x="378449" y="456588"/>
                <a:ext cx="76200" cy="860700"/>
              </a:xfrm>
              <a:prstGeom prst="straightConnector1">
                <a:avLst/>
              </a:prstGeom>
              <a:noFill/>
              <a:ln cap="flat" cmpd="sng" w="9525">
                <a:solidFill>
                  <a:schemeClr val="dk2"/>
                </a:solidFill>
                <a:prstDash val="solid"/>
                <a:round/>
                <a:headEnd len="med" w="med" type="none"/>
                <a:tailEnd len="med" w="med" type="none"/>
              </a:ln>
            </p:spPr>
          </p:cxnSp>
          <p:cxnSp>
            <p:nvCxnSpPr>
              <p:cNvPr id="660" name="Google Shape;660;p13"/>
              <p:cNvCxnSpPr>
                <a:stCxn id="649" idx="0"/>
                <a:endCxn id="658" idx="3"/>
              </p:cNvCxnSpPr>
              <p:nvPr/>
            </p:nvCxnSpPr>
            <p:spPr>
              <a:xfrm flipH="1" rot="10800000">
                <a:off x="454649" y="268188"/>
                <a:ext cx="342000" cy="1049100"/>
              </a:xfrm>
              <a:prstGeom prst="straightConnector1">
                <a:avLst/>
              </a:prstGeom>
              <a:noFill/>
              <a:ln cap="flat" cmpd="sng" w="9525">
                <a:solidFill>
                  <a:schemeClr val="dk2"/>
                </a:solidFill>
                <a:prstDash val="solid"/>
                <a:round/>
                <a:headEnd len="med" w="med" type="none"/>
                <a:tailEnd len="med" w="med" type="none"/>
              </a:ln>
            </p:spPr>
          </p:cxnSp>
          <p:sp>
            <p:nvSpPr>
              <p:cNvPr id="661" name="Google Shape;661;p13"/>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62" name="Google Shape;662;p13"/>
              <p:cNvCxnSpPr>
                <a:stCxn id="646" idx="5"/>
                <a:endCxn id="661"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663" name="Google Shape;663;p13"/>
              <p:cNvCxnSpPr>
                <a:stCxn id="658" idx="7"/>
                <a:endCxn id="661"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664" name="Google Shape;664;p13"/>
              <p:cNvCxnSpPr>
                <a:stCxn id="661" idx="6"/>
                <a:endCxn id="645"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665" name="Google Shape;665;p13"/>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66" name="Google Shape;666;p13"/>
              <p:cNvCxnSpPr>
                <a:stCxn id="665" idx="0"/>
                <a:endCxn id="646"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667" name="Google Shape;667;p13"/>
              <p:cNvCxnSpPr>
                <a:stCxn id="665" idx="6"/>
                <a:endCxn id="644"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668" name="Google Shape;668;p13"/>
              <p:cNvCxnSpPr>
                <a:stCxn id="665" idx="5"/>
                <a:endCxn id="648"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669" name="Google Shape;669;p13"/>
              <p:cNvCxnSpPr>
                <a:stCxn id="665" idx="5"/>
                <a:endCxn id="647"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658" name="Google Shape;658;p13"/>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4" name="Google Shape;644;p13"/>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670" name="Google Shape;670;p13"/>
            <p:cNvGrpSpPr/>
            <p:nvPr/>
          </p:nvGrpSpPr>
          <p:grpSpPr>
            <a:xfrm rot="459949">
              <a:off x="-831023" y="4514858"/>
              <a:ext cx="4123087" cy="2656599"/>
              <a:chOff x="720013" y="4544655"/>
              <a:chExt cx="4122933" cy="2656500"/>
            </a:xfrm>
          </p:grpSpPr>
          <p:sp>
            <p:nvSpPr>
              <p:cNvPr id="671" name="Google Shape;671;p13"/>
              <p:cNvSpPr/>
              <p:nvPr/>
            </p:nvSpPr>
            <p:spPr>
              <a:xfrm rot="-9417549">
                <a:off x="4549660" y="4701311"/>
                <a:ext cx="128773" cy="12877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2" name="Google Shape;672;p13"/>
              <p:cNvSpPr/>
              <p:nvPr/>
            </p:nvSpPr>
            <p:spPr>
              <a:xfrm rot="-9417549">
                <a:off x="1761182" y="4936441"/>
                <a:ext cx="128773" cy="12877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3" name="Google Shape;673;p13"/>
              <p:cNvSpPr/>
              <p:nvPr/>
            </p:nvSpPr>
            <p:spPr>
              <a:xfrm rot="-9421326">
                <a:off x="3012797" y="4851722"/>
                <a:ext cx="265897" cy="265897"/>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4" name="Google Shape;674;p13"/>
              <p:cNvSpPr/>
              <p:nvPr/>
            </p:nvSpPr>
            <p:spPr>
              <a:xfrm rot="-9414352">
                <a:off x="2945862" y="6000076"/>
                <a:ext cx="86426" cy="8642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5" name="Google Shape;675;p13"/>
              <p:cNvSpPr/>
              <p:nvPr/>
            </p:nvSpPr>
            <p:spPr>
              <a:xfrm rot="-9422930">
                <a:off x="3430718" y="6873877"/>
                <a:ext cx="63855" cy="63855"/>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6" name="Google Shape;676;p13"/>
              <p:cNvSpPr/>
              <p:nvPr/>
            </p:nvSpPr>
            <p:spPr>
              <a:xfrm rot="-9414352">
                <a:off x="1807960" y="6172505"/>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7" name="Google Shape;677;p13"/>
              <p:cNvSpPr/>
              <p:nvPr/>
            </p:nvSpPr>
            <p:spPr>
              <a:xfrm rot="-9414352">
                <a:off x="3731053" y="4665484"/>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8" name="Google Shape;678;p13"/>
              <p:cNvSpPr/>
              <p:nvPr/>
            </p:nvSpPr>
            <p:spPr>
              <a:xfrm rot="-9421558">
                <a:off x="740331" y="4726434"/>
                <a:ext cx="130664" cy="130664"/>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79" name="Google Shape;679;p13"/>
              <p:cNvCxnSpPr>
                <a:stCxn id="675" idx="5"/>
                <a:endCxn id="674" idx="1"/>
              </p:cNvCxnSpPr>
              <p:nvPr/>
            </p:nvCxnSpPr>
            <p:spPr>
              <a:xfrm rot="10340870">
                <a:off x="3060066" y="6057182"/>
                <a:ext cx="335689" cy="845161"/>
              </a:xfrm>
              <a:prstGeom prst="straightConnector1">
                <a:avLst/>
              </a:prstGeom>
              <a:noFill/>
              <a:ln cap="flat" cmpd="sng" w="9525">
                <a:solidFill>
                  <a:schemeClr val="dk2"/>
                </a:solidFill>
                <a:prstDash val="solid"/>
                <a:round/>
                <a:headEnd len="med" w="med" type="none"/>
                <a:tailEnd len="med" w="med" type="none"/>
              </a:ln>
            </p:spPr>
          </p:cxnSp>
          <p:cxnSp>
            <p:nvCxnSpPr>
              <p:cNvPr id="680" name="Google Shape;680;p13"/>
              <p:cNvCxnSpPr>
                <a:stCxn id="676" idx="4"/>
                <a:endCxn id="674" idx="7"/>
              </p:cNvCxnSpPr>
              <p:nvPr/>
            </p:nvCxnSpPr>
            <p:spPr>
              <a:xfrm rot="-459755">
                <a:off x="1865221" y="6103386"/>
                <a:ext cx="1086704" cy="28766"/>
              </a:xfrm>
              <a:prstGeom prst="straightConnector1">
                <a:avLst/>
              </a:prstGeom>
              <a:noFill/>
              <a:ln cap="flat" cmpd="sng" w="9525">
                <a:solidFill>
                  <a:schemeClr val="dk2"/>
                </a:solidFill>
                <a:prstDash val="solid"/>
                <a:round/>
                <a:headEnd len="med" w="med" type="none"/>
                <a:tailEnd len="med" w="med" type="none"/>
              </a:ln>
            </p:spPr>
          </p:cxnSp>
          <p:cxnSp>
            <p:nvCxnSpPr>
              <p:cNvPr id="681" name="Google Shape;681;p13"/>
              <p:cNvCxnSpPr>
                <a:stCxn id="671" idx="0"/>
                <a:endCxn id="675" idx="3"/>
              </p:cNvCxnSpPr>
              <p:nvPr/>
            </p:nvCxnSpPr>
            <p:spPr>
              <a:xfrm flipH="1" rot="-459979">
                <a:off x="3359205" y="4907332"/>
                <a:ext cx="1362781" cy="1904031"/>
              </a:xfrm>
              <a:prstGeom prst="straightConnector1">
                <a:avLst/>
              </a:prstGeom>
              <a:noFill/>
              <a:ln cap="flat" cmpd="sng" w="9525">
                <a:solidFill>
                  <a:schemeClr val="dk2"/>
                </a:solidFill>
                <a:prstDash val="solid"/>
                <a:round/>
                <a:headEnd len="med" w="med" type="none"/>
                <a:tailEnd len="med" w="med" type="none"/>
              </a:ln>
            </p:spPr>
          </p:cxnSp>
          <p:cxnSp>
            <p:nvCxnSpPr>
              <p:cNvPr id="682" name="Google Shape;682;p13"/>
              <p:cNvCxnSpPr>
                <a:stCxn id="675" idx="7"/>
                <a:endCxn id="676" idx="2"/>
              </p:cNvCxnSpPr>
              <p:nvPr/>
            </p:nvCxnSpPr>
            <p:spPr>
              <a:xfrm rot="10340005">
                <a:off x="1943581" y="6132795"/>
                <a:ext cx="1436945" cy="884790"/>
              </a:xfrm>
              <a:prstGeom prst="straightConnector1">
                <a:avLst/>
              </a:prstGeom>
              <a:noFill/>
              <a:ln cap="flat" cmpd="sng" w="9525">
                <a:solidFill>
                  <a:schemeClr val="dk2"/>
                </a:solidFill>
                <a:prstDash val="solid"/>
                <a:round/>
                <a:headEnd len="med" w="med" type="none"/>
                <a:tailEnd len="med" w="med" type="none"/>
              </a:ln>
            </p:spPr>
          </p:cxnSp>
          <p:cxnSp>
            <p:nvCxnSpPr>
              <p:cNvPr id="683" name="Google Shape;683;p13"/>
              <p:cNvCxnSpPr>
                <a:stCxn id="676" idx="6"/>
                <a:endCxn id="672" idx="1"/>
              </p:cNvCxnSpPr>
              <p:nvPr/>
            </p:nvCxnSpPr>
            <p:spPr>
              <a:xfrm flipH="1" rot="10342167">
                <a:off x="1735733" y="5068157"/>
                <a:ext cx="189781" cy="1123022"/>
              </a:xfrm>
              <a:prstGeom prst="straightConnector1">
                <a:avLst/>
              </a:prstGeom>
              <a:noFill/>
              <a:ln cap="flat" cmpd="sng" w="9525">
                <a:solidFill>
                  <a:schemeClr val="dk2"/>
                </a:solidFill>
                <a:prstDash val="solid"/>
                <a:round/>
                <a:headEnd len="med" w="med" type="none"/>
                <a:tailEnd len="med" w="med" type="none"/>
              </a:ln>
            </p:spPr>
          </p:cxnSp>
          <p:cxnSp>
            <p:nvCxnSpPr>
              <p:cNvPr id="684" name="Google Shape;684;p13"/>
              <p:cNvCxnSpPr>
                <a:stCxn id="674" idx="5"/>
                <a:endCxn id="672" idx="1"/>
              </p:cNvCxnSpPr>
              <p:nvPr/>
            </p:nvCxnSpPr>
            <p:spPr>
              <a:xfrm rot="10340111">
                <a:off x="1917642" y="4989902"/>
                <a:ext cx="987422" cy="1083988"/>
              </a:xfrm>
              <a:prstGeom prst="straightConnector1">
                <a:avLst/>
              </a:prstGeom>
              <a:noFill/>
              <a:ln cap="flat" cmpd="sng" w="9525">
                <a:solidFill>
                  <a:schemeClr val="dk2"/>
                </a:solidFill>
                <a:prstDash val="solid"/>
                <a:round/>
                <a:headEnd len="med" w="med" type="none"/>
                <a:tailEnd len="med" w="med" type="none"/>
              </a:ln>
            </p:spPr>
          </p:cxnSp>
          <p:cxnSp>
            <p:nvCxnSpPr>
              <p:cNvPr id="685" name="Google Shape;685;p13"/>
              <p:cNvCxnSpPr>
                <a:stCxn id="671" idx="6"/>
                <a:endCxn id="677" idx="3"/>
              </p:cNvCxnSpPr>
              <p:nvPr/>
            </p:nvCxnSpPr>
            <p:spPr>
              <a:xfrm rot="10340667">
                <a:off x="3820904" y="4643394"/>
                <a:ext cx="727383" cy="146206"/>
              </a:xfrm>
              <a:prstGeom prst="straightConnector1">
                <a:avLst/>
              </a:prstGeom>
              <a:noFill/>
              <a:ln cap="flat" cmpd="sng" w="9525">
                <a:solidFill>
                  <a:schemeClr val="dk2"/>
                </a:solidFill>
                <a:prstDash val="solid"/>
                <a:round/>
                <a:headEnd len="med" w="med" type="none"/>
                <a:tailEnd len="med" w="med" type="none"/>
              </a:ln>
            </p:spPr>
          </p:cxnSp>
          <p:cxnSp>
            <p:nvCxnSpPr>
              <p:cNvPr id="686" name="Google Shape;686;p13"/>
              <p:cNvCxnSpPr>
                <a:stCxn id="671" idx="7"/>
                <a:endCxn id="674" idx="3"/>
              </p:cNvCxnSpPr>
              <p:nvPr/>
            </p:nvCxnSpPr>
            <p:spPr>
              <a:xfrm flipH="1" rot="-459621">
                <a:off x="2953399" y="4896950"/>
                <a:ext cx="1676663" cy="1022849"/>
              </a:xfrm>
              <a:prstGeom prst="straightConnector1">
                <a:avLst/>
              </a:prstGeom>
              <a:noFill/>
              <a:ln cap="flat" cmpd="sng" w="9525">
                <a:solidFill>
                  <a:schemeClr val="dk2"/>
                </a:solidFill>
                <a:prstDash val="solid"/>
                <a:round/>
                <a:headEnd len="med" w="med" type="none"/>
                <a:tailEnd len="med" w="med" type="none"/>
              </a:ln>
            </p:spPr>
          </p:cxnSp>
          <p:cxnSp>
            <p:nvCxnSpPr>
              <p:cNvPr id="687" name="Google Shape;687;p13"/>
              <p:cNvCxnSpPr>
                <a:stCxn id="677" idx="7"/>
                <a:endCxn id="673" idx="3"/>
              </p:cNvCxnSpPr>
              <p:nvPr/>
            </p:nvCxnSpPr>
            <p:spPr>
              <a:xfrm flipH="1" rot="-458883">
                <a:off x="3256947" y="4756715"/>
                <a:ext cx="489151" cy="146206"/>
              </a:xfrm>
              <a:prstGeom prst="straightConnector1">
                <a:avLst/>
              </a:prstGeom>
              <a:noFill/>
              <a:ln cap="flat" cmpd="sng" w="9525">
                <a:solidFill>
                  <a:schemeClr val="dk2"/>
                </a:solidFill>
                <a:prstDash val="solid"/>
                <a:round/>
                <a:headEnd len="med" w="med" type="none"/>
                <a:tailEnd len="med" w="med" type="none"/>
              </a:ln>
            </p:spPr>
          </p:cxnSp>
          <p:cxnSp>
            <p:nvCxnSpPr>
              <p:cNvPr id="688" name="Google Shape;688;p13"/>
              <p:cNvCxnSpPr>
                <a:stCxn id="673" idx="0"/>
                <a:endCxn id="674" idx="5"/>
              </p:cNvCxnSpPr>
              <p:nvPr/>
            </p:nvCxnSpPr>
            <p:spPr>
              <a:xfrm flipH="1" rot="-457956">
                <a:off x="2913686" y="5119069"/>
                <a:ext cx="239421" cy="872103"/>
              </a:xfrm>
              <a:prstGeom prst="straightConnector1">
                <a:avLst/>
              </a:prstGeom>
              <a:noFill/>
              <a:ln cap="flat" cmpd="sng" w="9525">
                <a:solidFill>
                  <a:schemeClr val="dk2"/>
                </a:solidFill>
                <a:prstDash val="solid"/>
                <a:round/>
                <a:headEnd len="med" w="med" type="none"/>
                <a:tailEnd len="med" w="med" type="none"/>
              </a:ln>
            </p:spPr>
          </p:cxnSp>
          <p:cxnSp>
            <p:nvCxnSpPr>
              <p:cNvPr id="689" name="Google Shape;689;p13"/>
              <p:cNvCxnSpPr>
                <a:stCxn id="678" idx="2"/>
                <a:endCxn id="672" idx="6"/>
              </p:cNvCxnSpPr>
              <p:nvPr/>
            </p:nvCxnSpPr>
            <p:spPr>
              <a:xfrm rot="-459512">
                <a:off x="880378" y="4757982"/>
                <a:ext cx="871171" cy="276969"/>
              </a:xfrm>
              <a:prstGeom prst="straightConnector1">
                <a:avLst/>
              </a:prstGeom>
              <a:noFill/>
              <a:ln cap="flat" cmpd="sng" w="9525">
                <a:solidFill>
                  <a:schemeClr val="dk2"/>
                </a:solidFill>
                <a:prstDash val="solid"/>
                <a:round/>
                <a:headEnd len="med" w="med" type="none"/>
                <a:tailEnd len="med" w="med" type="none"/>
              </a:ln>
            </p:spPr>
          </p:cxnSp>
          <p:cxnSp>
            <p:nvCxnSpPr>
              <p:cNvPr id="690" name="Google Shape;690;p13"/>
              <p:cNvCxnSpPr>
                <a:stCxn id="675" idx="6"/>
                <a:endCxn id="678" idx="1"/>
              </p:cNvCxnSpPr>
              <p:nvPr/>
            </p:nvCxnSpPr>
            <p:spPr>
              <a:xfrm rot="10340068">
                <a:off x="977936" y="4687960"/>
                <a:ext cx="2307521" cy="2369889"/>
              </a:xfrm>
              <a:prstGeom prst="straightConnector1">
                <a:avLst/>
              </a:prstGeom>
              <a:noFill/>
              <a:ln cap="flat" cmpd="sng" w="9525">
                <a:solidFill>
                  <a:schemeClr val="dk2"/>
                </a:solidFill>
                <a:prstDash val="solid"/>
                <a:round/>
                <a:headEnd len="med" w="med" type="none"/>
                <a:tailEnd len="med" w="med" type="none"/>
              </a:ln>
            </p:spPr>
          </p:cxnSp>
          <p:sp>
            <p:nvSpPr>
              <p:cNvPr id="691" name="Google Shape;691;p13"/>
              <p:cNvSpPr/>
              <p:nvPr/>
            </p:nvSpPr>
            <p:spPr>
              <a:xfrm rot="-9414352">
                <a:off x="1960639" y="4664187"/>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92" name="Google Shape;692;p13"/>
              <p:cNvCxnSpPr>
                <a:stCxn id="678" idx="3"/>
                <a:endCxn id="691" idx="7"/>
              </p:cNvCxnSpPr>
              <p:nvPr/>
            </p:nvCxnSpPr>
            <p:spPr>
              <a:xfrm rot="-459667">
                <a:off x="868246" y="4693901"/>
                <a:ext cx="1093662" cy="102929"/>
              </a:xfrm>
              <a:prstGeom prst="straightConnector1">
                <a:avLst/>
              </a:prstGeom>
              <a:noFill/>
              <a:ln cap="flat" cmpd="sng" w="9525">
                <a:solidFill>
                  <a:schemeClr val="dk2"/>
                </a:solidFill>
                <a:prstDash val="solid"/>
                <a:round/>
                <a:headEnd len="med" w="med" type="none"/>
                <a:tailEnd len="med" w="med" type="none"/>
              </a:ln>
            </p:spPr>
          </p:cxnSp>
          <p:cxnSp>
            <p:nvCxnSpPr>
              <p:cNvPr id="693" name="Google Shape;693;p13"/>
              <p:cNvCxnSpPr>
                <a:stCxn id="691" idx="2"/>
                <a:endCxn id="673" idx="6"/>
              </p:cNvCxnSpPr>
              <p:nvPr/>
            </p:nvCxnSpPr>
            <p:spPr>
              <a:xfrm rot="-459508">
                <a:off x="2061896" y="4659992"/>
                <a:ext cx="943213" cy="337216"/>
              </a:xfrm>
              <a:prstGeom prst="straightConnector1">
                <a:avLst/>
              </a:prstGeom>
              <a:noFill/>
              <a:ln cap="flat" cmpd="sng" w="9525">
                <a:solidFill>
                  <a:schemeClr val="dk2"/>
                </a:solidFill>
                <a:prstDash val="solid"/>
                <a:round/>
                <a:headEnd len="med" w="med" type="none"/>
                <a:tailEnd len="med" w="med" type="none"/>
              </a:ln>
            </p:spPr>
          </p:cxnSp>
          <p:cxnSp>
            <p:nvCxnSpPr>
              <p:cNvPr id="694" name="Google Shape;694;p13"/>
              <p:cNvCxnSpPr>
                <a:stCxn id="691" idx="0"/>
                <a:endCxn id="672" idx="4"/>
              </p:cNvCxnSpPr>
              <p:nvPr/>
            </p:nvCxnSpPr>
            <p:spPr>
              <a:xfrm flipH="1" rot="-463310">
                <a:off x="1838574" y="4757163"/>
                <a:ext cx="160758" cy="174674"/>
              </a:xfrm>
              <a:prstGeom prst="straightConnector1">
                <a:avLst/>
              </a:prstGeom>
              <a:noFill/>
              <a:ln cap="flat" cmpd="sng" w="9525">
                <a:solidFill>
                  <a:schemeClr val="dk2"/>
                </a:solidFill>
                <a:prstDash val="solid"/>
                <a:round/>
                <a:headEnd len="med" w="med" type="none"/>
                <a:tailEnd len="med" w="med" type="none"/>
              </a:ln>
            </p:spPr>
          </p:cxnSp>
          <p:cxnSp>
            <p:nvCxnSpPr>
              <p:cNvPr id="695" name="Google Shape;695;p13"/>
              <p:cNvCxnSpPr>
                <a:stCxn id="691" idx="1"/>
                <a:endCxn id="674" idx="5"/>
              </p:cNvCxnSpPr>
              <p:nvPr/>
            </p:nvCxnSpPr>
            <p:spPr>
              <a:xfrm rot="-459275">
                <a:off x="2108012" y="4689612"/>
                <a:ext cx="777024" cy="1371563"/>
              </a:xfrm>
              <a:prstGeom prst="straightConnector1">
                <a:avLst/>
              </a:prstGeom>
              <a:noFill/>
              <a:ln cap="flat" cmpd="sng" w="9525">
                <a:solidFill>
                  <a:schemeClr val="dk2"/>
                </a:solidFill>
                <a:prstDash val="solid"/>
                <a:round/>
                <a:headEnd len="med" w="med" type="none"/>
                <a:tailEnd len="med" w="med" type="none"/>
              </a:ln>
            </p:spPr>
          </p:cxnSp>
          <p:sp>
            <p:nvSpPr>
              <p:cNvPr id="696" name="Google Shape;696;p13"/>
              <p:cNvSpPr/>
              <p:nvPr/>
            </p:nvSpPr>
            <p:spPr>
              <a:xfrm rot="-9417549">
                <a:off x="3933996" y="4880048"/>
                <a:ext cx="128773" cy="12877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97" name="Google Shape;697;p13"/>
              <p:cNvCxnSpPr>
                <a:stCxn id="673" idx="2"/>
                <a:endCxn id="696" idx="7"/>
              </p:cNvCxnSpPr>
              <p:nvPr/>
            </p:nvCxnSpPr>
            <p:spPr>
              <a:xfrm rot="-460738">
                <a:off x="3266626" y="4991469"/>
                <a:ext cx="673540" cy="22105"/>
              </a:xfrm>
              <a:prstGeom prst="straightConnector1">
                <a:avLst/>
              </a:prstGeom>
              <a:noFill/>
              <a:ln cap="flat" cmpd="sng" w="9525">
                <a:solidFill>
                  <a:schemeClr val="dk2"/>
                </a:solidFill>
                <a:prstDash val="solid"/>
                <a:round/>
                <a:headEnd len="med" w="med" type="none"/>
                <a:tailEnd len="med" w="med" type="none"/>
              </a:ln>
            </p:spPr>
          </p:cxnSp>
          <p:cxnSp>
            <p:nvCxnSpPr>
              <p:cNvPr id="698" name="Google Shape;698;p13"/>
              <p:cNvCxnSpPr>
                <a:stCxn id="696" idx="3"/>
                <a:endCxn id="671" idx="7"/>
              </p:cNvCxnSpPr>
              <p:nvPr/>
            </p:nvCxnSpPr>
            <p:spPr>
              <a:xfrm flipH="1" rot="10340841">
                <a:off x="4051630" y="4823477"/>
                <a:ext cx="509135" cy="63260"/>
              </a:xfrm>
              <a:prstGeom prst="straightConnector1">
                <a:avLst/>
              </a:prstGeom>
              <a:noFill/>
              <a:ln cap="flat" cmpd="sng" w="9525">
                <a:solidFill>
                  <a:schemeClr val="dk2"/>
                </a:solidFill>
                <a:prstDash val="solid"/>
                <a:round/>
                <a:headEnd len="med" w="med" type="none"/>
                <a:tailEnd len="med" w="med" type="none"/>
              </a:ln>
            </p:spPr>
          </p:cxnSp>
          <p:cxnSp>
            <p:nvCxnSpPr>
              <p:cNvPr id="699" name="Google Shape;699;p13"/>
              <p:cNvCxnSpPr>
                <a:stCxn id="674" idx="4"/>
                <a:endCxn id="696" idx="0"/>
              </p:cNvCxnSpPr>
              <p:nvPr/>
            </p:nvCxnSpPr>
            <p:spPr>
              <a:xfrm flipH="1" rot="10339578">
                <a:off x="2943686" y="5072692"/>
                <a:ext cx="1091878" cy="861794"/>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
    <p:spTree>
      <p:nvGrpSpPr>
        <p:cNvPr id="700" name="Shape 700"/>
        <p:cNvGrpSpPr/>
        <p:nvPr/>
      </p:nvGrpSpPr>
      <p:grpSpPr>
        <a:xfrm>
          <a:off x="0" y="0"/>
          <a:ext cx="0" cy="0"/>
          <a:chOff x="0" y="0"/>
          <a:chExt cx="0" cy="0"/>
        </a:xfrm>
      </p:grpSpPr>
      <p:sp>
        <p:nvSpPr>
          <p:cNvPr id="701" name="Google Shape;701;p14"/>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02" name="Google Shape;702;p14"/>
          <p:cNvGrpSpPr/>
          <p:nvPr/>
        </p:nvGrpSpPr>
        <p:grpSpPr>
          <a:xfrm>
            <a:off x="190301" y="174004"/>
            <a:ext cx="8808974" cy="4007621"/>
            <a:chOff x="190301" y="174004"/>
            <a:chExt cx="8808974" cy="4007621"/>
          </a:xfrm>
        </p:grpSpPr>
        <p:grpSp>
          <p:nvGrpSpPr>
            <p:cNvPr id="703" name="Google Shape;703;p14"/>
            <p:cNvGrpSpPr/>
            <p:nvPr/>
          </p:nvGrpSpPr>
          <p:grpSpPr>
            <a:xfrm rot="10800000">
              <a:off x="190301" y="3858950"/>
              <a:ext cx="298275" cy="322675"/>
              <a:chOff x="8667225" y="681525"/>
              <a:chExt cx="298275" cy="322675"/>
            </a:xfrm>
          </p:grpSpPr>
          <p:sp>
            <p:nvSpPr>
              <p:cNvPr id="704" name="Google Shape;704;p14"/>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05" name="Google Shape;705;p14"/>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06" name="Google Shape;706;p14"/>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707" name="Google Shape;707;p14"/>
            <p:cNvGrpSpPr/>
            <p:nvPr/>
          </p:nvGrpSpPr>
          <p:grpSpPr>
            <a:xfrm rot="-5139163">
              <a:off x="8591694" y="201328"/>
              <a:ext cx="406266" cy="379191"/>
              <a:chOff x="140150" y="4657175"/>
              <a:chExt cx="406275" cy="379200"/>
            </a:xfrm>
          </p:grpSpPr>
          <p:sp>
            <p:nvSpPr>
              <p:cNvPr id="708" name="Google Shape;708;p14"/>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09" name="Google Shape;709;p14"/>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0" name="Google Shape;710;p14"/>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1" name="Google Shape;711;p14"/>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712" name="Google Shape;712;p14"/>
          <p:cNvGrpSpPr/>
          <p:nvPr/>
        </p:nvGrpSpPr>
        <p:grpSpPr>
          <a:xfrm>
            <a:off x="115024" y="-2374836"/>
            <a:ext cx="8971639" cy="9886184"/>
            <a:chOff x="115024" y="-2374836"/>
            <a:chExt cx="8971639" cy="9886184"/>
          </a:xfrm>
        </p:grpSpPr>
        <p:grpSp>
          <p:nvGrpSpPr>
            <p:cNvPr id="713" name="Google Shape;713;p14"/>
            <p:cNvGrpSpPr/>
            <p:nvPr/>
          </p:nvGrpSpPr>
          <p:grpSpPr>
            <a:xfrm flipH="1">
              <a:off x="115024" y="-2374836"/>
              <a:ext cx="3687215" cy="3485542"/>
              <a:chOff x="5337386" y="-2374836"/>
              <a:chExt cx="3687215" cy="3485542"/>
            </a:xfrm>
          </p:grpSpPr>
          <p:sp>
            <p:nvSpPr>
              <p:cNvPr id="714" name="Google Shape;714;p14"/>
              <p:cNvSpPr/>
              <p:nvPr/>
            </p:nvSpPr>
            <p:spPr>
              <a:xfrm rot="9698973">
                <a:off x="8256504" y="-2357857"/>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5" name="Google Shape;715;p14"/>
              <p:cNvSpPr/>
              <p:nvPr/>
            </p:nvSpPr>
            <p:spPr>
              <a:xfrm rot="9699868">
                <a:off x="6325487" y="-94127"/>
                <a:ext cx="164028" cy="164028"/>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6" name="Google Shape;716;p14"/>
              <p:cNvSpPr/>
              <p:nvPr/>
            </p:nvSpPr>
            <p:spPr>
              <a:xfrm rot="9695130">
                <a:off x="7230532" y="-1291785"/>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7" name="Google Shape;717;p14"/>
              <p:cNvSpPr/>
              <p:nvPr/>
            </p:nvSpPr>
            <p:spPr>
              <a:xfrm rot="9708981">
                <a:off x="8013809" y="-15157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8" name="Google Shape;718;p14"/>
              <p:cNvSpPr/>
              <p:nvPr/>
            </p:nvSpPr>
            <p:spPr>
              <a:xfrm rot="9699377">
                <a:off x="8889724" y="131264"/>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9" name="Google Shape;719;p14"/>
              <p:cNvSpPr/>
              <p:nvPr/>
            </p:nvSpPr>
            <p:spPr>
              <a:xfrm rot="-9307649">
                <a:off x="7169475" y="191656"/>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20" name="Google Shape;720;p14"/>
              <p:cNvSpPr/>
              <p:nvPr/>
            </p:nvSpPr>
            <p:spPr>
              <a:xfrm rot="9708981">
                <a:off x="7609568" y="-1824766"/>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21" name="Google Shape;721;p14"/>
              <p:cNvSpPr/>
              <p:nvPr/>
            </p:nvSpPr>
            <p:spPr>
              <a:xfrm rot="9698900">
                <a:off x="5354617" y="277974"/>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22" name="Google Shape;722;p14"/>
              <p:cNvCxnSpPr>
                <a:stCxn id="718" idx="5"/>
                <a:endCxn id="717" idx="1"/>
              </p:cNvCxnSpPr>
              <p:nvPr/>
            </p:nvCxnSpPr>
            <p:spPr>
              <a:xfrm rot="10800000">
                <a:off x="8095656" y="-88788"/>
                <a:ext cx="800400" cy="252900"/>
              </a:xfrm>
              <a:prstGeom prst="straightConnector1">
                <a:avLst/>
              </a:prstGeom>
              <a:noFill/>
              <a:ln cap="flat" cmpd="sng" w="9525">
                <a:solidFill>
                  <a:schemeClr val="dk2"/>
                </a:solidFill>
                <a:prstDash val="solid"/>
                <a:round/>
                <a:headEnd len="med" w="med" type="none"/>
                <a:tailEnd len="med" w="med" type="none"/>
              </a:ln>
            </p:spPr>
          </p:cxnSp>
          <p:cxnSp>
            <p:nvCxnSpPr>
              <p:cNvPr id="723" name="Google Shape;723;p14"/>
              <p:cNvCxnSpPr>
                <a:stCxn id="719" idx="4"/>
                <a:endCxn id="717" idx="6"/>
              </p:cNvCxnSpPr>
              <p:nvPr/>
            </p:nvCxnSpPr>
            <p:spPr>
              <a:xfrm flipH="1" rot="10800000">
                <a:off x="7230777" y="-9474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724" name="Google Shape;724;p14"/>
              <p:cNvCxnSpPr>
                <a:stCxn id="714" idx="0"/>
                <a:endCxn id="718" idx="4"/>
              </p:cNvCxnSpPr>
              <p:nvPr/>
            </p:nvCxnSpPr>
            <p:spPr>
              <a:xfrm>
                <a:off x="8341075" y="-2232486"/>
                <a:ext cx="589500" cy="2366700"/>
              </a:xfrm>
              <a:prstGeom prst="straightConnector1">
                <a:avLst/>
              </a:prstGeom>
              <a:noFill/>
              <a:ln cap="flat" cmpd="sng" w="9525">
                <a:solidFill>
                  <a:schemeClr val="dk2"/>
                </a:solidFill>
                <a:prstDash val="solid"/>
                <a:round/>
                <a:headEnd len="med" w="med" type="none"/>
                <a:tailEnd len="med" w="med" type="none"/>
              </a:ln>
            </p:spPr>
          </p:cxnSp>
          <p:cxnSp>
            <p:nvCxnSpPr>
              <p:cNvPr id="725" name="Google Shape;725;p14"/>
              <p:cNvCxnSpPr>
                <a:stCxn id="718" idx="6"/>
                <a:endCxn id="719" idx="2"/>
              </p:cNvCxnSpPr>
              <p:nvPr/>
            </p:nvCxnSpPr>
            <p:spPr>
              <a:xfrm flipH="1">
                <a:off x="7251752" y="209591"/>
                <a:ext cx="1641000" cy="43500"/>
              </a:xfrm>
              <a:prstGeom prst="straightConnector1">
                <a:avLst/>
              </a:prstGeom>
              <a:noFill/>
              <a:ln cap="flat" cmpd="sng" w="9525">
                <a:solidFill>
                  <a:schemeClr val="dk2"/>
                </a:solidFill>
                <a:prstDash val="solid"/>
                <a:round/>
                <a:headEnd len="med" w="med" type="none"/>
                <a:tailEnd len="med" w="med" type="none"/>
              </a:ln>
            </p:spPr>
          </p:cxnSp>
          <p:cxnSp>
            <p:nvCxnSpPr>
              <p:cNvPr id="726" name="Google Shape;726;p14"/>
              <p:cNvCxnSpPr>
                <a:stCxn id="719" idx="6"/>
                <a:endCxn id="715" idx="1"/>
              </p:cNvCxnSpPr>
              <p:nvPr/>
            </p:nvCxnSpPr>
            <p:spPr>
              <a:xfrm rot="10800000">
                <a:off x="6480777" y="24658"/>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727" name="Google Shape;727;p14"/>
              <p:cNvCxnSpPr>
                <a:stCxn id="717" idx="6"/>
                <a:endCxn id="715" idx="1"/>
              </p:cNvCxnSpPr>
              <p:nvPr/>
            </p:nvCxnSpPr>
            <p:spPr>
              <a:xfrm flipH="1">
                <a:off x="6480870" y="-94816"/>
                <a:ext cx="1535100" cy="119400"/>
              </a:xfrm>
              <a:prstGeom prst="straightConnector1">
                <a:avLst/>
              </a:prstGeom>
              <a:noFill/>
              <a:ln cap="flat" cmpd="sng" w="9525">
                <a:solidFill>
                  <a:schemeClr val="dk2"/>
                </a:solidFill>
                <a:prstDash val="solid"/>
                <a:round/>
                <a:headEnd len="med" w="med" type="none"/>
                <a:tailEnd len="med" w="med" type="none"/>
              </a:ln>
            </p:spPr>
          </p:cxnSp>
          <p:cxnSp>
            <p:nvCxnSpPr>
              <p:cNvPr id="728" name="Google Shape;728;p14"/>
              <p:cNvCxnSpPr>
                <a:stCxn id="714" idx="6"/>
                <a:endCxn id="720" idx="3"/>
              </p:cNvCxnSpPr>
              <p:nvPr/>
            </p:nvCxnSpPr>
            <p:spPr>
              <a:xfrm flipH="1">
                <a:off x="7672375" y="-227328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729" name="Google Shape;729;p14"/>
              <p:cNvCxnSpPr>
                <a:stCxn id="714" idx="7"/>
                <a:endCxn id="717" idx="4"/>
              </p:cNvCxnSpPr>
              <p:nvPr/>
            </p:nvCxnSpPr>
            <p:spPr>
              <a:xfrm flipH="1">
                <a:off x="8043575" y="-223604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730" name="Google Shape;730;p14"/>
              <p:cNvCxnSpPr>
                <a:stCxn id="720" idx="7"/>
                <a:endCxn id="716" idx="3"/>
              </p:cNvCxnSpPr>
              <p:nvPr/>
            </p:nvCxnSpPr>
            <p:spPr>
              <a:xfrm flipH="1">
                <a:off x="7423012" y="-174289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731" name="Google Shape;731;p14"/>
              <p:cNvCxnSpPr>
                <a:stCxn id="716" idx="0"/>
                <a:endCxn id="717" idx="4"/>
              </p:cNvCxnSpPr>
              <p:nvPr/>
            </p:nvCxnSpPr>
            <p:spPr>
              <a:xfrm>
                <a:off x="7405490" y="-103267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732" name="Google Shape;732;p14"/>
              <p:cNvCxnSpPr>
                <a:stCxn id="721" idx="2"/>
                <a:endCxn id="715" idx="6"/>
              </p:cNvCxnSpPr>
              <p:nvPr/>
            </p:nvCxnSpPr>
            <p:spPr>
              <a:xfrm flipH="1" rot="10800000">
                <a:off x="5481836" y="13694"/>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733" name="Google Shape;733;p14"/>
              <p:cNvCxnSpPr>
                <a:stCxn id="719" idx="7"/>
                <a:endCxn id="721" idx="1"/>
              </p:cNvCxnSpPr>
              <p:nvPr/>
            </p:nvCxnSpPr>
            <p:spPr>
              <a:xfrm flipH="1">
                <a:off x="5478310" y="249658"/>
                <a:ext cx="1693800" cy="123000"/>
              </a:xfrm>
              <a:prstGeom prst="straightConnector1">
                <a:avLst/>
              </a:prstGeom>
              <a:noFill/>
              <a:ln cap="flat" cmpd="sng" w="9525">
                <a:solidFill>
                  <a:schemeClr val="dk2"/>
                </a:solidFill>
                <a:prstDash val="solid"/>
                <a:round/>
                <a:headEnd len="med" w="med" type="none"/>
                <a:tailEnd len="med" w="med" type="none"/>
              </a:ln>
            </p:spPr>
          </p:cxnSp>
          <p:sp>
            <p:nvSpPr>
              <p:cNvPr id="734" name="Google Shape;734;p14"/>
              <p:cNvSpPr/>
              <p:nvPr/>
            </p:nvSpPr>
            <p:spPr>
              <a:xfrm rot="9708981">
                <a:off x="6280042" y="-65569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35" name="Google Shape;735;p14"/>
              <p:cNvCxnSpPr>
                <a:stCxn id="721" idx="3"/>
                <a:endCxn id="734" idx="6"/>
              </p:cNvCxnSpPr>
              <p:nvPr/>
            </p:nvCxnSpPr>
            <p:spPr>
              <a:xfrm flipH="1" rot="10800000">
                <a:off x="5449161" y="-59889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736" name="Google Shape;736;p14"/>
              <p:cNvCxnSpPr>
                <a:stCxn id="734" idx="2"/>
                <a:endCxn id="716" idx="6"/>
              </p:cNvCxnSpPr>
              <p:nvPr/>
            </p:nvCxnSpPr>
            <p:spPr>
              <a:xfrm flipH="1" rot="10800000">
                <a:off x="6364402" y="-111673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737" name="Google Shape;737;p14"/>
              <p:cNvCxnSpPr>
                <a:stCxn id="734" idx="0"/>
                <a:endCxn id="715" idx="4"/>
              </p:cNvCxnSpPr>
              <p:nvPr/>
            </p:nvCxnSpPr>
            <p:spPr>
              <a:xfrm>
                <a:off x="6336802" y="-57133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738" name="Google Shape;738;p14"/>
              <p:cNvCxnSpPr>
                <a:stCxn id="734" idx="1"/>
                <a:endCxn id="717" idx="5"/>
              </p:cNvCxnSpPr>
              <p:nvPr/>
            </p:nvCxnSpPr>
            <p:spPr>
              <a:xfrm>
                <a:off x="6361911" y="-59291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739" name="Google Shape;739;p14"/>
              <p:cNvSpPr/>
              <p:nvPr/>
            </p:nvSpPr>
            <p:spPr>
              <a:xfrm rot="9698973">
                <a:off x="7912582" y="-1816833"/>
                <a:ext cx="128642" cy="128642"/>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40" name="Google Shape;740;p14"/>
              <p:cNvCxnSpPr>
                <a:stCxn id="716" idx="2"/>
                <a:endCxn id="739" idx="7"/>
              </p:cNvCxnSpPr>
              <p:nvPr/>
            </p:nvCxnSpPr>
            <p:spPr>
              <a:xfrm flipH="1" rot="10800000">
                <a:off x="7489640" y="-169492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741" name="Google Shape;741;p14"/>
              <p:cNvCxnSpPr>
                <a:stCxn id="739" idx="3"/>
                <a:endCxn id="714" idx="7"/>
              </p:cNvCxnSpPr>
              <p:nvPr/>
            </p:nvCxnSpPr>
            <p:spPr>
              <a:xfrm flipH="1" rot="10800000">
                <a:off x="8005753" y="-223600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742" name="Google Shape;742;p14"/>
              <p:cNvCxnSpPr>
                <a:stCxn id="717" idx="4"/>
                <a:endCxn id="739" idx="0"/>
              </p:cNvCxnSpPr>
              <p:nvPr/>
            </p:nvCxnSpPr>
            <p:spPr>
              <a:xfrm rot="10800000">
                <a:off x="7997070" y="-1691416"/>
                <a:ext cx="46500" cy="1542000"/>
              </a:xfrm>
              <a:prstGeom prst="straightConnector1">
                <a:avLst/>
              </a:prstGeom>
              <a:noFill/>
              <a:ln cap="flat" cmpd="sng" w="9525">
                <a:solidFill>
                  <a:schemeClr val="dk2"/>
                </a:solidFill>
                <a:prstDash val="solid"/>
                <a:round/>
                <a:headEnd len="med" w="med" type="none"/>
                <a:tailEnd len="med" w="med" type="none"/>
              </a:ln>
            </p:spPr>
          </p:cxnSp>
          <p:sp>
            <p:nvSpPr>
              <p:cNvPr id="743" name="Google Shape;743;p14"/>
              <p:cNvSpPr/>
              <p:nvPr/>
            </p:nvSpPr>
            <p:spPr>
              <a:xfrm rot="9700738">
                <a:off x="8739027" y="840659"/>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44" name="Google Shape;744;p14"/>
              <p:cNvCxnSpPr>
                <a:stCxn id="717" idx="0"/>
                <a:endCxn id="743" idx="4"/>
              </p:cNvCxnSpPr>
              <p:nvPr/>
            </p:nvCxnSpPr>
            <p:spPr>
              <a:xfrm>
                <a:off x="8070570" y="-67216"/>
                <a:ext cx="750300" cy="913800"/>
              </a:xfrm>
              <a:prstGeom prst="straightConnector1">
                <a:avLst/>
              </a:prstGeom>
              <a:noFill/>
              <a:ln cap="flat" cmpd="sng" w="9525">
                <a:solidFill>
                  <a:schemeClr val="dk2"/>
                </a:solidFill>
                <a:prstDash val="solid"/>
                <a:round/>
                <a:headEnd len="med" w="med" type="none"/>
                <a:tailEnd len="med" w="med" type="none"/>
              </a:ln>
            </p:spPr>
          </p:cxnSp>
          <p:cxnSp>
            <p:nvCxnSpPr>
              <p:cNvPr id="745" name="Google Shape;745;p14"/>
              <p:cNvCxnSpPr>
                <a:stCxn id="718" idx="7"/>
                <a:endCxn id="743" idx="3"/>
              </p:cNvCxnSpPr>
              <p:nvPr/>
            </p:nvCxnSpPr>
            <p:spPr>
              <a:xfrm flipH="1">
                <a:off x="8911773" y="244086"/>
                <a:ext cx="10800" cy="609300"/>
              </a:xfrm>
              <a:prstGeom prst="straightConnector1">
                <a:avLst/>
              </a:prstGeom>
              <a:noFill/>
              <a:ln cap="flat" cmpd="sng" w="9525">
                <a:solidFill>
                  <a:schemeClr val="dk2"/>
                </a:solidFill>
                <a:prstDash val="solid"/>
                <a:round/>
                <a:headEnd len="med" w="med" type="none"/>
                <a:tailEnd len="med" w="med" type="none"/>
              </a:ln>
            </p:spPr>
          </p:cxnSp>
        </p:grpSp>
        <p:grpSp>
          <p:nvGrpSpPr>
            <p:cNvPr id="746" name="Google Shape;746;p14"/>
            <p:cNvGrpSpPr/>
            <p:nvPr/>
          </p:nvGrpSpPr>
          <p:grpSpPr>
            <a:xfrm>
              <a:off x="4731484" y="3997585"/>
              <a:ext cx="4355179" cy="3513764"/>
              <a:chOff x="720009" y="3852908"/>
              <a:chExt cx="4355179" cy="3513764"/>
            </a:xfrm>
          </p:grpSpPr>
          <p:sp>
            <p:nvSpPr>
              <p:cNvPr id="747" name="Google Shape;747;p14"/>
              <p:cNvSpPr/>
              <p:nvPr/>
            </p:nvSpPr>
            <p:spPr>
              <a:xfrm rot="8759498">
                <a:off x="4842687" y="3890706"/>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48" name="Google Shape;748;p14"/>
              <p:cNvSpPr/>
              <p:nvPr/>
            </p:nvSpPr>
            <p:spPr>
              <a:xfrm rot="8759498">
                <a:off x="2275964" y="6863806"/>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49" name="Google Shape;749;p14"/>
              <p:cNvSpPr/>
              <p:nvPr/>
            </p:nvSpPr>
            <p:spPr>
              <a:xfrm rot="8760064">
                <a:off x="1605200" y="4894668"/>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0" name="Google Shape;750;p14"/>
              <p:cNvSpPr/>
              <p:nvPr/>
            </p:nvSpPr>
            <p:spPr>
              <a:xfrm rot="8752287">
                <a:off x="3601108" y="609149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1" name="Google Shape;751;p14"/>
              <p:cNvSpPr/>
              <p:nvPr/>
            </p:nvSpPr>
            <p:spPr>
              <a:xfrm rot="8754177">
                <a:off x="4682827" y="4819876"/>
                <a:ext cx="210847" cy="21084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2" name="Google Shape;752;p14"/>
              <p:cNvSpPr/>
              <p:nvPr/>
            </p:nvSpPr>
            <p:spPr>
              <a:xfrm rot="8752287">
                <a:off x="3494792" y="721083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3" name="Google Shape;753;p14"/>
              <p:cNvSpPr/>
              <p:nvPr/>
            </p:nvSpPr>
            <p:spPr>
              <a:xfrm rot="8752287">
                <a:off x="3265787" y="4938959"/>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4" name="Google Shape;754;p14"/>
              <p:cNvSpPr/>
              <p:nvPr/>
            </p:nvSpPr>
            <p:spPr>
              <a:xfrm rot="8754847">
                <a:off x="1467743" y="6207539"/>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55" name="Google Shape;755;p14"/>
              <p:cNvCxnSpPr>
                <a:stCxn id="752" idx="4"/>
                <a:endCxn id="750" idx="0"/>
              </p:cNvCxnSpPr>
              <p:nvPr/>
            </p:nvCxnSpPr>
            <p:spPr>
              <a:xfrm flipH="1" rot="10800000">
                <a:off x="3523426" y="6210771"/>
                <a:ext cx="179400" cy="1011300"/>
              </a:xfrm>
              <a:prstGeom prst="straightConnector1">
                <a:avLst/>
              </a:prstGeom>
              <a:noFill/>
              <a:ln cap="flat" cmpd="sng" w="9525">
                <a:solidFill>
                  <a:schemeClr val="dk2"/>
                </a:solidFill>
                <a:prstDash val="solid"/>
                <a:round/>
                <a:headEnd len="med" w="med" type="none"/>
                <a:tailEnd len="med" w="med" type="none"/>
              </a:ln>
            </p:spPr>
          </p:cxnSp>
          <p:cxnSp>
            <p:nvCxnSpPr>
              <p:cNvPr id="756" name="Google Shape;756;p14"/>
              <p:cNvCxnSpPr>
                <a:stCxn id="747" idx="7"/>
                <a:endCxn id="751" idx="3"/>
              </p:cNvCxnSpPr>
              <p:nvPr/>
            </p:nvCxnSpPr>
            <p:spPr>
              <a:xfrm flipH="1">
                <a:off x="4808077" y="4083623"/>
                <a:ext cx="113400" cy="738300"/>
              </a:xfrm>
              <a:prstGeom prst="straightConnector1">
                <a:avLst/>
              </a:prstGeom>
              <a:noFill/>
              <a:ln cap="flat" cmpd="sng" w="9525">
                <a:solidFill>
                  <a:schemeClr val="dk2"/>
                </a:solidFill>
                <a:prstDash val="solid"/>
                <a:round/>
                <a:headEnd len="med" w="med" type="none"/>
                <a:tailEnd len="med" w="med" type="none"/>
              </a:ln>
            </p:spPr>
          </p:cxnSp>
          <p:cxnSp>
            <p:nvCxnSpPr>
              <p:cNvPr id="757" name="Google Shape;757;p14"/>
              <p:cNvCxnSpPr>
                <a:stCxn id="751" idx="7"/>
                <a:endCxn id="752" idx="2"/>
              </p:cNvCxnSpPr>
              <p:nvPr/>
            </p:nvCxnSpPr>
            <p:spPr>
              <a:xfrm flipH="1">
                <a:off x="3613910" y="5028820"/>
                <a:ext cx="1154400" cy="2210700"/>
              </a:xfrm>
              <a:prstGeom prst="straightConnector1">
                <a:avLst/>
              </a:prstGeom>
              <a:noFill/>
              <a:ln cap="flat" cmpd="sng" w="9525">
                <a:solidFill>
                  <a:schemeClr val="dk2"/>
                </a:solidFill>
                <a:prstDash val="solid"/>
                <a:round/>
                <a:headEnd len="med" w="med" type="none"/>
                <a:tailEnd len="med" w="med" type="none"/>
              </a:ln>
            </p:spPr>
          </p:cxnSp>
          <p:cxnSp>
            <p:nvCxnSpPr>
              <p:cNvPr id="758" name="Google Shape;758;p14"/>
              <p:cNvCxnSpPr>
                <a:stCxn id="752" idx="6"/>
                <a:endCxn id="748" idx="1"/>
              </p:cNvCxnSpPr>
              <p:nvPr/>
            </p:nvCxnSpPr>
            <p:spPr>
              <a:xfrm rot="10800000">
                <a:off x="2468926" y="6979671"/>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759" name="Google Shape;759;p14"/>
              <p:cNvCxnSpPr>
                <a:stCxn id="750" idx="7"/>
                <a:endCxn id="748" idx="3"/>
              </p:cNvCxnSpPr>
              <p:nvPr/>
            </p:nvCxnSpPr>
            <p:spPr>
              <a:xfrm flipH="1">
                <a:off x="2391939" y="6220795"/>
                <a:ext cx="1262100" cy="644700"/>
              </a:xfrm>
              <a:prstGeom prst="straightConnector1">
                <a:avLst/>
              </a:prstGeom>
              <a:noFill/>
              <a:ln cap="flat" cmpd="sng" w="9525">
                <a:solidFill>
                  <a:schemeClr val="dk2"/>
                </a:solidFill>
                <a:prstDash val="solid"/>
                <a:round/>
                <a:headEnd len="med" w="med" type="none"/>
                <a:tailEnd len="med" w="med" type="none"/>
              </a:ln>
            </p:spPr>
          </p:cxnSp>
          <p:cxnSp>
            <p:nvCxnSpPr>
              <p:cNvPr id="760" name="Google Shape;760;p14"/>
              <p:cNvCxnSpPr>
                <a:stCxn id="747" idx="6"/>
                <a:endCxn id="753" idx="2"/>
              </p:cNvCxnSpPr>
              <p:nvPr/>
            </p:nvCxnSpPr>
            <p:spPr>
              <a:xfrm flipH="1">
                <a:off x="3385138" y="4042508"/>
                <a:ext cx="1474200" cy="925200"/>
              </a:xfrm>
              <a:prstGeom prst="straightConnector1">
                <a:avLst/>
              </a:prstGeom>
              <a:noFill/>
              <a:ln cap="flat" cmpd="sng" w="9525">
                <a:solidFill>
                  <a:schemeClr val="dk2"/>
                </a:solidFill>
                <a:prstDash val="solid"/>
                <a:round/>
                <a:headEnd len="med" w="med" type="none"/>
                <a:tailEnd len="med" w="med" type="none"/>
              </a:ln>
            </p:spPr>
          </p:cxnSp>
          <p:cxnSp>
            <p:nvCxnSpPr>
              <p:cNvPr id="761" name="Google Shape;761;p14"/>
              <p:cNvCxnSpPr>
                <a:stCxn id="753" idx="0"/>
                <a:endCxn id="750" idx="2"/>
              </p:cNvCxnSpPr>
              <p:nvPr/>
            </p:nvCxnSpPr>
            <p:spPr>
              <a:xfrm>
                <a:off x="3367622" y="5058194"/>
                <a:ext cx="352800" cy="1062000"/>
              </a:xfrm>
              <a:prstGeom prst="straightConnector1">
                <a:avLst/>
              </a:prstGeom>
              <a:noFill/>
              <a:ln cap="flat" cmpd="sng" w="9525">
                <a:solidFill>
                  <a:schemeClr val="dk2"/>
                </a:solidFill>
                <a:prstDash val="solid"/>
                <a:round/>
                <a:headEnd len="med" w="med" type="none"/>
                <a:tailEnd len="med" w="med" type="none"/>
              </a:ln>
            </p:spPr>
          </p:cxnSp>
          <p:cxnSp>
            <p:nvCxnSpPr>
              <p:cNvPr id="762" name="Google Shape;762;p14"/>
              <p:cNvCxnSpPr>
                <a:stCxn id="753" idx="5"/>
                <a:endCxn id="749" idx="1"/>
              </p:cNvCxnSpPr>
              <p:nvPr/>
            </p:nvCxnSpPr>
            <p:spPr>
              <a:xfrm flipH="1">
                <a:off x="2002758" y="4991890"/>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763" name="Google Shape;763;p14"/>
              <p:cNvCxnSpPr>
                <a:stCxn id="749" idx="0"/>
                <a:endCxn id="750" idx="5"/>
              </p:cNvCxnSpPr>
              <p:nvPr/>
            </p:nvCxnSpPr>
            <p:spPr>
              <a:xfrm>
                <a:off x="1918052" y="5261670"/>
                <a:ext cx="1684200" cy="882900"/>
              </a:xfrm>
              <a:prstGeom prst="straightConnector1">
                <a:avLst/>
              </a:prstGeom>
              <a:noFill/>
              <a:ln cap="flat" cmpd="sng" w="9525">
                <a:solidFill>
                  <a:schemeClr val="dk2"/>
                </a:solidFill>
                <a:prstDash val="solid"/>
                <a:round/>
                <a:headEnd len="med" w="med" type="none"/>
                <a:tailEnd len="med" w="med" type="none"/>
              </a:ln>
            </p:spPr>
          </p:cxnSp>
          <p:cxnSp>
            <p:nvCxnSpPr>
              <p:cNvPr id="764" name="Google Shape;764;p14"/>
              <p:cNvCxnSpPr>
                <a:stCxn id="749" idx="7"/>
                <a:endCxn id="754" idx="3"/>
              </p:cNvCxnSpPr>
              <p:nvPr/>
            </p:nvCxnSpPr>
            <p:spPr>
              <a:xfrm flipH="1">
                <a:off x="1525162" y="5292284"/>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765" name="Google Shape;765;p14"/>
              <p:cNvCxnSpPr>
                <a:stCxn id="750" idx="6"/>
                <a:endCxn id="754" idx="2"/>
              </p:cNvCxnSpPr>
              <p:nvPr/>
            </p:nvCxnSpPr>
            <p:spPr>
              <a:xfrm flipH="1">
                <a:off x="1555843" y="6193331"/>
                <a:ext cx="2056500" cy="35400"/>
              </a:xfrm>
              <a:prstGeom prst="straightConnector1">
                <a:avLst/>
              </a:prstGeom>
              <a:noFill/>
              <a:ln cap="flat" cmpd="sng" w="9525">
                <a:solidFill>
                  <a:schemeClr val="dk2"/>
                </a:solidFill>
                <a:prstDash val="solid"/>
                <a:round/>
                <a:headEnd len="med" w="med" type="none"/>
                <a:tailEnd len="med" w="med" type="none"/>
              </a:ln>
            </p:spPr>
          </p:cxnSp>
          <p:cxnSp>
            <p:nvCxnSpPr>
              <p:cNvPr id="766" name="Google Shape;766;p14"/>
              <p:cNvCxnSpPr>
                <a:stCxn id="754" idx="0"/>
                <a:endCxn id="748" idx="4"/>
              </p:cNvCxnSpPr>
              <p:nvPr/>
            </p:nvCxnSpPr>
            <p:spPr>
              <a:xfrm>
                <a:off x="1542920" y="6295616"/>
                <a:ext cx="775800" cy="584700"/>
              </a:xfrm>
              <a:prstGeom prst="straightConnector1">
                <a:avLst/>
              </a:prstGeom>
              <a:noFill/>
              <a:ln cap="flat" cmpd="sng" w="9525">
                <a:solidFill>
                  <a:schemeClr val="dk2"/>
                </a:solidFill>
                <a:prstDash val="solid"/>
                <a:round/>
                <a:headEnd len="med" w="med" type="none"/>
                <a:tailEnd len="med" w="med" type="none"/>
              </a:ln>
            </p:spPr>
          </p:cxnSp>
          <p:cxnSp>
            <p:nvCxnSpPr>
              <p:cNvPr id="767" name="Google Shape;767;p14"/>
              <p:cNvCxnSpPr>
                <a:stCxn id="752" idx="5"/>
                <a:endCxn id="754" idx="1"/>
              </p:cNvCxnSpPr>
              <p:nvPr/>
            </p:nvCxnSpPr>
            <p:spPr>
              <a:xfrm rot="10800000">
                <a:off x="1563363" y="6264768"/>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768" name="Google Shape;768;p14"/>
              <p:cNvCxnSpPr>
                <a:stCxn id="751" idx="6"/>
                <a:endCxn id="754" idx="1"/>
              </p:cNvCxnSpPr>
              <p:nvPr/>
            </p:nvCxnSpPr>
            <p:spPr>
              <a:xfrm flipH="1">
                <a:off x="1563250" y="4984400"/>
                <a:ext cx="3137700" cy="1280400"/>
              </a:xfrm>
              <a:prstGeom prst="straightConnector1">
                <a:avLst/>
              </a:prstGeom>
              <a:noFill/>
              <a:ln cap="flat" cmpd="sng" w="9525">
                <a:solidFill>
                  <a:schemeClr val="dk2"/>
                </a:solidFill>
                <a:prstDash val="solid"/>
                <a:round/>
                <a:headEnd len="med" w="med" type="none"/>
                <a:tailEnd len="med" w="med" type="none"/>
              </a:ln>
            </p:spPr>
          </p:cxnSp>
          <p:cxnSp>
            <p:nvCxnSpPr>
              <p:cNvPr id="769" name="Google Shape;769;p14"/>
              <p:cNvCxnSpPr>
                <a:stCxn id="751" idx="5"/>
                <a:endCxn id="753" idx="2"/>
              </p:cNvCxnSpPr>
              <p:nvPr/>
            </p:nvCxnSpPr>
            <p:spPr>
              <a:xfrm flipH="1">
                <a:off x="3385130" y="4905359"/>
                <a:ext cx="1299600" cy="62100"/>
              </a:xfrm>
              <a:prstGeom prst="straightConnector1">
                <a:avLst/>
              </a:prstGeom>
              <a:noFill/>
              <a:ln cap="flat" cmpd="sng" w="9525">
                <a:solidFill>
                  <a:schemeClr val="dk2"/>
                </a:solidFill>
                <a:prstDash val="solid"/>
                <a:round/>
                <a:headEnd len="med" w="med" type="none"/>
                <a:tailEnd len="med" w="med" type="none"/>
              </a:ln>
            </p:spPr>
          </p:cxnSp>
          <p:cxnSp>
            <p:nvCxnSpPr>
              <p:cNvPr id="770" name="Google Shape;770;p14"/>
              <p:cNvCxnSpPr>
                <a:stCxn id="748" idx="4"/>
                <a:endCxn id="749" idx="7"/>
              </p:cNvCxnSpPr>
              <p:nvPr/>
            </p:nvCxnSpPr>
            <p:spPr>
              <a:xfrm rot="10800000">
                <a:off x="1767465" y="5292257"/>
                <a:ext cx="551400" cy="1588200"/>
              </a:xfrm>
              <a:prstGeom prst="straightConnector1">
                <a:avLst/>
              </a:prstGeom>
              <a:noFill/>
              <a:ln cap="flat" cmpd="sng" w="9525">
                <a:solidFill>
                  <a:schemeClr val="dk2"/>
                </a:solidFill>
                <a:prstDash val="solid"/>
                <a:round/>
                <a:headEnd len="med" w="med" type="none"/>
                <a:tailEnd len="med" w="med" type="none"/>
              </a:ln>
            </p:spPr>
          </p:cxnSp>
          <p:sp>
            <p:nvSpPr>
              <p:cNvPr id="771" name="Google Shape;771;p14"/>
              <p:cNvSpPr/>
              <p:nvPr/>
            </p:nvSpPr>
            <p:spPr>
              <a:xfrm rot="8752287">
                <a:off x="745374" y="487673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72" name="Google Shape;772;p14"/>
              <p:cNvCxnSpPr>
                <a:stCxn id="754" idx="4"/>
                <a:endCxn id="771" idx="7"/>
              </p:cNvCxnSpPr>
              <p:nvPr/>
            </p:nvCxnSpPr>
            <p:spPr>
              <a:xfrm rot="10800000">
                <a:off x="798320" y="5005916"/>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773" name="Google Shape;773;p14"/>
              <p:cNvCxnSpPr>
                <a:stCxn id="771" idx="1"/>
                <a:endCxn id="749" idx="5"/>
              </p:cNvCxnSpPr>
              <p:nvPr/>
            </p:nvCxnSpPr>
            <p:spPr>
              <a:xfrm>
                <a:off x="874673" y="4954270"/>
                <a:ext cx="734100" cy="102900"/>
              </a:xfrm>
              <a:prstGeom prst="straightConnector1">
                <a:avLst/>
              </a:prstGeom>
              <a:noFill/>
              <a:ln cap="flat" cmpd="sng" w="9525">
                <a:solidFill>
                  <a:schemeClr val="dk2"/>
                </a:solidFill>
                <a:prstDash val="solid"/>
                <a:round/>
                <a:headEnd len="med" w="med" type="none"/>
                <a:tailEnd len="med" w="med" type="none"/>
              </a:ln>
            </p:spPr>
          </p:cxnSp>
          <p:sp>
            <p:nvSpPr>
              <p:cNvPr id="774" name="Google Shape;774;p14"/>
              <p:cNvSpPr/>
              <p:nvPr/>
            </p:nvSpPr>
            <p:spPr>
              <a:xfrm rot="8759498">
                <a:off x="1785083" y="451443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75" name="Google Shape;775;p14"/>
              <p:cNvCxnSpPr>
                <a:stCxn id="771" idx="2"/>
                <a:endCxn id="774" idx="5"/>
              </p:cNvCxnSpPr>
              <p:nvPr/>
            </p:nvCxnSpPr>
            <p:spPr>
              <a:xfrm flipH="1" rot="10800000">
                <a:off x="864609" y="4593367"/>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776" name="Google Shape;776;p14"/>
              <p:cNvCxnSpPr>
                <a:stCxn id="774" idx="1"/>
                <a:endCxn id="753" idx="5"/>
              </p:cNvCxnSpPr>
              <p:nvPr/>
            </p:nvCxnSpPr>
            <p:spPr>
              <a:xfrm>
                <a:off x="1977999" y="4630346"/>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777" name="Google Shape;777;p14"/>
              <p:cNvCxnSpPr>
                <a:stCxn id="774" idx="7"/>
                <a:endCxn id="749" idx="3"/>
              </p:cNvCxnSpPr>
              <p:nvPr/>
            </p:nvCxnSpPr>
            <p:spPr>
              <a:xfrm flipH="1">
                <a:off x="1844072" y="4707350"/>
                <a:ext cx="19800" cy="191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1_1">
    <p:spTree>
      <p:nvGrpSpPr>
        <p:cNvPr id="778" name="Shape 778"/>
        <p:cNvGrpSpPr/>
        <p:nvPr/>
      </p:nvGrpSpPr>
      <p:grpSpPr>
        <a:xfrm>
          <a:off x="0" y="0"/>
          <a:ext cx="0" cy="0"/>
          <a:chOff x="0" y="0"/>
          <a:chExt cx="0" cy="0"/>
        </a:xfrm>
      </p:grpSpPr>
      <p:sp>
        <p:nvSpPr>
          <p:cNvPr id="779" name="Google Shape;779;p15"/>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780" name="Google Shape;780;p15"/>
          <p:cNvGrpSpPr/>
          <p:nvPr/>
        </p:nvGrpSpPr>
        <p:grpSpPr>
          <a:xfrm>
            <a:off x="119476" y="1141150"/>
            <a:ext cx="7318880" cy="3862644"/>
            <a:chOff x="119476" y="1141150"/>
            <a:chExt cx="7318880" cy="3862644"/>
          </a:xfrm>
        </p:grpSpPr>
        <p:grpSp>
          <p:nvGrpSpPr>
            <p:cNvPr id="781" name="Google Shape;781;p15"/>
            <p:cNvGrpSpPr/>
            <p:nvPr/>
          </p:nvGrpSpPr>
          <p:grpSpPr>
            <a:xfrm rot="10800000">
              <a:off x="119476" y="1141150"/>
              <a:ext cx="298275" cy="322675"/>
              <a:chOff x="8667225" y="681525"/>
              <a:chExt cx="298275" cy="322675"/>
            </a:xfrm>
          </p:grpSpPr>
          <p:sp>
            <p:nvSpPr>
              <p:cNvPr id="782" name="Google Shape;782;p15"/>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3" name="Google Shape;783;p15"/>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4" name="Google Shape;784;p15"/>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785" name="Google Shape;785;p15"/>
            <p:cNvGrpSpPr/>
            <p:nvPr/>
          </p:nvGrpSpPr>
          <p:grpSpPr>
            <a:xfrm rot="-5139163">
              <a:off x="6960991" y="4509560"/>
              <a:ext cx="254304" cy="683114"/>
              <a:chOff x="140150" y="4353245"/>
              <a:chExt cx="254310" cy="683130"/>
            </a:xfrm>
          </p:grpSpPr>
          <p:sp>
            <p:nvSpPr>
              <p:cNvPr id="786" name="Google Shape;786;p15"/>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7" name="Google Shape;787;p15"/>
              <p:cNvSpPr/>
              <p:nvPr/>
            </p:nvSpPr>
            <p:spPr>
              <a:xfrm rot="10800000">
                <a:off x="146360" y="4668727"/>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8" name="Google Shape;788;p15"/>
              <p:cNvSpPr/>
              <p:nvPr/>
            </p:nvSpPr>
            <p:spPr>
              <a:xfrm rot="10800000">
                <a:off x="343160" y="4863902"/>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9" name="Google Shape;789;p15"/>
              <p:cNvSpPr/>
              <p:nvPr/>
            </p:nvSpPr>
            <p:spPr>
              <a:xfrm rot="10800000">
                <a:off x="141945" y="435324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790" name="Google Shape;790;p15"/>
          <p:cNvGrpSpPr/>
          <p:nvPr/>
        </p:nvGrpSpPr>
        <p:grpSpPr>
          <a:xfrm>
            <a:off x="-3264108" y="1062527"/>
            <a:ext cx="12699758" cy="5125916"/>
            <a:chOff x="-3264108" y="1062527"/>
            <a:chExt cx="12699758" cy="5125916"/>
          </a:xfrm>
        </p:grpSpPr>
        <p:grpSp>
          <p:nvGrpSpPr>
            <p:cNvPr id="791" name="Google Shape;791;p15"/>
            <p:cNvGrpSpPr/>
            <p:nvPr/>
          </p:nvGrpSpPr>
          <p:grpSpPr>
            <a:xfrm rot="10800000">
              <a:off x="7825876" y="2716263"/>
              <a:ext cx="1609774" cy="2641456"/>
              <a:chOff x="-225924" y="-192037"/>
              <a:chExt cx="1609774" cy="2641456"/>
            </a:xfrm>
          </p:grpSpPr>
          <p:cxnSp>
            <p:nvCxnSpPr>
              <p:cNvPr id="792" name="Google Shape;792;p15"/>
              <p:cNvCxnSpPr>
                <a:stCxn id="793" idx="7"/>
                <a:endCxn id="794" idx="2"/>
              </p:cNvCxnSpPr>
              <p:nvPr/>
            </p:nvCxnSpPr>
            <p:spPr>
              <a:xfrm flipH="1" rot="10800000">
                <a:off x="332904" y="155655"/>
                <a:ext cx="893400" cy="226800"/>
              </a:xfrm>
              <a:prstGeom prst="straightConnector1">
                <a:avLst/>
              </a:prstGeom>
              <a:noFill/>
              <a:ln cap="flat" cmpd="sng" w="9525">
                <a:solidFill>
                  <a:schemeClr val="dk2"/>
                </a:solidFill>
                <a:prstDash val="solid"/>
                <a:round/>
                <a:headEnd len="med" w="med" type="none"/>
                <a:tailEnd len="med" w="med" type="none"/>
              </a:ln>
            </p:spPr>
          </p:cxnSp>
          <p:sp>
            <p:nvSpPr>
              <p:cNvPr id="794" name="Google Shape;794;p15"/>
              <p:cNvSpPr/>
              <p:nvPr/>
            </p:nvSpPr>
            <p:spPr>
              <a:xfrm>
                <a:off x="1226350" y="767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5" name="Google Shape;795;p15"/>
              <p:cNvSpPr/>
              <p:nvPr/>
            </p:nvSpPr>
            <p:spPr>
              <a:xfrm>
                <a:off x="-2259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6" name="Google Shape;796;p15"/>
              <p:cNvSpPr/>
              <p:nvPr/>
            </p:nvSpPr>
            <p:spPr>
              <a:xfrm>
                <a:off x="1776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7" name="Google Shape;797;p15"/>
              <p:cNvSpPr/>
              <p:nvPr/>
            </p:nvSpPr>
            <p:spPr>
              <a:xfrm>
                <a:off x="734301" y="22218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8" name="Google Shape;798;p15"/>
              <p:cNvSpPr/>
              <p:nvPr/>
            </p:nvSpPr>
            <p:spPr>
              <a:xfrm>
                <a:off x="49626" y="886737"/>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9" name="Google Shape;799;p15"/>
              <p:cNvSpPr/>
              <p:nvPr/>
            </p:nvSpPr>
            <p:spPr>
              <a:xfrm>
                <a:off x="292075" y="1058069"/>
                <a:ext cx="147900" cy="14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00" name="Google Shape;800;p15"/>
              <p:cNvCxnSpPr>
                <a:stCxn id="799" idx="4"/>
                <a:endCxn id="796" idx="0"/>
              </p:cNvCxnSpPr>
              <p:nvPr/>
            </p:nvCxnSpPr>
            <p:spPr>
              <a:xfrm flipH="1">
                <a:off x="256225" y="1205969"/>
                <a:ext cx="109800" cy="1086000"/>
              </a:xfrm>
              <a:prstGeom prst="straightConnector1">
                <a:avLst/>
              </a:prstGeom>
              <a:noFill/>
              <a:ln cap="flat" cmpd="sng" w="9525">
                <a:solidFill>
                  <a:schemeClr val="dk2"/>
                </a:solidFill>
                <a:prstDash val="solid"/>
                <a:round/>
                <a:headEnd len="med" w="med" type="none"/>
                <a:tailEnd len="med" w="med" type="none"/>
              </a:ln>
            </p:spPr>
          </p:cxnSp>
          <p:cxnSp>
            <p:nvCxnSpPr>
              <p:cNvPr id="801" name="Google Shape;801;p15"/>
              <p:cNvCxnSpPr>
                <a:stCxn id="798" idx="4"/>
                <a:endCxn id="796" idx="0"/>
              </p:cNvCxnSpPr>
              <p:nvPr/>
            </p:nvCxnSpPr>
            <p:spPr>
              <a:xfrm>
                <a:off x="92976" y="973437"/>
                <a:ext cx="163500" cy="1318500"/>
              </a:xfrm>
              <a:prstGeom prst="straightConnector1">
                <a:avLst/>
              </a:prstGeom>
              <a:noFill/>
              <a:ln cap="flat" cmpd="sng" w="9525">
                <a:solidFill>
                  <a:schemeClr val="dk2"/>
                </a:solidFill>
                <a:prstDash val="solid"/>
                <a:round/>
                <a:headEnd len="med" w="med" type="none"/>
                <a:tailEnd len="med" w="med" type="none"/>
              </a:ln>
            </p:spPr>
          </p:cxnSp>
          <p:cxnSp>
            <p:nvCxnSpPr>
              <p:cNvPr id="802" name="Google Shape;802;p15"/>
              <p:cNvCxnSpPr>
                <a:stCxn id="798" idx="5"/>
                <a:endCxn id="799" idx="1"/>
              </p:cNvCxnSpPr>
              <p:nvPr/>
            </p:nvCxnSpPr>
            <p:spPr>
              <a:xfrm>
                <a:off x="123629" y="960741"/>
                <a:ext cx="190200" cy="119100"/>
              </a:xfrm>
              <a:prstGeom prst="straightConnector1">
                <a:avLst/>
              </a:prstGeom>
              <a:noFill/>
              <a:ln cap="flat" cmpd="sng" w="9525">
                <a:solidFill>
                  <a:schemeClr val="dk2"/>
                </a:solidFill>
                <a:prstDash val="solid"/>
                <a:round/>
                <a:headEnd len="med" w="med" type="none"/>
                <a:tailEnd len="med" w="med" type="none"/>
              </a:ln>
            </p:spPr>
          </p:cxnSp>
          <p:cxnSp>
            <p:nvCxnSpPr>
              <p:cNvPr id="803" name="Google Shape;803;p15"/>
              <p:cNvCxnSpPr>
                <a:stCxn id="798" idx="0"/>
                <a:endCxn id="795" idx="4"/>
              </p:cNvCxnSpPr>
              <p:nvPr/>
            </p:nvCxnSpPr>
            <p:spPr>
              <a:xfrm rot="10800000">
                <a:off x="-176124" y="-92163"/>
                <a:ext cx="269100" cy="978900"/>
              </a:xfrm>
              <a:prstGeom prst="straightConnector1">
                <a:avLst/>
              </a:prstGeom>
              <a:noFill/>
              <a:ln cap="flat" cmpd="sng" w="9525">
                <a:solidFill>
                  <a:schemeClr val="dk2"/>
                </a:solidFill>
                <a:prstDash val="solid"/>
                <a:round/>
                <a:headEnd len="med" w="med" type="none"/>
                <a:tailEnd len="med" w="med" type="none"/>
              </a:ln>
            </p:spPr>
          </p:cxnSp>
          <p:cxnSp>
            <p:nvCxnSpPr>
              <p:cNvPr id="804" name="Google Shape;804;p15"/>
              <p:cNvCxnSpPr>
                <a:stCxn id="798" idx="7"/>
                <a:endCxn id="793" idx="3"/>
              </p:cNvCxnSpPr>
              <p:nvPr/>
            </p:nvCxnSpPr>
            <p:spPr>
              <a:xfrm flipH="1" rot="10800000">
                <a:off x="1236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805" name="Google Shape;805;p15"/>
              <p:cNvCxnSpPr>
                <a:stCxn id="795" idx="5"/>
                <a:endCxn id="793" idx="1"/>
              </p:cNvCxnSpPr>
              <p:nvPr/>
            </p:nvCxnSpPr>
            <p:spPr>
              <a:xfrm>
                <a:off x="-1406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806" name="Google Shape;806;p15"/>
              <p:cNvCxnSpPr>
                <a:stCxn id="795" idx="6"/>
                <a:endCxn id="794" idx="2"/>
              </p:cNvCxnSpPr>
              <p:nvPr/>
            </p:nvCxnSpPr>
            <p:spPr>
              <a:xfrm>
                <a:off x="-126024" y="-142087"/>
                <a:ext cx="1352400" cy="297600"/>
              </a:xfrm>
              <a:prstGeom prst="straightConnector1">
                <a:avLst/>
              </a:prstGeom>
              <a:noFill/>
              <a:ln cap="flat" cmpd="sng" w="9525">
                <a:solidFill>
                  <a:schemeClr val="dk2"/>
                </a:solidFill>
                <a:prstDash val="solid"/>
                <a:round/>
                <a:headEnd len="med" w="med" type="none"/>
                <a:tailEnd len="med" w="med" type="none"/>
              </a:ln>
            </p:spPr>
          </p:cxnSp>
          <p:cxnSp>
            <p:nvCxnSpPr>
              <p:cNvPr id="807" name="Google Shape;807;p15"/>
              <p:cNvCxnSpPr>
                <a:stCxn id="797" idx="2"/>
                <a:endCxn id="795" idx="5"/>
              </p:cNvCxnSpPr>
              <p:nvPr/>
            </p:nvCxnSpPr>
            <p:spPr>
              <a:xfrm rot="10800000">
                <a:off x="-140799" y="-106763"/>
                <a:ext cx="875100" cy="372300"/>
              </a:xfrm>
              <a:prstGeom prst="straightConnector1">
                <a:avLst/>
              </a:prstGeom>
              <a:noFill/>
              <a:ln cap="flat" cmpd="sng" w="9525">
                <a:solidFill>
                  <a:schemeClr val="dk2"/>
                </a:solidFill>
                <a:prstDash val="solid"/>
                <a:round/>
                <a:headEnd len="med" w="med" type="none"/>
                <a:tailEnd len="med" w="med" type="none"/>
              </a:ln>
            </p:spPr>
          </p:cxnSp>
          <p:cxnSp>
            <p:nvCxnSpPr>
              <p:cNvPr id="808" name="Google Shape;808;p15"/>
              <p:cNvCxnSpPr>
                <a:stCxn id="799" idx="0"/>
                <a:endCxn id="793" idx="4"/>
              </p:cNvCxnSpPr>
              <p:nvPr/>
            </p:nvCxnSpPr>
            <p:spPr>
              <a:xfrm rot="10800000">
                <a:off x="302125" y="456569"/>
                <a:ext cx="63900" cy="601500"/>
              </a:xfrm>
              <a:prstGeom prst="straightConnector1">
                <a:avLst/>
              </a:prstGeom>
              <a:noFill/>
              <a:ln cap="flat" cmpd="sng" w="9525">
                <a:solidFill>
                  <a:schemeClr val="dk2"/>
                </a:solidFill>
                <a:prstDash val="solid"/>
                <a:round/>
                <a:headEnd len="med" w="med" type="none"/>
                <a:tailEnd len="med" w="med" type="none"/>
              </a:ln>
            </p:spPr>
          </p:cxnSp>
          <p:cxnSp>
            <p:nvCxnSpPr>
              <p:cNvPr id="809" name="Google Shape;809;p15"/>
              <p:cNvCxnSpPr>
                <a:stCxn id="799" idx="0"/>
                <a:endCxn id="797" idx="3"/>
              </p:cNvCxnSpPr>
              <p:nvPr/>
            </p:nvCxnSpPr>
            <p:spPr>
              <a:xfrm flipH="1" rot="10800000">
                <a:off x="366025" y="296069"/>
                <a:ext cx="381000" cy="762000"/>
              </a:xfrm>
              <a:prstGeom prst="straightConnector1">
                <a:avLst/>
              </a:prstGeom>
              <a:noFill/>
              <a:ln cap="flat" cmpd="sng" w="9525">
                <a:solidFill>
                  <a:schemeClr val="dk2"/>
                </a:solidFill>
                <a:prstDash val="solid"/>
                <a:round/>
                <a:headEnd len="med" w="med" type="none"/>
                <a:tailEnd len="med" w="med" type="none"/>
              </a:ln>
            </p:spPr>
          </p:cxnSp>
          <p:sp>
            <p:nvSpPr>
              <p:cNvPr id="793" name="Google Shape;793;p15"/>
              <p:cNvSpPr/>
              <p:nvPr/>
            </p:nvSpPr>
            <p:spPr>
              <a:xfrm>
                <a:off x="258901" y="369758"/>
                <a:ext cx="86700" cy="8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810" name="Google Shape;810;p15"/>
            <p:cNvGrpSpPr/>
            <p:nvPr/>
          </p:nvGrpSpPr>
          <p:grpSpPr>
            <a:xfrm rot="2030497">
              <a:off x="-2581586" y="1819329"/>
              <a:ext cx="3816850" cy="3612312"/>
              <a:chOff x="-100549" y="47919"/>
              <a:chExt cx="4607849" cy="4360923"/>
            </a:xfrm>
          </p:grpSpPr>
          <p:sp>
            <p:nvSpPr>
              <p:cNvPr id="811" name="Google Shape;811;p15"/>
              <p:cNvSpPr/>
              <p:nvPr/>
            </p:nvSpPr>
            <p:spPr>
              <a:xfrm rot="10800000">
                <a:off x="4076800" y="2467368"/>
                <a:ext cx="234600" cy="23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2" name="Google Shape;812;p15"/>
              <p:cNvSpPr/>
              <p:nvPr/>
            </p:nvSpPr>
            <p:spPr>
              <a:xfrm rot="10800000">
                <a:off x="1137802" y="3577294"/>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3" name="Google Shape;813;p15"/>
              <p:cNvSpPr/>
              <p:nvPr/>
            </p:nvSpPr>
            <p:spPr>
              <a:xfrm rot="10800000">
                <a:off x="1731851" y="997900"/>
                <a:ext cx="484500" cy="484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4" name="Google Shape;814;p15"/>
              <p:cNvSpPr/>
              <p:nvPr/>
            </p:nvSpPr>
            <p:spPr>
              <a:xfrm rot="10800000">
                <a:off x="2254926" y="2505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5" name="Google Shape;815;p15"/>
              <p:cNvSpPr/>
              <p:nvPr/>
            </p:nvSpPr>
            <p:spPr>
              <a:xfrm rot="10800000">
                <a:off x="3685300" y="3636544"/>
                <a:ext cx="116100" cy="116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6" name="Google Shape;816;p15"/>
              <p:cNvSpPr/>
              <p:nvPr/>
            </p:nvSpPr>
            <p:spPr>
              <a:xfrm rot="10800000">
                <a:off x="2254926" y="39039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7" name="Google Shape;817;p15"/>
              <p:cNvSpPr/>
              <p:nvPr/>
            </p:nvSpPr>
            <p:spPr>
              <a:xfrm rot="10800000">
                <a:off x="3125451" y="1436544"/>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8" name="Google Shape;818;p15"/>
              <p:cNvSpPr/>
              <p:nvPr/>
            </p:nvSpPr>
            <p:spPr>
              <a:xfrm rot="10800000">
                <a:off x="447667" y="2351269"/>
                <a:ext cx="116100" cy="11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19" name="Google Shape;819;p15"/>
              <p:cNvCxnSpPr>
                <a:stCxn id="815" idx="5"/>
                <a:endCxn id="814" idx="1"/>
              </p:cNvCxnSpPr>
              <p:nvPr/>
            </p:nvCxnSpPr>
            <p:spPr>
              <a:xfrm rot="8769356">
                <a:off x="2782616" y="2360623"/>
                <a:ext cx="526274" cy="1572747"/>
              </a:xfrm>
              <a:prstGeom prst="straightConnector1">
                <a:avLst/>
              </a:prstGeom>
              <a:noFill/>
              <a:ln cap="flat" cmpd="sng" w="9525">
                <a:solidFill>
                  <a:schemeClr val="dk2"/>
                </a:solidFill>
                <a:prstDash val="solid"/>
                <a:round/>
                <a:headEnd len="med" w="med" type="none"/>
                <a:tailEnd len="med" w="med" type="none"/>
              </a:ln>
            </p:spPr>
          </p:cxnSp>
          <p:cxnSp>
            <p:nvCxnSpPr>
              <p:cNvPr id="820" name="Google Shape;820;p15"/>
              <p:cNvCxnSpPr>
                <a:stCxn id="816" idx="4"/>
                <a:endCxn id="814" idx="0"/>
              </p:cNvCxnSpPr>
              <p:nvPr/>
            </p:nvCxnSpPr>
            <p:spPr>
              <a:xfrm flipH="1" rot="8769075">
                <a:off x="1988166" y="2768320"/>
                <a:ext cx="691020" cy="1030498"/>
              </a:xfrm>
              <a:prstGeom prst="straightConnector1">
                <a:avLst/>
              </a:prstGeom>
              <a:noFill/>
              <a:ln cap="flat" cmpd="sng" w="9525">
                <a:solidFill>
                  <a:schemeClr val="dk2"/>
                </a:solidFill>
                <a:prstDash val="solid"/>
                <a:round/>
                <a:headEnd len="med" w="med" type="none"/>
                <a:tailEnd len="med" w="med" type="none"/>
              </a:ln>
            </p:spPr>
          </p:cxnSp>
          <p:cxnSp>
            <p:nvCxnSpPr>
              <p:cNvPr id="821" name="Google Shape;821;p15"/>
              <p:cNvCxnSpPr>
                <a:stCxn id="811" idx="6"/>
                <a:endCxn id="814" idx="2"/>
              </p:cNvCxnSpPr>
              <p:nvPr/>
            </p:nvCxnSpPr>
            <p:spPr>
              <a:xfrm rot="8769491">
                <a:off x="2553455" y="2121214"/>
                <a:ext cx="1382290" cy="926908"/>
              </a:xfrm>
              <a:prstGeom prst="straightConnector1">
                <a:avLst/>
              </a:prstGeom>
              <a:noFill/>
              <a:ln cap="flat" cmpd="sng" w="9525">
                <a:solidFill>
                  <a:schemeClr val="dk2"/>
                </a:solidFill>
                <a:prstDash val="solid"/>
                <a:round/>
                <a:headEnd len="med" w="med" type="none"/>
                <a:tailEnd len="med" w="med" type="none"/>
              </a:ln>
            </p:spPr>
          </p:cxnSp>
          <p:cxnSp>
            <p:nvCxnSpPr>
              <p:cNvPr id="822" name="Google Shape;822;p15"/>
              <p:cNvCxnSpPr>
                <a:stCxn id="811" idx="0"/>
                <a:endCxn id="815" idx="3"/>
              </p:cNvCxnSpPr>
              <p:nvPr/>
            </p:nvCxnSpPr>
            <p:spPr>
              <a:xfrm flipH="1" rot="-2030280">
                <a:off x="3554311" y="2896576"/>
                <a:ext cx="870078" cy="562385"/>
              </a:xfrm>
              <a:prstGeom prst="straightConnector1">
                <a:avLst/>
              </a:prstGeom>
              <a:noFill/>
              <a:ln cap="flat" cmpd="sng" w="9525">
                <a:solidFill>
                  <a:schemeClr val="dk2"/>
                </a:solidFill>
                <a:prstDash val="solid"/>
                <a:round/>
                <a:headEnd len="med" w="med" type="none"/>
                <a:tailEnd len="med" w="med" type="none"/>
              </a:ln>
            </p:spPr>
          </p:cxnSp>
          <p:cxnSp>
            <p:nvCxnSpPr>
              <p:cNvPr id="823" name="Google Shape;823;p15"/>
              <p:cNvCxnSpPr>
                <a:stCxn id="815" idx="7"/>
                <a:endCxn id="816" idx="2"/>
              </p:cNvCxnSpPr>
              <p:nvPr/>
            </p:nvCxnSpPr>
            <p:spPr>
              <a:xfrm rot="8769605">
                <a:off x="2452857" y="3602445"/>
                <a:ext cx="1208890" cy="513294"/>
              </a:xfrm>
              <a:prstGeom prst="straightConnector1">
                <a:avLst/>
              </a:prstGeom>
              <a:noFill/>
              <a:ln cap="flat" cmpd="sng" w="9525">
                <a:solidFill>
                  <a:schemeClr val="dk2"/>
                </a:solidFill>
                <a:prstDash val="solid"/>
                <a:round/>
                <a:headEnd len="med" w="med" type="none"/>
                <a:tailEnd len="med" w="med" type="none"/>
              </a:ln>
            </p:spPr>
          </p:cxnSp>
          <p:cxnSp>
            <p:nvCxnSpPr>
              <p:cNvPr id="824" name="Google Shape;824;p15"/>
              <p:cNvCxnSpPr>
                <a:stCxn id="816" idx="6"/>
                <a:endCxn id="812" idx="1"/>
              </p:cNvCxnSpPr>
              <p:nvPr/>
            </p:nvCxnSpPr>
            <p:spPr>
              <a:xfrm rot="8768875">
                <a:off x="1472857" y="3539834"/>
                <a:ext cx="647338" cy="680869"/>
              </a:xfrm>
              <a:prstGeom prst="straightConnector1">
                <a:avLst/>
              </a:prstGeom>
              <a:noFill/>
              <a:ln cap="flat" cmpd="sng" w="9525">
                <a:solidFill>
                  <a:schemeClr val="dk2"/>
                </a:solidFill>
                <a:prstDash val="solid"/>
                <a:round/>
                <a:headEnd len="med" w="med" type="none"/>
                <a:tailEnd len="med" w="med" type="none"/>
              </a:ln>
            </p:spPr>
          </p:cxnSp>
          <p:cxnSp>
            <p:nvCxnSpPr>
              <p:cNvPr id="825" name="Google Shape;825;p15"/>
              <p:cNvCxnSpPr>
                <a:stCxn id="814" idx="7"/>
                <a:endCxn id="812" idx="3"/>
              </p:cNvCxnSpPr>
              <p:nvPr/>
            </p:nvCxnSpPr>
            <p:spPr>
              <a:xfrm flipH="1" rot="-2030278">
                <a:off x="1147266" y="2984238"/>
                <a:ext cx="1321550" cy="283231"/>
              </a:xfrm>
              <a:prstGeom prst="straightConnector1">
                <a:avLst/>
              </a:prstGeom>
              <a:noFill/>
              <a:ln cap="flat" cmpd="sng" w="9525">
                <a:solidFill>
                  <a:schemeClr val="dk2"/>
                </a:solidFill>
                <a:prstDash val="solid"/>
                <a:round/>
                <a:headEnd len="med" w="med" type="none"/>
                <a:tailEnd len="med" w="med" type="none"/>
              </a:ln>
            </p:spPr>
          </p:cxnSp>
          <p:cxnSp>
            <p:nvCxnSpPr>
              <p:cNvPr id="826" name="Google Shape;826;p15"/>
              <p:cNvCxnSpPr>
                <a:stCxn id="811" idx="5"/>
                <a:endCxn id="817" idx="1"/>
              </p:cNvCxnSpPr>
              <p:nvPr/>
            </p:nvCxnSpPr>
            <p:spPr>
              <a:xfrm rot="8769493">
                <a:off x="3591334" y="1412692"/>
                <a:ext cx="188543" cy="1247164"/>
              </a:xfrm>
              <a:prstGeom prst="straightConnector1">
                <a:avLst/>
              </a:prstGeom>
              <a:noFill/>
              <a:ln cap="flat" cmpd="sng" w="9525">
                <a:solidFill>
                  <a:schemeClr val="dk2"/>
                </a:solidFill>
                <a:prstDash val="solid"/>
                <a:round/>
                <a:headEnd len="med" w="med" type="none"/>
                <a:tailEnd len="med" w="med" type="none"/>
              </a:ln>
            </p:spPr>
          </p:cxnSp>
          <p:cxnSp>
            <p:nvCxnSpPr>
              <p:cNvPr id="827" name="Google Shape;827;p15"/>
              <p:cNvCxnSpPr>
                <a:stCxn id="817" idx="7"/>
                <a:endCxn id="814" idx="3"/>
              </p:cNvCxnSpPr>
              <p:nvPr/>
            </p:nvCxnSpPr>
            <p:spPr>
              <a:xfrm flipH="1" rot="-2030495">
                <a:off x="2186803" y="1863549"/>
                <a:ext cx="1164126" cy="372760"/>
              </a:xfrm>
              <a:prstGeom prst="straightConnector1">
                <a:avLst/>
              </a:prstGeom>
              <a:noFill/>
              <a:ln cap="flat" cmpd="sng" w="9525">
                <a:solidFill>
                  <a:schemeClr val="dk2"/>
                </a:solidFill>
                <a:prstDash val="solid"/>
                <a:round/>
                <a:headEnd len="med" w="med" type="none"/>
                <a:tailEnd len="med" w="med" type="none"/>
              </a:ln>
            </p:spPr>
          </p:cxnSp>
          <p:cxnSp>
            <p:nvCxnSpPr>
              <p:cNvPr id="828" name="Google Shape;828;p15"/>
              <p:cNvCxnSpPr>
                <a:stCxn id="817" idx="5"/>
                <a:endCxn id="813" idx="2"/>
              </p:cNvCxnSpPr>
              <p:nvPr/>
            </p:nvCxnSpPr>
            <p:spPr>
              <a:xfrm rot="8769821">
                <a:off x="2356510" y="999099"/>
                <a:ext cx="651914" cy="701421"/>
              </a:xfrm>
              <a:prstGeom prst="straightConnector1">
                <a:avLst/>
              </a:prstGeom>
              <a:noFill/>
              <a:ln cap="flat" cmpd="sng" w="9525">
                <a:solidFill>
                  <a:schemeClr val="dk2"/>
                </a:solidFill>
                <a:prstDash val="solid"/>
                <a:round/>
                <a:headEnd len="med" w="med" type="none"/>
                <a:tailEnd len="med" w="med" type="none"/>
              </a:ln>
            </p:spPr>
          </p:cxnSp>
          <p:cxnSp>
            <p:nvCxnSpPr>
              <p:cNvPr id="829" name="Google Shape;829;p15"/>
              <p:cNvCxnSpPr>
                <a:stCxn id="813" idx="0"/>
                <a:endCxn id="814" idx="5"/>
              </p:cNvCxnSpPr>
              <p:nvPr/>
            </p:nvCxnSpPr>
            <p:spPr>
              <a:xfrm flipH="1" rot="-2029195">
                <a:off x="1960847" y="1486358"/>
                <a:ext cx="330408" cy="1038486"/>
              </a:xfrm>
              <a:prstGeom prst="straightConnector1">
                <a:avLst/>
              </a:prstGeom>
              <a:noFill/>
              <a:ln cap="flat" cmpd="sng" w="9525">
                <a:solidFill>
                  <a:schemeClr val="dk2"/>
                </a:solidFill>
                <a:prstDash val="solid"/>
                <a:round/>
                <a:headEnd len="med" w="med" type="none"/>
                <a:tailEnd len="med" w="med" type="none"/>
              </a:ln>
            </p:spPr>
          </p:cxnSp>
          <p:cxnSp>
            <p:nvCxnSpPr>
              <p:cNvPr id="830" name="Google Shape;830;p15"/>
              <p:cNvCxnSpPr>
                <a:stCxn id="813" idx="7"/>
                <a:endCxn id="818" idx="3"/>
              </p:cNvCxnSpPr>
              <p:nvPr/>
            </p:nvCxnSpPr>
            <p:spPr>
              <a:xfrm flipH="1" rot="-2030477">
                <a:off x="386634" y="1842270"/>
                <a:ext cx="1576242" cy="95353"/>
              </a:xfrm>
              <a:prstGeom prst="straightConnector1">
                <a:avLst/>
              </a:prstGeom>
              <a:noFill/>
              <a:ln cap="flat" cmpd="sng" w="9525">
                <a:solidFill>
                  <a:schemeClr val="dk2"/>
                </a:solidFill>
                <a:prstDash val="solid"/>
                <a:round/>
                <a:headEnd len="med" w="med" type="none"/>
                <a:tailEnd len="med" w="med" type="none"/>
              </a:ln>
            </p:spPr>
          </p:cxnSp>
          <p:cxnSp>
            <p:nvCxnSpPr>
              <p:cNvPr id="831" name="Google Shape;831;p15"/>
              <p:cNvCxnSpPr>
                <a:stCxn id="814" idx="6"/>
                <a:endCxn id="818" idx="2"/>
              </p:cNvCxnSpPr>
              <p:nvPr/>
            </p:nvCxnSpPr>
            <p:spPr>
              <a:xfrm rot="8769842">
                <a:off x="755690" y="1953080"/>
                <a:ext cx="1307072" cy="1087577"/>
              </a:xfrm>
              <a:prstGeom prst="straightConnector1">
                <a:avLst/>
              </a:prstGeom>
              <a:noFill/>
              <a:ln cap="flat" cmpd="sng" w="9525">
                <a:solidFill>
                  <a:schemeClr val="dk2"/>
                </a:solidFill>
                <a:prstDash val="solid"/>
                <a:round/>
                <a:headEnd len="med" w="med" type="none"/>
                <a:tailEnd len="med" w="med" type="none"/>
              </a:ln>
            </p:spPr>
          </p:cxnSp>
          <p:cxnSp>
            <p:nvCxnSpPr>
              <p:cNvPr id="832" name="Google Shape;832;p15"/>
              <p:cNvCxnSpPr>
                <a:stCxn id="818" idx="0"/>
                <a:endCxn id="812" idx="5"/>
              </p:cNvCxnSpPr>
              <p:nvPr/>
            </p:nvCxnSpPr>
            <p:spPr>
              <a:xfrm flipH="1" rot="-2024821">
                <a:off x="797015" y="2378694"/>
                <a:ext cx="83704" cy="1321550"/>
              </a:xfrm>
              <a:prstGeom prst="straightConnector1">
                <a:avLst/>
              </a:prstGeom>
              <a:noFill/>
              <a:ln cap="flat" cmpd="sng" w="9525">
                <a:solidFill>
                  <a:schemeClr val="dk2"/>
                </a:solidFill>
                <a:prstDash val="solid"/>
                <a:round/>
                <a:headEnd len="med" w="med" type="none"/>
                <a:tailEnd len="med" w="med" type="none"/>
              </a:ln>
            </p:spPr>
          </p:cxnSp>
          <p:cxnSp>
            <p:nvCxnSpPr>
              <p:cNvPr id="833" name="Google Shape;833;p15"/>
              <p:cNvCxnSpPr>
                <a:stCxn id="815" idx="4"/>
                <a:endCxn id="813" idx="1"/>
              </p:cNvCxnSpPr>
              <p:nvPr/>
            </p:nvCxnSpPr>
            <p:spPr>
              <a:xfrm rot="8775347">
                <a:off x="2900285" y="1155017"/>
                <a:ext cx="88031" cy="2737955"/>
              </a:xfrm>
              <a:prstGeom prst="straightConnector1">
                <a:avLst/>
              </a:prstGeom>
              <a:noFill/>
              <a:ln cap="flat" cmpd="sng" w="9525">
                <a:solidFill>
                  <a:schemeClr val="dk2"/>
                </a:solidFill>
                <a:prstDash val="solid"/>
                <a:round/>
                <a:headEnd len="med" w="med" type="none"/>
                <a:tailEnd len="med" w="med" type="none"/>
              </a:ln>
            </p:spPr>
          </p:cxnSp>
          <p:cxnSp>
            <p:nvCxnSpPr>
              <p:cNvPr id="834" name="Google Shape;834;p15"/>
              <p:cNvCxnSpPr>
                <a:stCxn id="812" idx="4"/>
                <a:endCxn id="813" idx="7"/>
              </p:cNvCxnSpPr>
              <p:nvPr/>
            </p:nvCxnSpPr>
            <p:spPr>
              <a:xfrm flipH="1" rot="8769813">
                <a:off x="698488" y="1747510"/>
                <a:ext cx="1661027" cy="1493868"/>
              </a:xfrm>
              <a:prstGeom prst="straightConnector1">
                <a:avLst/>
              </a:prstGeom>
              <a:noFill/>
              <a:ln cap="flat" cmpd="sng" w="9525">
                <a:solidFill>
                  <a:schemeClr val="dk2"/>
                </a:solidFill>
                <a:prstDash val="solid"/>
                <a:round/>
                <a:headEnd len="med" w="med" type="none"/>
                <a:tailEnd len="med" w="med" type="none"/>
              </a:ln>
            </p:spPr>
          </p:cxnSp>
          <p:cxnSp>
            <p:nvCxnSpPr>
              <p:cNvPr id="835" name="Google Shape;835;p15"/>
              <p:cNvCxnSpPr>
                <a:stCxn id="811" idx="5"/>
                <a:endCxn id="813" idx="1"/>
              </p:cNvCxnSpPr>
              <p:nvPr/>
            </p:nvCxnSpPr>
            <p:spPr>
              <a:xfrm rot="8769113">
                <a:off x="2615603" y="956497"/>
                <a:ext cx="1025506" cy="2000256"/>
              </a:xfrm>
              <a:prstGeom prst="straightConnector1">
                <a:avLst/>
              </a:prstGeom>
              <a:noFill/>
              <a:ln cap="flat" cmpd="sng" w="9525">
                <a:solidFill>
                  <a:schemeClr val="dk2"/>
                </a:solidFill>
                <a:prstDash val="solid"/>
                <a:round/>
                <a:headEnd len="med" w="med" type="none"/>
                <a:tailEnd len="med" w="med" type="none"/>
              </a:ln>
            </p:spPr>
          </p:cxnSp>
          <p:sp>
            <p:nvSpPr>
              <p:cNvPr id="836" name="Google Shape;836;p15"/>
              <p:cNvSpPr/>
              <p:nvPr/>
            </p:nvSpPr>
            <p:spPr>
              <a:xfrm rot="10800000">
                <a:off x="873701" y="691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37" name="Google Shape;837;p15"/>
              <p:cNvCxnSpPr>
                <a:stCxn id="818" idx="4"/>
                <a:endCxn id="836" idx="7"/>
              </p:cNvCxnSpPr>
              <p:nvPr/>
            </p:nvCxnSpPr>
            <p:spPr>
              <a:xfrm flipH="1" rot="8769580">
                <a:off x="114237" y="1064376"/>
                <a:ext cx="1173861" cy="1048886"/>
              </a:xfrm>
              <a:prstGeom prst="straightConnector1">
                <a:avLst/>
              </a:prstGeom>
              <a:noFill/>
              <a:ln cap="flat" cmpd="sng" w="9525">
                <a:solidFill>
                  <a:schemeClr val="dk2"/>
                </a:solidFill>
                <a:prstDash val="solid"/>
                <a:round/>
                <a:headEnd len="med" w="med" type="none"/>
                <a:tailEnd len="med" w="med" type="none"/>
              </a:ln>
            </p:spPr>
          </p:cxnSp>
          <p:cxnSp>
            <p:nvCxnSpPr>
              <p:cNvPr id="838" name="Google Shape;838;p15"/>
              <p:cNvCxnSpPr>
                <a:stCxn id="836" idx="2"/>
                <a:endCxn id="813" idx="5"/>
              </p:cNvCxnSpPr>
              <p:nvPr/>
            </p:nvCxnSpPr>
            <p:spPr>
              <a:xfrm rot="-2029235">
                <a:off x="1179725" y="581031"/>
                <a:ext cx="474852" cy="677375"/>
              </a:xfrm>
              <a:prstGeom prst="straightConnector1">
                <a:avLst/>
              </a:prstGeom>
              <a:noFill/>
              <a:ln cap="flat" cmpd="sng" w="9525">
                <a:solidFill>
                  <a:schemeClr val="dk2"/>
                </a:solidFill>
                <a:prstDash val="solid"/>
                <a:round/>
                <a:headEnd len="med" w="med" type="none"/>
                <a:tailEnd len="med" w="med" type="none"/>
              </a:ln>
            </p:spPr>
          </p:cxnSp>
          <p:cxnSp>
            <p:nvCxnSpPr>
              <p:cNvPr id="839" name="Google Shape;839;p15"/>
              <p:cNvCxnSpPr>
                <a:stCxn id="836" idx="0"/>
                <a:endCxn id="812" idx="4"/>
              </p:cNvCxnSpPr>
              <p:nvPr/>
            </p:nvCxnSpPr>
            <p:spPr>
              <a:xfrm flipH="1" rot="-2030204">
                <a:off x="469943" y="996108"/>
                <a:ext cx="1267716" cy="2434421"/>
              </a:xfrm>
              <a:prstGeom prst="straightConnector1">
                <a:avLst/>
              </a:prstGeom>
              <a:noFill/>
              <a:ln cap="flat" cmpd="sng" w="9525">
                <a:solidFill>
                  <a:schemeClr val="dk2"/>
                </a:solidFill>
                <a:prstDash val="solid"/>
                <a:round/>
                <a:headEnd len="med" w="med" type="none"/>
                <a:tailEnd len="med" w="med" type="none"/>
              </a:ln>
            </p:spPr>
          </p:cxnSp>
          <p:cxnSp>
            <p:nvCxnSpPr>
              <p:cNvPr id="840" name="Google Shape;840;p15"/>
              <p:cNvCxnSpPr>
                <a:stCxn id="836" idx="1"/>
                <a:endCxn id="814" idx="5"/>
              </p:cNvCxnSpPr>
              <p:nvPr/>
            </p:nvCxnSpPr>
            <p:spPr>
              <a:xfrm rot="-2032139">
                <a:off x="1589793" y="616894"/>
                <a:ext cx="106586" cy="2121320"/>
              </a:xfrm>
              <a:prstGeom prst="straightConnector1">
                <a:avLst/>
              </a:prstGeom>
              <a:noFill/>
              <a:ln cap="flat" cmpd="sng" w="9525">
                <a:solidFill>
                  <a:schemeClr val="dk2"/>
                </a:solidFill>
                <a:prstDash val="solid"/>
                <a:round/>
                <a:headEnd len="med" w="med" type="none"/>
                <a:tailEnd len="med" w="med" type="none"/>
              </a:ln>
            </p:spPr>
          </p:cxnSp>
          <p:sp>
            <p:nvSpPr>
              <p:cNvPr id="841" name="Google Shape;841;p15"/>
              <p:cNvSpPr/>
              <p:nvPr/>
            </p:nvSpPr>
            <p:spPr>
              <a:xfrm rot="10800000">
                <a:off x="2346923" y="285337"/>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42" name="Google Shape;842;p15"/>
              <p:cNvCxnSpPr>
                <a:stCxn id="836" idx="2"/>
                <a:endCxn id="841" idx="6"/>
              </p:cNvCxnSpPr>
              <p:nvPr/>
            </p:nvCxnSpPr>
            <p:spPr>
              <a:xfrm rot="-2030441">
                <a:off x="1040224" y="373064"/>
                <a:ext cx="1297753" cy="427010"/>
              </a:xfrm>
              <a:prstGeom prst="straightConnector1">
                <a:avLst/>
              </a:prstGeom>
              <a:noFill/>
              <a:ln cap="flat" cmpd="sng" w="9525">
                <a:solidFill>
                  <a:schemeClr val="dk2"/>
                </a:solidFill>
                <a:prstDash val="solid"/>
                <a:round/>
                <a:headEnd len="med" w="med" type="none"/>
                <a:tailEnd len="med" w="med" type="none"/>
              </a:ln>
            </p:spPr>
          </p:cxnSp>
          <p:cxnSp>
            <p:nvCxnSpPr>
              <p:cNvPr id="843" name="Google Shape;843;p15"/>
              <p:cNvCxnSpPr>
                <a:stCxn id="841" idx="1"/>
                <a:endCxn id="817" idx="5"/>
              </p:cNvCxnSpPr>
              <p:nvPr/>
            </p:nvCxnSpPr>
            <p:spPr>
              <a:xfrm flipH="1" rot="-2034703">
                <a:off x="2826258" y="400719"/>
                <a:ext cx="43017" cy="1143823"/>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1_1_1">
    <p:spTree>
      <p:nvGrpSpPr>
        <p:cNvPr id="844" name="Shape 844"/>
        <p:cNvGrpSpPr/>
        <p:nvPr/>
      </p:nvGrpSpPr>
      <p:grpSpPr>
        <a:xfrm>
          <a:off x="0" y="0"/>
          <a:ext cx="0" cy="0"/>
          <a:chOff x="0" y="0"/>
          <a:chExt cx="0" cy="0"/>
        </a:xfrm>
      </p:grpSpPr>
      <p:sp>
        <p:nvSpPr>
          <p:cNvPr id="845" name="Google Shape;845;p16"/>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846" name="Google Shape;846;p16"/>
          <p:cNvGrpSpPr/>
          <p:nvPr/>
        </p:nvGrpSpPr>
        <p:grpSpPr>
          <a:xfrm>
            <a:off x="3132451" y="3639438"/>
            <a:ext cx="5812012" cy="1415987"/>
            <a:chOff x="3132451" y="3639438"/>
            <a:chExt cx="5812012" cy="1415987"/>
          </a:xfrm>
        </p:grpSpPr>
        <p:grpSp>
          <p:nvGrpSpPr>
            <p:cNvPr id="847" name="Google Shape;847;p16"/>
            <p:cNvGrpSpPr/>
            <p:nvPr/>
          </p:nvGrpSpPr>
          <p:grpSpPr>
            <a:xfrm flipH="1" rot="10800000">
              <a:off x="8538188" y="3639438"/>
              <a:ext cx="406275" cy="563575"/>
              <a:chOff x="140150" y="4340075"/>
              <a:chExt cx="406275" cy="563575"/>
            </a:xfrm>
          </p:grpSpPr>
          <p:sp>
            <p:nvSpPr>
              <p:cNvPr id="848" name="Google Shape;848;p16"/>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49" name="Google Shape;849;p16"/>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0" name="Google Shape;850;p16"/>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1" name="Google Shape;851;p16"/>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852" name="Google Shape;852;p16"/>
            <p:cNvGrpSpPr/>
            <p:nvPr/>
          </p:nvGrpSpPr>
          <p:grpSpPr>
            <a:xfrm rot="10800000">
              <a:off x="3132451" y="4732750"/>
              <a:ext cx="298275" cy="322675"/>
              <a:chOff x="8667225" y="681525"/>
              <a:chExt cx="298275" cy="322675"/>
            </a:xfrm>
          </p:grpSpPr>
          <p:sp>
            <p:nvSpPr>
              <p:cNvPr id="853" name="Google Shape;853;p16"/>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4" name="Google Shape;854;p16"/>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5" name="Google Shape;855;p16"/>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856" name="Google Shape;856;p16"/>
          <p:cNvGrpSpPr/>
          <p:nvPr/>
        </p:nvGrpSpPr>
        <p:grpSpPr>
          <a:xfrm>
            <a:off x="-497962" y="-2402532"/>
            <a:ext cx="9442425" cy="7984626"/>
            <a:chOff x="-497962" y="-2402532"/>
            <a:chExt cx="9442425" cy="7984626"/>
          </a:xfrm>
        </p:grpSpPr>
        <p:grpSp>
          <p:nvGrpSpPr>
            <p:cNvPr id="857" name="Google Shape;857;p16"/>
            <p:cNvGrpSpPr/>
            <p:nvPr/>
          </p:nvGrpSpPr>
          <p:grpSpPr>
            <a:xfrm>
              <a:off x="4589284" y="-2402532"/>
              <a:ext cx="4355179" cy="2890037"/>
              <a:chOff x="4589284" y="-2402532"/>
              <a:chExt cx="4355179" cy="2890037"/>
            </a:xfrm>
          </p:grpSpPr>
          <p:sp>
            <p:nvSpPr>
              <p:cNvPr id="858" name="Google Shape;858;p16"/>
              <p:cNvSpPr/>
              <p:nvPr/>
            </p:nvSpPr>
            <p:spPr>
              <a:xfrm rot="-2040502">
                <a:off x="4627083" y="192930"/>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9" name="Google Shape;859;p16"/>
              <p:cNvSpPr/>
              <p:nvPr/>
            </p:nvSpPr>
            <p:spPr>
              <a:xfrm rot="-2040502">
                <a:off x="7193806" y="-2094369"/>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0" name="Google Shape;860;p16"/>
              <p:cNvSpPr/>
              <p:nvPr/>
            </p:nvSpPr>
            <p:spPr>
              <a:xfrm rot="-2039936">
                <a:off x="7657969" y="-331832"/>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1" name="Google Shape;861;p16"/>
              <p:cNvSpPr/>
              <p:nvPr/>
            </p:nvSpPr>
            <p:spPr>
              <a:xfrm rot="-2047713">
                <a:off x="6999695" y="-80062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2" name="Google Shape;862;p16"/>
              <p:cNvSpPr/>
              <p:nvPr/>
            </p:nvSpPr>
            <p:spPr>
              <a:xfrm rot="-2045153">
                <a:off x="6126796" y="-832163"/>
                <a:ext cx="96354" cy="9635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3" name="Google Shape;863;p16"/>
              <p:cNvSpPr/>
              <p:nvPr/>
            </p:nvSpPr>
            <p:spPr>
              <a:xfrm rot="-2047713">
                <a:off x="6039211" y="-237716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4" name="Google Shape;864;p16"/>
              <p:cNvSpPr/>
              <p:nvPr/>
            </p:nvSpPr>
            <p:spPr>
              <a:xfrm rot="-2047713">
                <a:off x="6268216" y="-105290"/>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5" name="Google Shape;865;p16"/>
              <p:cNvSpPr/>
              <p:nvPr/>
            </p:nvSpPr>
            <p:spPr>
              <a:xfrm rot="-2045153">
                <a:off x="8100376" y="-1339754"/>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66" name="Google Shape;866;p16"/>
              <p:cNvCxnSpPr>
                <a:stCxn id="862" idx="5"/>
                <a:endCxn id="861" idx="1"/>
              </p:cNvCxnSpPr>
              <p:nvPr/>
            </p:nvCxnSpPr>
            <p:spPr>
              <a:xfrm>
                <a:off x="6222278" y="-774864"/>
                <a:ext cx="778500" cy="27300"/>
              </a:xfrm>
              <a:prstGeom prst="straightConnector1">
                <a:avLst/>
              </a:prstGeom>
              <a:noFill/>
              <a:ln cap="flat" cmpd="sng" w="9525">
                <a:solidFill>
                  <a:schemeClr val="dk2"/>
                </a:solidFill>
                <a:prstDash val="solid"/>
                <a:round/>
                <a:headEnd len="med" w="med" type="none"/>
                <a:tailEnd len="med" w="med" type="none"/>
              </a:ln>
            </p:spPr>
          </p:cxnSp>
          <p:cxnSp>
            <p:nvCxnSpPr>
              <p:cNvPr id="867" name="Google Shape;867;p16"/>
              <p:cNvCxnSpPr>
                <a:stCxn id="863" idx="4"/>
                <a:endCxn id="861" idx="0"/>
              </p:cNvCxnSpPr>
              <p:nvPr/>
            </p:nvCxnSpPr>
            <p:spPr>
              <a:xfrm>
                <a:off x="6141046" y="-2257932"/>
                <a:ext cx="887400" cy="1468500"/>
              </a:xfrm>
              <a:prstGeom prst="straightConnector1">
                <a:avLst/>
              </a:prstGeom>
              <a:noFill/>
              <a:ln cap="flat" cmpd="sng" w="9525">
                <a:solidFill>
                  <a:schemeClr val="dk2"/>
                </a:solidFill>
                <a:prstDash val="solid"/>
                <a:round/>
                <a:headEnd len="med" w="med" type="none"/>
                <a:tailEnd len="med" w="med" type="none"/>
              </a:ln>
            </p:spPr>
          </p:cxnSp>
          <p:cxnSp>
            <p:nvCxnSpPr>
              <p:cNvPr id="868" name="Google Shape;868;p16"/>
              <p:cNvCxnSpPr>
                <a:stCxn id="858" idx="6"/>
                <a:endCxn id="862" idx="3"/>
              </p:cNvCxnSpPr>
              <p:nvPr/>
            </p:nvCxnSpPr>
            <p:spPr>
              <a:xfrm flipH="1" rot="10800000">
                <a:off x="4805134" y="-736769"/>
                <a:ext cx="1360800" cy="972600"/>
              </a:xfrm>
              <a:prstGeom prst="straightConnector1">
                <a:avLst/>
              </a:prstGeom>
              <a:noFill/>
              <a:ln cap="flat" cmpd="sng" w="9525">
                <a:solidFill>
                  <a:schemeClr val="dk2"/>
                </a:solidFill>
                <a:prstDash val="solid"/>
                <a:round/>
                <a:headEnd len="med" w="med" type="none"/>
                <a:tailEnd len="med" w="med" type="none"/>
              </a:ln>
            </p:spPr>
          </p:cxnSp>
          <p:cxnSp>
            <p:nvCxnSpPr>
              <p:cNvPr id="869" name="Google Shape;869;p16"/>
              <p:cNvCxnSpPr>
                <a:stCxn id="862" idx="7"/>
                <a:endCxn id="863" idx="2"/>
              </p:cNvCxnSpPr>
              <p:nvPr/>
            </p:nvCxnSpPr>
            <p:spPr>
              <a:xfrm rot="10800000">
                <a:off x="6050594" y="-2275192"/>
                <a:ext cx="133500" cy="1443900"/>
              </a:xfrm>
              <a:prstGeom prst="straightConnector1">
                <a:avLst/>
              </a:prstGeom>
              <a:noFill/>
              <a:ln cap="flat" cmpd="sng" w="9525">
                <a:solidFill>
                  <a:schemeClr val="dk2"/>
                </a:solidFill>
                <a:prstDash val="solid"/>
                <a:round/>
                <a:headEnd len="med" w="med" type="none"/>
                <a:tailEnd len="med" w="med" type="none"/>
              </a:ln>
            </p:spPr>
          </p:cxnSp>
          <p:cxnSp>
            <p:nvCxnSpPr>
              <p:cNvPr id="870" name="Google Shape;870;p16"/>
              <p:cNvCxnSpPr>
                <a:stCxn id="863" idx="6"/>
                <a:endCxn id="859" idx="1"/>
              </p:cNvCxnSpPr>
              <p:nvPr/>
            </p:nvCxnSpPr>
            <p:spPr>
              <a:xfrm>
                <a:off x="6158446" y="-2348532"/>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871" name="Google Shape;871;p16"/>
              <p:cNvCxnSpPr>
                <a:stCxn id="861" idx="7"/>
                <a:endCxn id="859" idx="3"/>
              </p:cNvCxnSpPr>
              <p:nvPr/>
            </p:nvCxnSpPr>
            <p:spPr>
              <a:xfrm flipH="1" rot="10800000">
                <a:off x="7077233" y="-1901356"/>
                <a:ext cx="195300" cy="1101900"/>
              </a:xfrm>
              <a:prstGeom prst="straightConnector1">
                <a:avLst/>
              </a:prstGeom>
              <a:noFill/>
              <a:ln cap="flat" cmpd="sng" w="9525">
                <a:solidFill>
                  <a:schemeClr val="dk2"/>
                </a:solidFill>
                <a:prstDash val="solid"/>
                <a:round/>
                <a:headEnd len="med" w="med" type="none"/>
                <a:tailEnd len="med" w="med" type="none"/>
              </a:ln>
            </p:spPr>
          </p:cxnSp>
          <p:cxnSp>
            <p:nvCxnSpPr>
              <p:cNvPr id="872" name="Google Shape;872;p16"/>
              <p:cNvCxnSpPr>
                <a:stCxn id="858" idx="6"/>
                <a:endCxn id="864" idx="1"/>
              </p:cNvCxnSpPr>
              <p:nvPr/>
            </p:nvCxnSpPr>
            <p:spPr>
              <a:xfrm flipH="1" rot="10800000">
                <a:off x="4805134" y="-52469"/>
                <a:ext cx="1464300" cy="288300"/>
              </a:xfrm>
              <a:prstGeom prst="straightConnector1">
                <a:avLst/>
              </a:prstGeom>
              <a:noFill/>
              <a:ln cap="flat" cmpd="sng" w="9525">
                <a:solidFill>
                  <a:schemeClr val="dk2"/>
                </a:solidFill>
                <a:prstDash val="solid"/>
                <a:round/>
                <a:headEnd len="med" w="med" type="none"/>
                <a:tailEnd len="med" w="med" type="none"/>
              </a:ln>
            </p:spPr>
          </p:cxnSp>
          <p:cxnSp>
            <p:nvCxnSpPr>
              <p:cNvPr id="873" name="Google Shape;873;p16"/>
              <p:cNvCxnSpPr>
                <a:stCxn id="864" idx="6"/>
                <a:endCxn id="861" idx="2"/>
              </p:cNvCxnSpPr>
              <p:nvPr/>
            </p:nvCxnSpPr>
            <p:spPr>
              <a:xfrm flipH="1" rot="10800000">
                <a:off x="6387451" y="-698855"/>
                <a:ext cx="623400" cy="622200"/>
              </a:xfrm>
              <a:prstGeom prst="straightConnector1">
                <a:avLst/>
              </a:prstGeom>
              <a:noFill/>
              <a:ln cap="flat" cmpd="sng" w="9525">
                <a:solidFill>
                  <a:schemeClr val="dk2"/>
                </a:solidFill>
                <a:prstDash val="solid"/>
                <a:round/>
                <a:headEnd len="med" w="med" type="none"/>
                <a:tailEnd len="med" w="med" type="none"/>
              </a:ln>
            </p:spPr>
          </p:cxnSp>
          <p:cxnSp>
            <p:nvCxnSpPr>
              <p:cNvPr id="874" name="Google Shape;874;p16"/>
              <p:cNvCxnSpPr>
                <a:stCxn id="864" idx="5"/>
                <a:endCxn id="860" idx="1"/>
              </p:cNvCxnSpPr>
              <p:nvPr/>
            </p:nvCxnSpPr>
            <p:spPr>
              <a:xfrm flipH="1" rot="10800000">
                <a:off x="6397515" y="-169351"/>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875" name="Google Shape;875;p16"/>
              <p:cNvCxnSpPr>
                <a:stCxn id="860" idx="0"/>
                <a:endCxn id="861" idx="5"/>
              </p:cNvCxnSpPr>
              <p:nvPr/>
            </p:nvCxnSpPr>
            <p:spPr>
              <a:xfrm rot="10800000">
                <a:off x="7129021" y="-723230"/>
                <a:ext cx="617400" cy="425700"/>
              </a:xfrm>
              <a:prstGeom prst="straightConnector1">
                <a:avLst/>
              </a:prstGeom>
              <a:noFill/>
              <a:ln cap="flat" cmpd="sng" w="9525">
                <a:solidFill>
                  <a:schemeClr val="dk2"/>
                </a:solidFill>
                <a:prstDash val="solid"/>
                <a:round/>
                <a:headEnd len="med" w="med" type="none"/>
                <a:tailEnd len="med" w="med" type="none"/>
              </a:ln>
            </p:spPr>
          </p:cxnSp>
          <p:cxnSp>
            <p:nvCxnSpPr>
              <p:cNvPr id="876" name="Google Shape;876;p16"/>
              <p:cNvCxnSpPr>
                <a:stCxn id="860" idx="7"/>
                <a:endCxn id="865" idx="3"/>
              </p:cNvCxnSpPr>
              <p:nvPr/>
            </p:nvCxnSpPr>
            <p:spPr>
              <a:xfrm flipH="1" rot="10800000">
                <a:off x="7896910" y="-1244345"/>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877" name="Google Shape;877;p16"/>
              <p:cNvCxnSpPr>
                <a:stCxn id="861" idx="6"/>
                <a:endCxn id="865" idx="2"/>
              </p:cNvCxnSpPr>
              <p:nvPr/>
            </p:nvCxnSpPr>
            <p:spPr>
              <a:xfrm flipH="1" rot="10800000">
                <a:off x="7118930" y="-1264592"/>
                <a:ext cx="989700" cy="492600"/>
              </a:xfrm>
              <a:prstGeom prst="straightConnector1">
                <a:avLst/>
              </a:prstGeom>
              <a:noFill/>
              <a:ln cap="flat" cmpd="sng" w="9525">
                <a:solidFill>
                  <a:schemeClr val="dk2"/>
                </a:solidFill>
                <a:prstDash val="solid"/>
                <a:round/>
                <a:headEnd len="med" w="med" type="none"/>
                <a:tailEnd len="med" w="med" type="none"/>
              </a:ln>
            </p:spPr>
          </p:cxnSp>
          <p:cxnSp>
            <p:nvCxnSpPr>
              <p:cNvPr id="878" name="Google Shape;878;p16"/>
              <p:cNvCxnSpPr>
                <a:stCxn id="865" idx="0"/>
                <a:endCxn id="859" idx="5"/>
              </p:cNvCxnSpPr>
              <p:nvPr/>
            </p:nvCxnSpPr>
            <p:spPr>
              <a:xfrm rot="10800000">
                <a:off x="7386853" y="-1978577"/>
                <a:ext cx="734700" cy="647100"/>
              </a:xfrm>
              <a:prstGeom prst="straightConnector1">
                <a:avLst/>
              </a:prstGeom>
              <a:noFill/>
              <a:ln cap="flat" cmpd="sng" w="9525">
                <a:solidFill>
                  <a:schemeClr val="dk2"/>
                </a:solidFill>
                <a:prstDash val="solid"/>
                <a:round/>
                <a:headEnd len="med" w="med" type="none"/>
                <a:tailEnd len="med" w="med" type="none"/>
              </a:ln>
            </p:spPr>
          </p:cxnSp>
          <p:cxnSp>
            <p:nvCxnSpPr>
              <p:cNvPr id="879" name="Google Shape;879;p16"/>
              <p:cNvCxnSpPr>
                <a:stCxn id="863" idx="5"/>
                <a:endCxn id="865" idx="1"/>
              </p:cNvCxnSpPr>
              <p:nvPr/>
            </p:nvCxnSpPr>
            <p:spPr>
              <a:xfrm>
                <a:off x="6168510" y="-2299629"/>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880" name="Google Shape;880;p16"/>
              <p:cNvCxnSpPr>
                <a:stCxn id="862" idx="6"/>
                <a:endCxn id="865" idx="1"/>
              </p:cNvCxnSpPr>
              <p:nvPr/>
            </p:nvCxnSpPr>
            <p:spPr>
              <a:xfrm flipH="1" rot="10800000">
                <a:off x="6214873" y="-1300586"/>
                <a:ext cx="1886400" cy="489600"/>
              </a:xfrm>
              <a:prstGeom prst="straightConnector1">
                <a:avLst/>
              </a:prstGeom>
              <a:noFill/>
              <a:ln cap="flat" cmpd="sng" w="9525">
                <a:solidFill>
                  <a:schemeClr val="dk2"/>
                </a:solidFill>
                <a:prstDash val="solid"/>
                <a:round/>
                <a:headEnd len="med" w="med" type="none"/>
                <a:tailEnd len="med" w="med" type="none"/>
              </a:ln>
            </p:spPr>
          </p:cxnSp>
          <p:cxnSp>
            <p:nvCxnSpPr>
              <p:cNvPr id="881" name="Google Shape;881;p16"/>
              <p:cNvCxnSpPr>
                <a:stCxn id="862" idx="4"/>
                <a:endCxn id="860" idx="1"/>
              </p:cNvCxnSpPr>
              <p:nvPr/>
            </p:nvCxnSpPr>
            <p:spPr>
              <a:xfrm>
                <a:off x="6201973" y="-744086"/>
                <a:ext cx="1459800" cy="574500"/>
              </a:xfrm>
              <a:prstGeom prst="straightConnector1">
                <a:avLst/>
              </a:prstGeom>
              <a:noFill/>
              <a:ln cap="flat" cmpd="sng" w="9525">
                <a:solidFill>
                  <a:schemeClr val="dk2"/>
                </a:solidFill>
                <a:prstDash val="solid"/>
                <a:round/>
                <a:headEnd len="med" w="med" type="none"/>
                <a:tailEnd len="med" w="med" type="none"/>
              </a:ln>
            </p:spPr>
          </p:cxnSp>
          <p:cxnSp>
            <p:nvCxnSpPr>
              <p:cNvPr id="882" name="Google Shape;882;p16"/>
              <p:cNvCxnSpPr>
                <a:stCxn id="859" idx="4"/>
                <a:endCxn id="860" idx="7"/>
              </p:cNvCxnSpPr>
              <p:nvPr/>
            </p:nvCxnSpPr>
            <p:spPr>
              <a:xfrm>
                <a:off x="7345607" y="-1916318"/>
                <a:ext cx="551400" cy="1588200"/>
              </a:xfrm>
              <a:prstGeom prst="straightConnector1">
                <a:avLst/>
              </a:prstGeom>
              <a:noFill/>
              <a:ln cap="flat" cmpd="sng" w="9525">
                <a:solidFill>
                  <a:schemeClr val="dk2"/>
                </a:solidFill>
                <a:prstDash val="solid"/>
                <a:round/>
                <a:headEnd len="med" w="med" type="none"/>
                <a:tailEnd len="med" w="med" type="none"/>
              </a:ln>
            </p:spPr>
          </p:cxnSp>
          <p:sp>
            <p:nvSpPr>
              <p:cNvPr id="883" name="Google Shape;883;p16"/>
              <p:cNvSpPr/>
              <p:nvPr/>
            </p:nvSpPr>
            <p:spPr>
              <a:xfrm rot="-2047713">
                <a:off x="8788629" y="-4306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84" name="Google Shape;884;p16"/>
              <p:cNvCxnSpPr>
                <a:stCxn id="865" idx="4"/>
                <a:endCxn id="883" idx="7"/>
              </p:cNvCxnSpPr>
              <p:nvPr/>
            </p:nvCxnSpPr>
            <p:spPr>
              <a:xfrm>
                <a:off x="8175553" y="-1251677"/>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885" name="Google Shape;885;p16"/>
              <p:cNvCxnSpPr>
                <a:stCxn id="883" idx="1"/>
                <a:endCxn id="860" idx="5"/>
              </p:cNvCxnSpPr>
              <p:nvPr/>
            </p:nvCxnSpPr>
            <p:spPr>
              <a:xfrm rot="10800000">
                <a:off x="8055700" y="-93031"/>
                <a:ext cx="734100" cy="102900"/>
              </a:xfrm>
              <a:prstGeom prst="straightConnector1">
                <a:avLst/>
              </a:prstGeom>
              <a:noFill/>
              <a:ln cap="flat" cmpd="sng" w="9525">
                <a:solidFill>
                  <a:schemeClr val="dk2"/>
                </a:solidFill>
                <a:prstDash val="solid"/>
                <a:round/>
                <a:headEnd len="med" w="med" type="none"/>
                <a:tailEnd len="med" w="med" type="none"/>
              </a:ln>
            </p:spPr>
          </p:cxnSp>
          <p:cxnSp>
            <p:nvCxnSpPr>
              <p:cNvPr id="886" name="Google Shape;886;p16"/>
              <p:cNvCxnSpPr>
                <a:stCxn id="883" idx="0"/>
                <a:endCxn id="859" idx="4"/>
              </p:cNvCxnSpPr>
              <p:nvPr/>
            </p:nvCxnSpPr>
            <p:spPr>
              <a:xfrm rot="10800000">
                <a:off x="7345463" y="-1916427"/>
                <a:ext cx="1471800" cy="1884600"/>
              </a:xfrm>
              <a:prstGeom prst="straightConnector1">
                <a:avLst/>
              </a:prstGeom>
              <a:noFill/>
              <a:ln cap="flat" cmpd="sng" w="9525">
                <a:solidFill>
                  <a:schemeClr val="dk2"/>
                </a:solidFill>
                <a:prstDash val="solid"/>
                <a:round/>
                <a:headEnd len="med" w="med" type="none"/>
                <a:tailEnd len="med" w="med" type="none"/>
              </a:ln>
            </p:spPr>
          </p:cxnSp>
          <p:cxnSp>
            <p:nvCxnSpPr>
              <p:cNvPr id="887" name="Google Shape;887;p16"/>
              <p:cNvCxnSpPr>
                <a:stCxn id="883" idx="1"/>
                <a:endCxn id="861" idx="5"/>
              </p:cNvCxnSpPr>
              <p:nvPr/>
            </p:nvCxnSpPr>
            <p:spPr>
              <a:xfrm rot="10800000">
                <a:off x="7129000" y="-723031"/>
                <a:ext cx="1660800" cy="732900"/>
              </a:xfrm>
              <a:prstGeom prst="straightConnector1">
                <a:avLst/>
              </a:prstGeom>
              <a:noFill/>
              <a:ln cap="flat" cmpd="sng" w="9525">
                <a:solidFill>
                  <a:schemeClr val="dk2"/>
                </a:solidFill>
                <a:prstDash val="solid"/>
                <a:round/>
                <a:headEnd len="med" w="med" type="none"/>
                <a:tailEnd len="med" w="med" type="none"/>
              </a:ln>
            </p:spPr>
          </p:cxnSp>
          <p:sp>
            <p:nvSpPr>
              <p:cNvPr id="888" name="Google Shape;888;p16"/>
              <p:cNvSpPr/>
              <p:nvPr/>
            </p:nvSpPr>
            <p:spPr>
              <a:xfrm rot="-2040502">
                <a:off x="7684687" y="25500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89" name="Google Shape;889;p16"/>
              <p:cNvCxnSpPr>
                <a:stCxn id="883" idx="2"/>
                <a:endCxn id="888" idx="5"/>
              </p:cNvCxnSpPr>
              <p:nvPr/>
            </p:nvCxnSpPr>
            <p:spPr>
              <a:xfrm flipH="1">
                <a:off x="7877663" y="58773"/>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890" name="Google Shape;890;p16"/>
              <p:cNvCxnSpPr>
                <a:stCxn id="888" idx="1"/>
                <a:endCxn id="864" idx="5"/>
              </p:cNvCxnSpPr>
              <p:nvPr/>
            </p:nvCxnSpPr>
            <p:spPr>
              <a:xfrm rot="10800000">
                <a:off x="6397373" y="-27707"/>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891" name="Google Shape;891;p16"/>
              <p:cNvCxnSpPr>
                <a:stCxn id="888" idx="7"/>
                <a:endCxn id="860" idx="3"/>
              </p:cNvCxnSpPr>
              <p:nvPr/>
            </p:nvCxnSpPr>
            <p:spPr>
              <a:xfrm flipH="1" rot="10800000">
                <a:off x="7800600" y="65689"/>
                <a:ext cx="19800" cy="191100"/>
              </a:xfrm>
              <a:prstGeom prst="straightConnector1">
                <a:avLst/>
              </a:prstGeom>
              <a:noFill/>
              <a:ln cap="flat" cmpd="sng" w="9525">
                <a:solidFill>
                  <a:schemeClr val="dk2"/>
                </a:solidFill>
                <a:prstDash val="solid"/>
                <a:round/>
                <a:headEnd len="med" w="med" type="none"/>
                <a:tailEnd len="med" w="med" type="none"/>
              </a:ln>
            </p:spPr>
          </p:cxnSp>
        </p:grpSp>
        <p:grpSp>
          <p:nvGrpSpPr>
            <p:cNvPr id="892" name="Google Shape;892;p16"/>
            <p:cNvGrpSpPr/>
            <p:nvPr/>
          </p:nvGrpSpPr>
          <p:grpSpPr>
            <a:xfrm flipH="1" rot="10800000">
              <a:off x="-497962" y="2260383"/>
              <a:ext cx="3063625" cy="3321711"/>
              <a:chOff x="-460575" y="-671217"/>
              <a:chExt cx="3063625" cy="3321711"/>
            </a:xfrm>
          </p:grpSpPr>
          <p:cxnSp>
            <p:nvCxnSpPr>
              <p:cNvPr id="893" name="Google Shape;893;p16"/>
              <p:cNvCxnSpPr>
                <a:stCxn id="894" idx="6"/>
                <a:endCxn id="895"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895" name="Google Shape;895;p16"/>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6" name="Google Shape;896;p16"/>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7" name="Google Shape;897;p16"/>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8" name="Google Shape;898;p16"/>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9" name="Google Shape;899;p16"/>
              <p:cNvSpPr/>
              <p:nvPr/>
            </p:nvSpPr>
            <p:spPr>
              <a:xfrm>
                <a:off x="382937" y="1317277"/>
                <a:ext cx="1569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00" name="Google Shape;900;p16"/>
              <p:cNvCxnSpPr>
                <a:stCxn id="899" idx="4"/>
                <a:endCxn id="897" idx="0"/>
              </p:cNvCxnSpPr>
              <p:nvPr/>
            </p:nvCxnSpPr>
            <p:spPr>
              <a:xfrm flipH="1">
                <a:off x="169187" y="1474777"/>
                <a:ext cx="292200" cy="1018200"/>
              </a:xfrm>
              <a:prstGeom prst="straightConnector1">
                <a:avLst/>
              </a:prstGeom>
              <a:noFill/>
              <a:ln cap="flat" cmpd="sng" w="9525">
                <a:solidFill>
                  <a:schemeClr val="dk2"/>
                </a:solidFill>
                <a:prstDash val="solid"/>
                <a:round/>
                <a:headEnd len="med" w="med" type="none"/>
                <a:tailEnd len="med" w="med" type="none"/>
              </a:ln>
            </p:spPr>
          </p:cxnSp>
          <p:cxnSp>
            <p:nvCxnSpPr>
              <p:cNvPr id="901" name="Google Shape;901;p16"/>
              <p:cNvCxnSpPr>
                <a:stCxn id="898" idx="4"/>
                <a:endCxn id="897"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902" name="Google Shape;902;p16"/>
              <p:cNvCxnSpPr>
                <a:stCxn id="898" idx="5"/>
                <a:endCxn id="899" idx="1"/>
              </p:cNvCxnSpPr>
              <p:nvPr/>
            </p:nvCxnSpPr>
            <p:spPr>
              <a:xfrm>
                <a:off x="199829" y="960741"/>
                <a:ext cx="206100" cy="379500"/>
              </a:xfrm>
              <a:prstGeom prst="straightConnector1">
                <a:avLst/>
              </a:prstGeom>
              <a:noFill/>
              <a:ln cap="flat" cmpd="sng" w="9525">
                <a:solidFill>
                  <a:schemeClr val="dk2"/>
                </a:solidFill>
                <a:prstDash val="solid"/>
                <a:round/>
                <a:headEnd len="med" w="med" type="none"/>
                <a:tailEnd len="med" w="med" type="none"/>
              </a:ln>
            </p:spPr>
          </p:cxnSp>
          <p:cxnSp>
            <p:nvCxnSpPr>
              <p:cNvPr id="903" name="Google Shape;903;p16"/>
              <p:cNvCxnSpPr>
                <a:stCxn id="898" idx="0"/>
                <a:endCxn id="896"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904" name="Google Shape;904;p16"/>
              <p:cNvCxnSpPr>
                <a:stCxn id="898" idx="7"/>
                <a:endCxn id="894"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905" name="Google Shape;905;p16"/>
              <p:cNvCxnSpPr>
                <a:stCxn id="896" idx="5"/>
                <a:endCxn id="894"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906" name="Google Shape;906;p16"/>
              <p:cNvCxnSpPr>
                <a:stCxn id="896" idx="6"/>
                <a:endCxn id="895"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907" name="Google Shape;907;p16"/>
              <p:cNvCxnSpPr>
                <a:stCxn id="908" idx="1"/>
                <a:endCxn id="896"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909" name="Google Shape;909;p16"/>
              <p:cNvCxnSpPr>
                <a:stCxn id="899" idx="0"/>
                <a:endCxn id="894" idx="4"/>
              </p:cNvCxnSpPr>
              <p:nvPr/>
            </p:nvCxnSpPr>
            <p:spPr>
              <a:xfrm rot="10800000">
                <a:off x="378587" y="456577"/>
                <a:ext cx="82800" cy="860700"/>
              </a:xfrm>
              <a:prstGeom prst="straightConnector1">
                <a:avLst/>
              </a:prstGeom>
              <a:noFill/>
              <a:ln cap="flat" cmpd="sng" w="9525">
                <a:solidFill>
                  <a:schemeClr val="dk2"/>
                </a:solidFill>
                <a:prstDash val="solid"/>
                <a:round/>
                <a:headEnd len="med" w="med" type="none"/>
                <a:tailEnd len="med" w="med" type="none"/>
              </a:ln>
            </p:spPr>
          </p:cxnSp>
          <p:cxnSp>
            <p:nvCxnSpPr>
              <p:cNvPr id="910" name="Google Shape;910;p16"/>
              <p:cNvCxnSpPr>
                <a:stCxn id="899" idx="0"/>
                <a:endCxn id="908" idx="3"/>
              </p:cNvCxnSpPr>
              <p:nvPr/>
            </p:nvCxnSpPr>
            <p:spPr>
              <a:xfrm flipH="1" rot="10800000">
                <a:off x="461387" y="268177"/>
                <a:ext cx="335100" cy="1049100"/>
              </a:xfrm>
              <a:prstGeom prst="straightConnector1">
                <a:avLst/>
              </a:prstGeom>
              <a:noFill/>
              <a:ln cap="flat" cmpd="sng" w="9525">
                <a:solidFill>
                  <a:schemeClr val="dk2"/>
                </a:solidFill>
                <a:prstDash val="solid"/>
                <a:round/>
                <a:headEnd len="med" w="med" type="none"/>
                <a:tailEnd len="med" w="med" type="none"/>
              </a:ln>
            </p:spPr>
          </p:cxnSp>
          <p:sp>
            <p:nvSpPr>
              <p:cNvPr id="911" name="Google Shape;911;p16"/>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12" name="Google Shape;912;p16"/>
              <p:cNvCxnSpPr>
                <a:stCxn id="896" idx="5"/>
                <a:endCxn id="911"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913" name="Google Shape;913;p16"/>
              <p:cNvCxnSpPr>
                <a:stCxn id="908" idx="7"/>
                <a:endCxn id="911"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914" name="Google Shape;914;p16"/>
              <p:cNvCxnSpPr>
                <a:stCxn id="911" idx="6"/>
                <a:endCxn id="895"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915" name="Google Shape;915;p16"/>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16" name="Google Shape;916;p16"/>
              <p:cNvCxnSpPr>
                <a:stCxn id="915" idx="0"/>
                <a:endCxn id="896"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917" name="Google Shape;917;p16"/>
              <p:cNvCxnSpPr>
                <a:stCxn id="915" idx="6"/>
                <a:endCxn id="894"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918" name="Google Shape;918;p16"/>
              <p:cNvCxnSpPr>
                <a:stCxn id="915" idx="5"/>
                <a:endCxn id="898"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919" name="Google Shape;919;p16"/>
              <p:cNvCxnSpPr>
                <a:stCxn id="915" idx="5"/>
                <a:endCxn id="897"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908" name="Google Shape;908;p16"/>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4" name="Google Shape;894;p16"/>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2">
    <p:spTree>
      <p:nvGrpSpPr>
        <p:cNvPr id="920" name="Shape 920"/>
        <p:cNvGrpSpPr/>
        <p:nvPr/>
      </p:nvGrpSpPr>
      <p:grpSpPr>
        <a:xfrm>
          <a:off x="0" y="0"/>
          <a:ext cx="0" cy="0"/>
          <a:chOff x="0" y="0"/>
          <a:chExt cx="0" cy="0"/>
        </a:xfrm>
      </p:grpSpPr>
      <p:sp>
        <p:nvSpPr>
          <p:cNvPr id="921" name="Google Shape;921;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22" name="Google Shape;922;p17"/>
          <p:cNvSpPr txBox="1"/>
          <p:nvPr>
            <p:ph idx="1" type="body"/>
          </p:nvPr>
        </p:nvSpPr>
        <p:spPr>
          <a:xfrm>
            <a:off x="720000" y="1215751"/>
            <a:ext cx="7704000" cy="450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923" name="Google Shape;923;p17"/>
          <p:cNvGrpSpPr/>
          <p:nvPr/>
        </p:nvGrpSpPr>
        <p:grpSpPr>
          <a:xfrm>
            <a:off x="119476" y="1141150"/>
            <a:ext cx="7318880" cy="3862644"/>
            <a:chOff x="119476" y="1141150"/>
            <a:chExt cx="7318880" cy="3862644"/>
          </a:xfrm>
        </p:grpSpPr>
        <p:grpSp>
          <p:nvGrpSpPr>
            <p:cNvPr id="924" name="Google Shape;924;p17"/>
            <p:cNvGrpSpPr/>
            <p:nvPr/>
          </p:nvGrpSpPr>
          <p:grpSpPr>
            <a:xfrm rot="10800000">
              <a:off x="119476" y="1141150"/>
              <a:ext cx="298275" cy="322675"/>
              <a:chOff x="8667225" y="681525"/>
              <a:chExt cx="298275" cy="322675"/>
            </a:xfrm>
          </p:grpSpPr>
          <p:sp>
            <p:nvSpPr>
              <p:cNvPr id="925" name="Google Shape;925;p17"/>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26" name="Google Shape;926;p17"/>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27" name="Google Shape;927;p17"/>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928" name="Google Shape;928;p17"/>
            <p:cNvGrpSpPr/>
            <p:nvPr/>
          </p:nvGrpSpPr>
          <p:grpSpPr>
            <a:xfrm rot="-5139163">
              <a:off x="6960991" y="4509560"/>
              <a:ext cx="254304" cy="683114"/>
              <a:chOff x="140150" y="4353245"/>
              <a:chExt cx="254310" cy="683130"/>
            </a:xfrm>
          </p:grpSpPr>
          <p:sp>
            <p:nvSpPr>
              <p:cNvPr id="929" name="Google Shape;929;p17"/>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0" name="Google Shape;930;p17"/>
              <p:cNvSpPr/>
              <p:nvPr/>
            </p:nvSpPr>
            <p:spPr>
              <a:xfrm rot="10800000">
                <a:off x="146360" y="4668727"/>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1" name="Google Shape;931;p17"/>
              <p:cNvSpPr/>
              <p:nvPr/>
            </p:nvSpPr>
            <p:spPr>
              <a:xfrm rot="10800000">
                <a:off x="343160" y="4863902"/>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2" name="Google Shape;932;p17"/>
              <p:cNvSpPr/>
              <p:nvPr/>
            </p:nvSpPr>
            <p:spPr>
              <a:xfrm rot="10800000">
                <a:off x="141945" y="435324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933" name="Google Shape;933;p17"/>
          <p:cNvGrpSpPr/>
          <p:nvPr/>
        </p:nvGrpSpPr>
        <p:grpSpPr>
          <a:xfrm>
            <a:off x="-3264108" y="1062527"/>
            <a:ext cx="12699758" cy="5125916"/>
            <a:chOff x="-3264108" y="1062527"/>
            <a:chExt cx="12699758" cy="5125916"/>
          </a:xfrm>
        </p:grpSpPr>
        <p:grpSp>
          <p:nvGrpSpPr>
            <p:cNvPr id="934" name="Google Shape;934;p17"/>
            <p:cNvGrpSpPr/>
            <p:nvPr/>
          </p:nvGrpSpPr>
          <p:grpSpPr>
            <a:xfrm rot="10800000">
              <a:off x="7825876" y="2716263"/>
              <a:ext cx="1609774" cy="2641456"/>
              <a:chOff x="-225924" y="-192037"/>
              <a:chExt cx="1609774" cy="2641456"/>
            </a:xfrm>
          </p:grpSpPr>
          <p:cxnSp>
            <p:nvCxnSpPr>
              <p:cNvPr id="935" name="Google Shape;935;p17"/>
              <p:cNvCxnSpPr>
                <a:stCxn id="936" idx="7"/>
                <a:endCxn id="937" idx="2"/>
              </p:cNvCxnSpPr>
              <p:nvPr/>
            </p:nvCxnSpPr>
            <p:spPr>
              <a:xfrm flipH="1" rot="10800000">
                <a:off x="332904" y="155655"/>
                <a:ext cx="893400" cy="226800"/>
              </a:xfrm>
              <a:prstGeom prst="straightConnector1">
                <a:avLst/>
              </a:prstGeom>
              <a:noFill/>
              <a:ln cap="flat" cmpd="sng" w="9525">
                <a:solidFill>
                  <a:schemeClr val="dk2"/>
                </a:solidFill>
                <a:prstDash val="solid"/>
                <a:round/>
                <a:headEnd len="med" w="med" type="none"/>
                <a:tailEnd len="med" w="med" type="none"/>
              </a:ln>
            </p:spPr>
          </p:cxnSp>
          <p:sp>
            <p:nvSpPr>
              <p:cNvPr id="937" name="Google Shape;937;p17"/>
              <p:cNvSpPr/>
              <p:nvPr/>
            </p:nvSpPr>
            <p:spPr>
              <a:xfrm>
                <a:off x="1226350" y="767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8" name="Google Shape;938;p17"/>
              <p:cNvSpPr/>
              <p:nvPr/>
            </p:nvSpPr>
            <p:spPr>
              <a:xfrm>
                <a:off x="-2259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9" name="Google Shape;939;p17"/>
              <p:cNvSpPr/>
              <p:nvPr/>
            </p:nvSpPr>
            <p:spPr>
              <a:xfrm>
                <a:off x="1776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40" name="Google Shape;940;p17"/>
              <p:cNvSpPr/>
              <p:nvPr/>
            </p:nvSpPr>
            <p:spPr>
              <a:xfrm>
                <a:off x="734301" y="22218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41" name="Google Shape;941;p17"/>
              <p:cNvSpPr/>
              <p:nvPr/>
            </p:nvSpPr>
            <p:spPr>
              <a:xfrm>
                <a:off x="49626" y="886737"/>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42" name="Google Shape;942;p17"/>
              <p:cNvSpPr/>
              <p:nvPr/>
            </p:nvSpPr>
            <p:spPr>
              <a:xfrm>
                <a:off x="292075" y="1058069"/>
                <a:ext cx="147900" cy="14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43" name="Google Shape;943;p17"/>
              <p:cNvCxnSpPr>
                <a:stCxn id="942" idx="4"/>
                <a:endCxn id="939" idx="0"/>
              </p:cNvCxnSpPr>
              <p:nvPr/>
            </p:nvCxnSpPr>
            <p:spPr>
              <a:xfrm flipH="1">
                <a:off x="256225" y="1205969"/>
                <a:ext cx="109800" cy="1086000"/>
              </a:xfrm>
              <a:prstGeom prst="straightConnector1">
                <a:avLst/>
              </a:prstGeom>
              <a:noFill/>
              <a:ln cap="flat" cmpd="sng" w="9525">
                <a:solidFill>
                  <a:schemeClr val="dk2"/>
                </a:solidFill>
                <a:prstDash val="solid"/>
                <a:round/>
                <a:headEnd len="med" w="med" type="none"/>
                <a:tailEnd len="med" w="med" type="none"/>
              </a:ln>
            </p:spPr>
          </p:cxnSp>
          <p:cxnSp>
            <p:nvCxnSpPr>
              <p:cNvPr id="944" name="Google Shape;944;p17"/>
              <p:cNvCxnSpPr>
                <a:stCxn id="941" idx="4"/>
                <a:endCxn id="939" idx="0"/>
              </p:cNvCxnSpPr>
              <p:nvPr/>
            </p:nvCxnSpPr>
            <p:spPr>
              <a:xfrm>
                <a:off x="92976" y="973437"/>
                <a:ext cx="163500" cy="1318500"/>
              </a:xfrm>
              <a:prstGeom prst="straightConnector1">
                <a:avLst/>
              </a:prstGeom>
              <a:noFill/>
              <a:ln cap="flat" cmpd="sng" w="9525">
                <a:solidFill>
                  <a:schemeClr val="dk2"/>
                </a:solidFill>
                <a:prstDash val="solid"/>
                <a:round/>
                <a:headEnd len="med" w="med" type="none"/>
                <a:tailEnd len="med" w="med" type="none"/>
              </a:ln>
            </p:spPr>
          </p:cxnSp>
          <p:cxnSp>
            <p:nvCxnSpPr>
              <p:cNvPr id="945" name="Google Shape;945;p17"/>
              <p:cNvCxnSpPr>
                <a:stCxn id="941" idx="5"/>
                <a:endCxn id="942" idx="1"/>
              </p:cNvCxnSpPr>
              <p:nvPr/>
            </p:nvCxnSpPr>
            <p:spPr>
              <a:xfrm>
                <a:off x="123629" y="960741"/>
                <a:ext cx="190200" cy="119100"/>
              </a:xfrm>
              <a:prstGeom prst="straightConnector1">
                <a:avLst/>
              </a:prstGeom>
              <a:noFill/>
              <a:ln cap="flat" cmpd="sng" w="9525">
                <a:solidFill>
                  <a:schemeClr val="dk2"/>
                </a:solidFill>
                <a:prstDash val="solid"/>
                <a:round/>
                <a:headEnd len="med" w="med" type="none"/>
                <a:tailEnd len="med" w="med" type="none"/>
              </a:ln>
            </p:spPr>
          </p:cxnSp>
          <p:cxnSp>
            <p:nvCxnSpPr>
              <p:cNvPr id="946" name="Google Shape;946;p17"/>
              <p:cNvCxnSpPr>
                <a:stCxn id="941" idx="0"/>
                <a:endCxn id="938" idx="4"/>
              </p:cNvCxnSpPr>
              <p:nvPr/>
            </p:nvCxnSpPr>
            <p:spPr>
              <a:xfrm rot="10800000">
                <a:off x="-176124" y="-92163"/>
                <a:ext cx="269100" cy="978900"/>
              </a:xfrm>
              <a:prstGeom prst="straightConnector1">
                <a:avLst/>
              </a:prstGeom>
              <a:noFill/>
              <a:ln cap="flat" cmpd="sng" w="9525">
                <a:solidFill>
                  <a:schemeClr val="dk2"/>
                </a:solidFill>
                <a:prstDash val="solid"/>
                <a:round/>
                <a:headEnd len="med" w="med" type="none"/>
                <a:tailEnd len="med" w="med" type="none"/>
              </a:ln>
            </p:spPr>
          </p:cxnSp>
          <p:cxnSp>
            <p:nvCxnSpPr>
              <p:cNvPr id="947" name="Google Shape;947;p17"/>
              <p:cNvCxnSpPr>
                <a:stCxn id="941" idx="7"/>
                <a:endCxn id="936" idx="3"/>
              </p:cNvCxnSpPr>
              <p:nvPr/>
            </p:nvCxnSpPr>
            <p:spPr>
              <a:xfrm flipH="1" rot="10800000">
                <a:off x="1236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948" name="Google Shape;948;p17"/>
              <p:cNvCxnSpPr>
                <a:stCxn id="938" idx="5"/>
                <a:endCxn id="936" idx="1"/>
              </p:cNvCxnSpPr>
              <p:nvPr/>
            </p:nvCxnSpPr>
            <p:spPr>
              <a:xfrm>
                <a:off x="-1406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949" name="Google Shape;949;p17"/>
              <p:cNvCxnSpPr>
                <a:stCxn id="938" idx="6"/>
                <a:endCxn id="937" idx="2"/>
              </p:cNvCxnSpPr>
              <p:nvPr/>
            </p:nvCxnSpPr>
            <p:spPr>
              <a:xfrm>
                <a:off x="-126024" y="-142087"/>
                <a:ext cx="1352400" cy="297600"/>
              </a:xfrm>
              <a:prstGeom prst="straightConnector1">
                <a:avLst/>
              </a:prstGeom>
              <a:noFill/>
              <a:ln cap="flat" cmpd="sng" w="9525">
                <a:solidFill>
                  <a:schemeClr val="dk2"/>
                </a:solidFill>
                <a:prstDash val="solid"/>
                <a:round/>
                <a:headEnd len="med" w="med" type="none"/>
                <a:tailEnd len="med" w="med" type="none"/>
              </a:ln>
            </p:spPr>
          </p:cxnSp>
          <p:cxnSp>
            <p:nvCxnSpPr>
              <p:cNvPr id="950" name="Google Shape;950;p17"/>
              <p:cNvCxnSpPr>
                <a:stCxn id="940" idx="2"/>
                <a:endCxn id="938" idx="5"/>
              </p:cNvCxnSpPr>
              <p:nvPr/>
            </p:nvCxnSpPr>
            <p:spPr>
              <a:xfrm rot="10800000">
                <a:off x="-140799" y="-106763"/>
                <a:ext cx="875100" cy="372300"/>
              </a:xfrm>
              <a:prstGeom prst="straightConnector1">
                <a:avLst/>
              </a:prstGeom>
              <a:noFill/>
              <a:ln cap="flat" cmpd="sng" w="9525">
                <a:solidFill>
                  <a:schemeClr val="dk2"/>
                </a:solidFill>
                <a:prstDash val="solid"/>
                <a:round/>
                <a:headEnd len="med" w="med" type="none"/>
                <a:tailEnd len="med" w="med" type="none"/>
              </a:ln>
            </p:spPr>
          </p:cxnSp>
          <p:cxnSp>
            <p:nvCxnSpPr>
              <p:cNvPr id="951" name="Google Shape;951;p17"/>
              <p:cNvCxnSpPr>
                <a:stCxn id="942" idx="0"/>
                <a:endCxn id="936" idx="4"/>
              </p:cNvCxnSpPr>
              <p:nvPr/>
            </p:nvCxnSpPr>
            <p:spPr>
              <a:xfrm rot="10800000">
                <a:off x="302125" y="456569"/>
                <a:ext cx="63900" cy="601500"/>
              </a:xfrm>
              <a:prstGeom prst="straightConnector1">
                <a:avLst/>
              </a:prstGeom>
              <a:noFill/>
              <a:ln cap="flat" cmpd="sng" w="9525">
                <a:solidFill>
                  <a:schemeClr val="dk2"/>
                </a:solidFill>
                <a:prstDash val="solid"/>
                <a:round/>
                <a:headEnd len="med" w="med" type="none"/>
                <a:tailEnd len="med" w="med" type="none"/>
              </a:ln>
            </p:spPr>
          </p:cxnSp>
          <p:cxnSp>
            <p:nvCxnSpPr>
              <p:cNvPr id="952" name="Google Shape;952;p17"/>
              <p:cNvCxnSpPr>
                <a:stCxn id="942" idx="0"/>
                <a:endCxn id="940" idx="3"/>
              </p:cNvCxnSpPr>
              <p:nvPr/>
            </p:nvCxnSpPr>
            <p:spPr>
              <a:xfrm flipH="1" rot="10800000">
                <a:off x="366025" y="296069"/>
                <a:ext cx="381000" cy="762000"/>
              </a:xfrm>
              <a:prstGeom prst="straightConnector1">
                <a:avLst/>
              </a:prstGeom>
              <a:noFill/>
              <a:ln cap="flat" cmpd="sng" w="9525">
                <a:solidFill>
                  <a:schemeClr val="dk2"/>
                </a:solidFill>
                <a:prstDash val="solid"/>
                <a:round/>
                <a:headEnd len="med" w="med" type="none"/>
                <a:tailEnd len="med" w="med" type="none"/>
              </a:ln>
            </p:spPr>
          </p:cxnSp>
          <p:sp>
            <p:nvSpPr>
              <p:cNvPr id="936" name="Google Shape;936;p17"/>
              <p:cNvSpPr/>
              <p:nvPr/>
            </p:nvSpPr>
            <p:spPr>
              <a:xfrm>
                <a:off x="258901" y="369758"/>
                <a:ext cx="86700" cy="8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953" name="Google Shape;953;p17"/>
            <p:cNvGrpSpPr/>
            <p:nvPr/>
          </p:nvGrpSpPr>
          <p:grpSpPr>
            <a:xfrm rot="2030497">
              <a:off x="-2581586" y="1819329"/>
              <a:ext cx="3816850" cy="3612312"/>
              <a:chOff x="-100549" y="47919"/>
              <a:chExt cx="4607849" cy="4360923"/>
            </a:xfrm>
          </p:grpSpPr>
          <p:sp>
            <p:nvSpPr>
              <p:cNvPr id="954" name="Google Shape;954;p17"/>
              <p:cNvSpPr/>
              <p:nvPr/>
            </p:nvSpPr>
            <p:spPr>
              <a:xfrm rot="10800000">
                <a:off x="4076800" y="2467368"/>
                <a:ext cx="234600" cy="23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5" name="Google Shape;955;p17"/>
              <p:cNvSpPr/>
              <p:nvPr/>
            </p:nvSpPr>
            <p:spPr>
              <a:xfrm rot="10800000">
                <a:off x="1137802" y="3577294"/>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6" name="Google Shape;956;p17"/>
              <p:cNvSpPr/>
              <p:nvPr/>
            </p:nvSpPr>
            <p:spPr>
              <a:xfrm rot="10800000">
                <a:off x="1731851" y="997900"/>
                <a:ext cx="484500" cy="484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7" name="Google Shape;957;p17"/>
              <p:cNvSpPr/>
              <p:nvPr/>
            </p:nvSpPr>
            <p:spPr>
              <a:xfrm rot="10800000">
                <a:off x="2254926" y="2505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8" name="Google Shape;958;p17"/>
              <p:cNvSpPr/>
              <p:nvPr/>
            </p:nvSpPr>
            <p:spPr>
              <a:xfrm rot="10800000">
                <a:off x="3685300" y="3636544"/>
                <a:ext cx="116100" cy="116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9" name="Google Shape;959;p17"/>
              <p:cNvSpPr/>
              <p:nvPr/>
            </p:nvSpPr>
            <p:spPr>
              <a:xfrm rot="10800000">
                <a:off x="2254926" y="39039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60" name="Google Shape;960;p17"/>
              <p:cNvSpPr/>
              <p:nvPr/>
            </p:nvSpPr>
            <p:spPr>
              <a:xfrm rot="10800000">
                <a:off x="3125451" y="1436544"/>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61" name="Google Shape;961;p17"/>
              <p:cNvSpPr/>
              <p:nvPr/>
            </p:nvSpPr>
            <p:spPr>
              <a:xfrm rot="10800000">
                <a:off x="447667" y="2351269"/>
                <a:ext cx="116100" cy="11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62" name="Google Shape;962;p17"/>
              <p:cNvCxnSpPr>
                <a:stCxn id="958" idx="5"/>
                <a:endCxn id="957" idx="1"/>
              </p:cNvCxnSpPr>
              <p:nvPr/>
            </p:nvCxnSpPr>
            <p:spPr>
              <a:xfrm rot="8769356">
                <a:off x="2782616" y="2360623"/>
                <a:ext cx="526274" cy="1572747"/>
              </a:xfrm>
              <a:prstGeom prst="straightConnector1">
                <a:avLst/>
              </a:prstGeom>
              <a:noFill/>
              <a:ln cap="flat" cmpd="sng" w="9525">
                <a:solidFill>
                  <a:schemeClr val="dk2"/>
                </a:solidFill>
                <a:prstDash val="solid"/>
                <a:round/>
                <a:headEnd len="med" w="med" type="none"/>
                <a:tailEnd len="med" w="med" type="none"/>
              </a:ln>
            </p:spPr>
          </p:cxnSp>
          <p:cxnSp>
            <p:nvCxnSpPr>
              <p:cNvPr id="963" name="Google Shape;963;p17"/>
              <p:cNvCxnSpPr>
                <a:stCxn id="959" idx="4"/>
                <a:endCxn id="957" idx="0"/>
              </p:cNvCxnSpPr>
              <p:nvPr/>
            </p:nvCxnSpPr>
            <p:spPr>
              <a:xfrm flipH="1" rot="8769075">
                <a:off x="1988166" y="2768320"/>
                <a:ext cx="691020" cy="1030498"/>
              </a:xfrm>
              <a:prstGeom prst="straightConnector1">
                <a:avLst/>
              </a:prstGeom>
              <a:noFill/>
              <a:ln cap="flat" cmpd="sng" w="9525">
                <a:solidFill>
                  <a:schemeClr val="dk2"/>
                </a:solidFill>
                <a:prstDash val="solid"/>
                <a:round/>
                <a:headEnd len="med" w="med" type="none"/>
                <a:tailEnd len="med" w="med" type="none"/>
              </a:ln>
            </p:spPr>
          </p:cxnSp>
          <p:cxnSp>
            <p:nvCxnSpPr>
              <p:cNvPr id="964" name="Google Shape;964;p17"/>
              <p:cNvCxnSpPr>
                <a:stCxn id="954" idx="6"/>
                <a:endCxn id="957" idx="2"/>
              </p:cNvCxnSpPr>
              <p:nvPr/>
            </p:nvCxnSpPr>
            <p:spPr>
              <a:xfrm rot="8769491">
                <a:off x="2553455" y="2121214"/>
                <a:ext cx="1382290" cy="926908"/>
              </a:xfrm>
              <a:prstGeom prst="straightConnector1">
                <a:avLst/>
              </a:prstGeom>
              <a:noFill/>
              <a:ln cap="flat" cmpd="sng" w="9525">
                <a:solidFill>
                  <a:schemeClr val="dk2"/>
                </a:solidFill>
                <a:prstDash val="solid"/>
                <a:round/>
                <a:headEnd len="med" w="med" type="none"/>
                <a:tailEnd len="med" w="med" type="none"/>
              </a:ln>
            </p:spPr>
          </p:cxnSp>
          <p:cxnSp>
            <p:nvCxnSpPr>
              <p:cNvPr id="965" name="Google Shape;965;p17"/>
              <p:cNvCxnSpPr>
                <a:stCxn id="954" idx="0"/>
                <a:endCxn id="958" idx="3"/>
              </p:cNvCxnSpPr>
              <p:nvPr/>
            </p:nvCxnSpPr>
            <p:spPr>
              <a:xfrm flipH="1" rot="-2030280">
                <a:off x="3554311" y="2896576"/>
                <a:ext cx="870078" cy="562385"/>
              </a:xfrm>
              <a:prstGeom prst="straightConnector1">
                <a:avLst/>
              </a:prstGeom>
              <a:noFill/>
              <a:ln cap="flat" cmpd="sng" w="9525">
                <a:solidFill>
                  <a:schemeClr val="dk2"/>
                </a:solidFill>
                <a:prstDash val="solid"/>
                <a:round/>
                <a:headEnd len="med" w="med" type="none"/>
                <a:tailEnd len="med" w="med" type="none"/>
              </a:ln>
            </p:spPr>
          </p:cxnSp>
          <p:cxnSp>
            <p:nvCxnSpPr>
              <p:cNvPr id="966" name="Google Shape;966;p17"/>
              <p:cNvCxnSpPr>
                <a:stCxn id="958" idx="7"/>
                <a:endCxn id="959" idx="2"/>
              </p:cNvCxnSpPr>
              <p:nvPr/>
            </p:nvCxnSpPr>
            <p:spPr>
              <a:xfrm rot="8769605">
                <a:off x="2452857" y="3602445"/>
                <a:ext cx="1208890" cy="513294"/>
              </a:xfrm>
              <a:prstGeom prst="straightConnector1">
                <a:avLst/>
              </a:prstGeom>
              <a:noFill/>
              <a:ln cap="flat" cmpd="sng" w="9525">
                <a:solidFill>
                  <a:schemeClr val="dk2"/>
                </a:solidFill>
                <a:prstDash val="solid"/>
                <a:round/>
                <a:headEnd len="med" w="med" type="none"/>
                <a:tailEnd len="med" w="med" type="none"/>
              </a:ln>
            </p:spPr>
          </p:cxnSp>
          <p:cxnSp>
            <p:nvCxnSpPr>
              <p:cNvPr id="967" name="Google Shape;967;p17"/>
              <p:cNvCxnSpPr>
                <a:stCxn id="959" idx="6"/>
                <a:endCxn id="955" idx="1"/>
              </p:cNvCxnSpPr>
              <p:nvPr/>
            </p:nvCxnSpPr>
            <p:spPr>
              <a:xfrm rot="8768875">
                <a:off x="1472857" y="3539834"/>
                <a:ext cx="647338" cy="680869"/>
              </a:xfrm>
              <a:prstGeom prst="straightConnector1">
                <a:avLst/>
              </a:prstGeom>
              <a:noFill/>
              <a:ln cap="flat" cmpd="sng" w="9525">
                <a:solidFill>
                  <a:schemeClr val="dk2"/>
                </a:solidFill>
                <a:prstDash val="solid"/>
                <a:round/>
                <a:headEnd len="med" w="med" type="none"/>
                <a:tailEnd len="med" w="med" type="none"/>
              </a:ln>
            </p:spPr>
          </p:cxnSp>
          <p:cxnSp>
            <p:nvCxnSpPr>
              <p:cNvPr id="968" name="Google Shape;968;p17"/>
              <p:cNvCxnSpPr>
                <a:stCxn id="957" idx="7"/>
                <a:endCxn id="955" idx="3"/>
              </p:cNvCxnSpPr>
              <p:nvPr/>
            </p:nvCxnSpPr>
            <p:spPr>
              <a:xfrm flipH="1" rot="-2030278">
                <a:off x="1147266" y="2984238"/>
                <a:ext cx="1321550" cy="283231"/>
              </a:xfrm>
              <a:prstGeom prst="straightConnector1">
                <a:avLst/>
              </a:prstGeom>
              <a:noFill/>
              <a:ln cap="flat" cmpd="sng" w="9525">
                <a:solidFill>
                  <a:schemeClr val="dk2"/>
                </a:solidFill>
                <a:prstDash val="solid"/>
                <a:round/>
                <a:headEnd len="med" w="med" type="none"/>
                <a:tailEnd len="med" w="med" type="none"/>
              </a:ln>
            </p:spPr>
          </p:cxnSp>
          <p:cxnSp>
            <p:nvCxnSpPr>
              <p:cNvPr id="969" name="Google Shape;969;p17"/>
              <p:cNvCxnSpPr>
                <a:stCxn id="954" idx="5"/>
                <a:endCxn id="960" idx="1"/>
              </p:cNvCxnSpPr>
              <p:nvPr/>
            </p:nvCxnSpPr>
            <p:spPr>
              <a:xfrm rot="8769493">
                <a:off x="3591334" y="1412692"/>
                <a:ext cx="188543" cy="1247164"/>
              </a:xfrm>
              <a:prstGeom prst="straightConnector1">
                <a:avLst/>
              </a:prstGeom>
              <a:noFill/>
              <a:ln cap="flat" cmpd="sng" w="9525">
                <a:solidFill>
                  <a:schemeClr val="dk2"/>
                </a:solidFill>
                <a:prstDash val="solid"/>
                <a:round/>
                <a:headEnd len="med" w="med" type="none"/>
                <a:tailEnd len="med" w="med" type="none"/>
              </a:ln>
            </p:spPr>
          </p:cxnSp>
          <p:cxnSp>
            <p:nvCxnSpPr>
              <p:cNvPr id="970" name="Google Shape;970;p17"/>
              <p:cNvCxnSpPr>
                <a:stCxn id="960" idx="7"/>
                <a:endCxn id="957" idx="3"/>
              </p:cNvCxnSpPr>
              <p:nvPr/>
            </p:nvCxnSpPr>
            <p:spPr>
              <a:xfrm flipH="1" rot="-2030495">
                <a:off x="2186803" y="1863549"/>
                <a:ext cx="1164126" cy="372760"/>
              </a:xfrm>
              <a:prstGeom prst="straightConnector1">
                <a:avLst/>
              </a:prstGeom>
              <a:noFill/>
              <a:ln cap="flat" cmpd="sng" w="9525">
                <a:solidFill>
                  <a:schemeClr val="dk2"/>
                </a:solidFill>
                <a:prstDash val="solid"/>
                <a:round/>
                <a:headEnd len="med" w="med" type="none"/>
                <a:tailEnd len="med" w="med" type="none"/>
              </a:ln>
            </p:spPr>
          </p:cxnSp>
          <p:cxnSp>
            <p:nvCxnSpPr>
              <p:cNvPr id="971" name="Google Shape;971;p17"/>
              <p:cNvCxnSpPr>
                <a:stCxn id="960" idx="5"/>
                <a:endCxn id="956" idx="2"/>
              </p:cNvCxnSpPr>
              <p:nvPr/>
            </p:nvCxnSpPr>
            <p:spPr>
              <a:xfrm rot="8769821">
                <a:off x="2356510" y="999099"/>
                <a:ext cx="651914" cy="701421"/>
              </a:xfrm>
              <a:prstGeom prst="straightConnector1">
                <a:avLst/>
              </a:prstGeom>
              <a:noFill/>
              <a:ln cap="flat" cmpd="sng" w="9525">
                <a:solidFill>
                  <a:schemeClr val="dk2"/>
                </a:solidFill>
                <a:prstDash val="solid"/>
                <a:round/>
                <a:headEnd len="med" w="med" type="none"/>
                <a:tailEnd len="med" w="med" type="none"/>
              </a:ln>
            </p:spPr>
          </p:cxnSp>
          <p:cxnSp>
            <p:nvCxnSpPr>
              <p:cNvPr id="972" name="Google Shape;972;p17"/>
              <p:cNvCxnSpPr>
                <a:stCxn id="956" idx="0"/>
                <a:endCxn id="957" idx="5"/>
              </p:cNvCxnSpPr>
              <p:nvPr/>
            </p:nvCxnSpPr>
            <p:spPr>
              <a:xfrm flipH="1" rot="-2029195">
                <a:off x="1960847" y="1486358"/>
                <a:ext cx="330408" cy="1038486"/>
              </a:xfrm>
              <a:prstGeom prst="straightConnector1">
                <a:avLst/>
              </a:prstGeom>
              <a:noFill/>
              <a:ln cap="flat" cmpd="sng" w="9525">
                <a:solidFill>
                  <a:schemeClr val="dk2"/>
                </a:solidFill>
                <a:prstDash val="solid"/>
                <a:round/>
                <a:headEnd len="med" w="med" type="none"/>
                <a:tailEnd len="med" w="med" type="none"/>
              </a:ln>
            </p:spPr>
          </p:cxnSp>
          <p:cxnSp>
            <p:nvCxnSpPr>
              <p:cNvPr id="973" name="Google Shape;973;p17"/>
              <p:cNvCxnSpPr>
                <a:stCxn id="956" idx="7"/>
                <a:endCxn id="961" idx="3"/>
              </p:cNvCxnSpPr>
              <p:nvPr/>
            </p:nvCxnSpPr>
            <p:spPr>
              <a:xfrm flipH="1" rot="-2030477">
                <a:off x="386634" y="1842270"/>
                <a:ext cx="1576242" cy="95353"/>
              </a:xfrm>
              <a:prstGeom prst="straightConnector1">
                <a:avLst/>
              </a:prstGeom>
              <a:noFill/>
              <a:ln cap="flat" cmpd="sng" w="9525">
                <a:solidFill>
                  <a:schemeClr val="dk2"/>
                </a:solidFill>
                <a:prstDash val="solid"/>
                <a:round/>
                <a:headEnd len="med" w="med" type="none"/>
                <a:tailEnd len="med" w="med" type="none"/>
              </a:ln>
            </p:spPr>
          </p:cxnSp>
          <p:cxnSp>
            <p:nvCxnSpPr>
              <p:cNvPr id="974" name="Google Shape;974;p17"/>
              <p:cNvCxnSpPr>
                <a:stCxn id="957" idx="6"/>
                <a:endCxn id="961" idx="2"/>
              </p:cNvCxnSpPr>
              <p:nvPr/>
            </p:nvCxnSpPr>
            <p:spPr>
              <a:xfrm rot="8769842">
                <a:off x="755690" y="1953080"/>
                <a:ext cx="1307072" cy="1087577"/>
              </a:xfrm>
              <a:prstGeom prst="straightConnector1">
                <a:avLst/>
              </a:prstGeom>
              <a:noFill/>
              <a:ln cap="flat" cmpd="sng" w="9525">
                <a:solidFill>
                  <a:schemeClr val="dk2"/>
                </a:solidFill>
                <a:prstDash val="solid"/>
                <a:round/>
                <a:headEnd len="med" w="med" type="none"/>
                <a:tailEnd len="med" w="med" type="none"/>
              </a:ln>
            </p:spPr>
          </p:cxnSp>
          <p:cxnSp>
            <p:nvCxnSpPr>
              <p:cNvPr id="975" name="Google Shape;975;p17"/>
              <p:cNvCxnSpPr>
                <a:stCxn id="961" idx="0"/>
                <a:endCxn id="955" idx="5"/>
              </p:cNvCxnSpPr>
              <p:nvPr/>
            </p:nvCxnSpPr>
            <p:spPr>
              <a:xfrm flipH="1" rot="-2024821">
                <a:off x="797015" y="2378694"/>
                <a:ext cx="83704" cy="1321550"/>
              </a:xfrm>
              <a:prstGeom prst="straightConnector1">
                <a:avLst/>
              </a:prstGeom>
              <a:noFill/>
              <a:ln cap="flat" cmpd="sng" w="9525">
                <a:solidFill>
                  <a:schemeClr val="dk2"/>
                </a:solidFill>
                <a:prstDash val="solid"/>
                <a:round/>
                <a:headEnd len="med" w="med" type="none"/>
                <a:tailEnd len="med" w="med" type="none"/>
              </a:ln>
            </p:spPr>
          </p:cxnSp>
          <p:cxnSp>
            <p:nvCxnSpPr>
              <p:cNvPr id="976" name="Google Shape;976;p17"/>
              <p:cNvCxnSpPr>
                <a:stCxn id="958" idx="4"/>
                <a:endCxn id="956" idx="1"/>
              </p:cNvCxnSpPr>
              <p:nvPr/>
            </p:nvCxnSpPr>
            <p:spPr>
              <a:xfrm rot="8775347">
                <a:off x="2900285" y="1155017"/>
                <a:ext cx="88031" cy="2737955"/>
              </a:xfrm>
              <a:prstGeom prst="straightConnector1">
                <a:avLst/>
              </a:prstGeom>
              <a:noFill/>
              <a:ln cap="flat" cmpd="sng" w="9525">
                <a:solidFill>
                  <a:schemeClr val="dk2"/>
                </a:solidFill>
                <a:prstDash val="solid"/>
                <a:round/>
                <a:headEnd len="med" w="med" type="none"/>
                <a:tailEnd len="med" w="med" type="none"/>
              </a:ln>
            </p:spPr>
          </p:cxnSp>
          <p:cxnSp>
            <p:nvCxnSpPr>
              <p:cNvPr id="977" name="Google Shape;977;p17"/>
              <p:cNvCxnSpPr>
                <a:stCxn id="955" idx="4"/>
                <a:endCxn id="956" idx="7"/>
              </p:cNvCxnSpPr>
              <p:nvPr/>
            </p:nvCxnSpPr>
            <p:spPr>
              <a:xfrm flipH="1" rot="8769813">
                <a:off x="698488" y="1747510"/>
                <a:ext cx="1661027" cy="1493868"/>
              </a:xfrm>
              <a:prstGeom prst="straightConnector1">
                <a:avLst/>
              </a:prstGeom>
              <a:noFill/>
              <a:ln cap="flat" cmpd="sng" w="9525">
                <a:solidFill>
                  <a:schemeClr val="dk2"/>
                </a:solidFill>
                <a:prstDash val="solid"/>
                <a:round/>
                <a:headEnd len="med" w="med" type="none"/>
                <a:tailEnd len="med" w="med" type="none"/>
              </a:ln>
            </p:spPr>
          </p:cxnSp>
          <p:cxnSp>
            <p:nvCxnSpPr>
              <p:cNvPr id="978" name="Google Shape;978;p17"/>
              <p:cNvCxnSpPr>
                <a:stCxn id="954" idx="5"/>
                <a:endCxn id="956" idx="1"/>
              </p:cNvCxnSpPr>
              <p:nvPr/>
            </p:nvCxnSpPr>
            <p:spPr>
              <a:xfrm rot="8769113">
                <a:off x="2615603" y="956497"/>
                <a:ext cx="1025506" cy="2000256"/>
              </a:xfrm>
              <a:prstGeom prst="straightConnector1">
                <a:avLst/>
              </a:prstGeom>
              <a:noFill/>
              <a:ln cap="flat" cmpd="sng" w="9525">
                <a:solidFill>
                  <a:schemeClr val="dk2"/>
                </a:solidFill>
                <a:prstDash val="solid"/>
                <a:round/>
                <a:headEnd len="med" w="med" type="none"/>
                <a:tailEnd len="med" w="med" type="none"/>
              </a:ln>
            </p:spPr>
          </p:cxnSp>
          <p:sp>
            <p:nvSpPr>
              <p:cNvPr id="979" name="Google Shape;979;p17"/>
              <p:cNvSpPr/>
              <p:nvPr/>
            </p:nvSpPr>
            <p:spPr>
              <a:xfrm rot="10800000">
                <a:off x="873701" y="691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80" name="Google Shape;980;p17"/>
              <p:cNvCxnSpPr>
                <a:stCxn id="961" idx="4"/>
                <a:endCxn id="979" idx="7"/>
              </p:cNvCxnSpPr>
              <p:nvPr/>
            </p:nvCxnSpPr>
            <p:spPr>
              <a:xfrm flipH="1" rot="8769580">
                <a:off x="114237" y="1064376"/>
                <a:ext cx="1173861" cy="1048886"/>
              </a:xfrm>
              <a:prstGeom prst="straightConnector1">
                <a:avLst/>
              </a:prstGeom>
              <a:noFill/>
              <a:ln cap="flat" cmpd="sng" w="9525">
                <a:solidFill>
                  <a:schemeClr val="dk2"/>
                </a:solidFill>
                <a:prstDash val="solid"/>
                <a:round/>
                <a:headEnd len="med" w="med" type="none"/>
                <a:tailEnd len="med" w="med" type="none"/>
              </a:ln>
            </p:spPr>
          </p:cxnSp>
          <p:cxnSp>
            <p:nvCxnSpPr>
              <p:cNvPr id="981" name="Google Shape;981;p17"/>
              <p:cNvCxnSpPr>
                <a:stCxn id="979" idx="2"/>
                <a:endCxn id="956" idx="5"/>
              </p:cNvCxnSpPr>
              <p:nvPr/>
            </p:nvCxnSpPr>
            <p:spPr>
              <a:xfrm rot="-2029235">
                <a:off x="1179725" y="581031"/>
                <a:ext cx="474852" cy="677375"/>
              </a:xfrm>
              <a:prstGeom prst="straightConnector1">
                <a:avLst/>
              </a:prstGeom>
              <a:noFill/>
              <a:ln cap="flat" cmpd="sng" w="9525">
                <a:solidFill>
                  <a:schemeClr val="dk2"/>
                </a:solidFill>
                <a:prstDash val="solid"/>
                <a:round/>
                <a:headEnd len="med" w="med" type="none"/>
                <a:tailEnd len="med" w="med" type="none"/>
              </a:ln>
            </p:spPr>
          </p:cxnSp>
          <p:cxnSp>
            <p:nvCxnSpPr>
              <p:cNvPr id="982" name="Google Shape;982;p17"/>
              <p:cNvCxnSpPr>
                <a:stCxn id="979" idx="0"/>
                <a:endCxn id="955" idx="4"/>
              </p:cNvCxnSpPr>
              <p:nvPr/>
            </p:nvCxnSpPr>
            <p:spPr>
              <a:xfrm flipH="1" rot="-2030204">
                <a:off x="469943" y="996108"/>
                <a:ext cx="1267716" cy="2434421"/>
              </a:xfrm>
              <a:prstGeom prst="straightConnector1">
                <a:avLst/>
              </a:prstGeom>
              <a:noFill/>
              <a:ln cap="flat" cmpd="sng" w="9525">
                <a:solidFill>
                  <a:schemeClr val="dk2"/>
                </a:solidFill>
                <a:prstDash val="solid"/>
                <a:round/>
                <a:headEnd len="med" w="med" type="none"/>
                <a:tailEnd len="med" w="med" type="none"/>
              </a:ln>
            </p:spPr>
          </p:cxnSp>
          <p:cxnSp>
            <p:nvCxnSpPr>
              <p:cNvPr id="983" name="Google Shape;983;p17"/>
              <p:cNvCxnSpPr>
                <a:stCxn id="979" idx="1"/>
                <a:endCxn id="957" idx="5"/>
              </p:cNvCxnSpPr>
              <p:nvPr/>
            </p:nvCxnSpPr>
            <p:spPr>
              <a:xfrm rot="-2032139">
                <a:off x="1589793" y="616894"/>
                <a:ext cx="106586" cy="2121320"/>
              </a:xfrm>
              <a:prstGeom prst="straightConnector1">
                <a:avLst/>
              </a:prstGeom>
              <a:noFill/>
              <a:ln cap="flat" cmpd="sng" w="9525">
                <a:solidFill>
                  <a:schemeClr val="dk2"/>
                </a:solidFill>
                <a:prstDash val="solid"/>
                <a:round/>
                <a:headEnd len="med" w="med" type="none"/>
                <a:tailEnd len="med" w="med" type="none"/>
              </a:ln>
            </p:spPr>
          </p:cxnSp>
          <p:sp>
            <p:nvSpPr>
              <p:cNvPr id="984" name="Google Shape;984;p17"/>
              <p:cNvSpPr/>
              <p:nvPr/>
            </p:nvSpPr>
            <p:spPr>
              <a:xfrm rot="10800000">
                <a:off x="2346923" y="285337"/>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85" name="Google Shape;985;p17"/>
              <p:cNvCxnSpPr>
                <a:stCxn id="979" idx="2"/>
                <a:endCxn id="984" idx="6"/>
              </p:cNvCxnSpPr>
              <p:nvPr/>
            </p:nvCxnSpPr>
            <p:spPr>
              <a:xfrm rot="-2030441">
                <a:off x="1040224" y="373064"/>
                <a:ext cx="1297753" cy="427010"/>
              </a:xfrm>
              <a:prstGeom prst="straightConnector1">
                <a:avLst/>
              </a:prstGeom>
              <a:noFill/>
              <a:ln cap="flat" cmpd="sng" w="9525">
                <a:solidFill>
                  <a:schemeClr val="dk2"/>
                </a:solidFill>
                <a:prstDash val="solid"/>
                <a:round/>
                <a:headEnd len="med" w="med" type="none"/>
                <a:tailEnd len="med" w="med" type="none"/>
              </a:ln>
            </p:spPr>
          </p:cxnSp>
          <p:cxnSp>
            <p:nvCxnSpPr>
              <p:cNvPr id="986" name="Google Shape;986;p17"/>
              <p:cNvCxnSpPr>
                <a:stCxn id="984" idx="1"/>
                <a:endCxn id="960" idx="5"/>
              </p:cNvCxnSpPr>
              <p:nvPr/>
            </p:nvCxnSpPr>
            <p:spPr>
              <a:xfrm flipH="1" rot="-2034703">
                <a:off x="2826258" y="400719"/>
                <a:ext cx="43017" cy="1143823"/>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987" name="Shape 987"/>
        <p:cNvGrpSpPr/>
        <p:nvPr/>
      </p:nvGrpSpPr>
      <p:grpSpPr>
        <a:xfrm>
          <a:off x="0" y="0"/>
          <a:ext cx="0" cy="0"/>
          <a:chOff x="0" y="0"/>
          <a:chExt cx="0" cy="0"/>
        </a:xfrm>
      </p:grpSpPr>
      <p:sp>
        <p:nvSpPr>
          <p:cNvPr id="988" name="Google Shape;988;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89" name="Google Shape;989;p18"/>
          <p:cNvSpPr txBox="1"/>
          <p:nvPr>
            <p:ph idx="1" type="subTitle"/>
          </p:nvPr>
        </p:nvSpPr>
        <p:spPr>
          <a:xfrm>
            <a:off x="1200900" y="1706552"/>
            <a:ext cx="6742200" cy="439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0" name="Google Shape;990;p18"/>
          <p:cNvSpPr txBox="1"/>
          <p:nvPr>
            <p:ph idx="2" type="subTitle"/>
          </p:nvPr>
        </p:nvSpPr>
        <p:spPr>
          <a:xfrm>
            <a:off x="1200900" y="2775802"/>
            <a:ext cx="6742200" cy="439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1" name="Google Shape;991;p18"/>
          <p:cNvSpPr txBox="1"/>
          <p:nvPr>
            <p:ph idx="3" type="subTitle"/>
          </p:nvPr>
        </p:nvSpPr>
        <p:spPr>
          <a:xfrm>
            <a:off x="1200900" y="3845049"/>
            <a:ext cx="6742200" cy="439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2" name="Google Shape;992;p18"/>
          <p:cNvSpPr txBox="1"/>
          <p:nvPr>
            <p:ph idx="4" type="subTitle"/>
          </p:nvPr>
        </p:nvSpPr>
        <p:spPr>
          <a:xfrm>
            <a:off x="1200900" y="1243900"/>
            <a:ext cx="6742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93" name="Google Shape;993;p18"/>
          <p:cNvSpPr txBox="1"/>
          <p:nvPr>
            <p:ph idx="5" type="subTitle"/>
          </p:nvPr>
        </p:nvSpPr>
        <p:spPr>
          <a:xfrm>
            <a:off x="1200900" y="2313150"/>
            <a:ext cx="6742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94" name="Google Shape;994;p18"/>
          <p:cNvSpPr txBox="1"/>
          <p:nvPr>
            <p:ph idx="6" type="subTitle"/>
          </p:nvPr>
        </p:nvSpPr>
        <p:spPr>
          <a:xfrm>
            <a:off x="1200900" y="3382388"/>
            <a:ext cx="6742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995" name="Google Shape;995;p18"/>
          <p:cNvGrpSpPr/>
          <p:nvPr/>
        </p:nvGrpSpPr>
        <p:grpSpPr>
          <a:xfrm>
            <a:off x="190301" y="174004"/>
            <a:ext cx="8808974" cy="4007621"/>
            <a:chOff x="190301" y="174004"/>
            <a:chExt cx="8808974" cy="4007621"/>
          </a:xfrm>
        </p:grpSpPr>
        <p:grpSp>
          <p:nvGrpSpPr>
            <p:cNvPr id="996" name="Google Shape;996;p18"/>
            <p:cNvGrpSpPr/>
            <p:nvPr/>
          </p:nvGrpSpPr>
          <p:grpSpPr>
            <a:xfrm rot="10800000">
              <a:off x="190301" y="3858950"/>
              <a:ext cx="298275" cy="322675"/>
              <a:chOff x="8667225" y="681525"/>
              <a:chExt cx="298275" cy="322675"/>
            </a:xfrm>
          </p:grpSpPr>
          <p:sp>
            <p:nvSpPr>
              <p:cNvPr id="997" name="Google Shape;997;p18"/>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98" name="Google Shape;998;p18"/>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99" name="Google Shape;999;p18"/>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000" name="Google Shape;1000;p18"/>
            <p:cNvGrpSpPr/>
            <p:nvPr/>
          </p:nvGrpSpPr>
          <p:grpSpPr>
            <a:xfrm rot="-5139163">
              <a:off x="8591694" y="201328"/>
              <a:ext cx="406266" cy="379191"/>
              <a:chOff x="140150" y="4657175"/>
              <a:chExt cx="406275" cy="379200"/>
            </a:xfrm>
          </p:grpSpPr>
          <p:sp>
            <p:nvSpPr>
              <p:cNvPr id="1001" name="Google Shape;1001;p18"/>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2" name="Google Shape;1002;p18"/>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3" name="Google Shape;1003;p18"/>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4" name="Google Shape;1004;p18"/>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1005" name="Google Shape;1005;p18"/>
          <p:cNvGrpSpPr/>
          <p:nvPr/>
        </p:nvGrpSpPr>
        <p:grpSpPr>
          <a:xfrm>
            <a:off x="115024" y="-2374836"/>
            <a:ext cx="8971639" cy="9886184"/>
            <a:chOff x="115024" y="-2374836"/>
            <a:chExt cx="8971639" cy="9886184"/>
          </a:xfrm>
        </p:grpSpPr>
        <p:grpSp>
          <p:nvGrpSpPr>
            <p:cNvPr id="1006" name="Google Shape;1006;p18"/>
            <p:cNvGrpSpPr/>
            <p:nvPr/>
          </p:nvGrpSpPr>
          <p:grpSpPr>
            <a:xfrm flipH="1">
              <a:off x="115024" y="-2374836"/>
              <a:ext cx="3687215" cy="3485542"/>
              <a:chOff x="5337386" y="-2374836"/>
              <a:chExt cx="3687215" cy="3485542"/>
            </a:xfrm>
          </p:grpSpPr>
          <p:sp>
            <p:nvSpPr>
              <p:cNvPr id="1007" name="Google Shape;1007;p18"/>
              <p:cNvSpPr/>
              <p:nvPr/>
            </p:nvSpPr>
            <p:spPr>
              <a:xfrm rot="9698973">
                <a:off x="8256504" y="-2357857"/>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8" name="Google Shape;1008;p18"/>
              <p:cNvSpPr/>
              <p:nvPr/>
            </p:nvSpPr>
            <p:spPr>
              <a:xfrm rot="9699868">
                <a:off x="6325487" y="-94127"/>
                <a:ext cx="164028" cy="164028"/>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9" name="Google Shape;1009;p18"/>
              <p:cNvSpPr/>
              <p:nvPr/>
            </p:nvSpPr>
            <p:spPr>
              <a:xfrm rot="9695130">
                <a:off x="7230532" y="-1291785"/>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0" name="Google Shape;1010;p18"/>
              <p:cNvSpPr/>
              <p:nvPr/>
            </p:nvSpPr>
            <p:spPr>
              <a:xfrm rot="9708981">
                <a:off x="8013809" y="-15157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1" name="Google Shape;1011;p18"/>
              <p:cNvSpPr/>
              <p:nvPr/>
            </p:nvSpPr>
            <p:spPr>
              <a:xfrm rot="9699377">
                <a:off x="8889724" y="131264"/>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2" name="Google Shape;1012;p18"/>
              <p:cNvSpPr/>
              <p:nvPr/>
            </p:nvSpPr>
            <p:spPr>
              <a:xfrm rot="-9307649">
                <a:off x="7169475" y="191656"/>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3" name="Google Shape;1013;p18"/>
              <p:cNvSpPr/>
              <p:nvPr/>
            </p:nvSpPr>
            <p:spPr>
              <a:xfrm rot="9708981">
                <a:off x="7609568" y="-1824766"/>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4" name="Google Shape;1014;p18"/>
              <p:cNvSpPr/>
              <p:nvPr/>
            </p:nvSpPr>
            <p:spPr>
              <a:xfrm rot="9698900">
                <a:off x="5354617" y="277974"/>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15" name="Google Shape;1015;p18"/>
              <p:cNvCxnSpPr>
                <a:stCxn id="1011" idx="5"/>
                <a:endCxn id="1010" idx="1"/>
              </p:cNvCxnSpPr>
              <p:nvPr/>
            </p:nvCxnSpPr>
            <p:spPr>
              <a:xfrm rot="10800000">
                <a:off x="8095656" y="-88788"/>
                <a:ext cx="800400" cy="252900"/>
              </a:xfrm>
              <a:prstGeom prst="straightConnector1">
                <a:avLst/>
              </a:prstGeom>
              <a:noFill/>
              <a:ln cap="flat" cmpd="sng" w="9525">
                <a:solidFill>
                  <a:schemeClr val="dk2"/>
                </a:solidFill>
                <a:prstDash val="solid"/>
                <a:round/>
                <a:headEnd len="med" w="med" type="none"/>
                <a:tailEnd len="med" w="med" type="none"/>
              </a:ln>
            </p:spPr>
          </p:cxnSp>
          <p:cxnSp>
            <p:nvCxnSpPr>
              <p:cNvPr id="1016" name="Google Shape;1016;p18"/>
              <p:cNvCxnSpPr>
                <a:stCxn id="1012" idx="4"/>
                <a:endCxn id="1010" idx="6"/>
              </p:cNvCxnSpPr>
              <p:nvPr/>
            </p:nvCxnSpPr>
            <p:spPr>
              <a:xfrm flipH="1" rot="10800000">
                <a:off x="7230777" y="-9474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1017" name="Google Shape;1017;p18"/>
              <p:cNvCxnSpPr>
                <a:stCxn id="1007" idx="0"/>
                <a:endCxn id="1011" idx="4"/>
              </p:cNvCxnSpPr>
              <p:nvPr/>
            </p:nvCxnSpPr>
            <p:spPr>
              <a:xfrm>
                <a:off x="8341075" y="-2232486"/>
                <a:ext cx="589500" cy="2366700"/>
              </a:xfrm>
              <a:prstGeom prst="straightConnector1">
                <a:avLst/>
              </a:prstGeom>
              <a:noFill/>
              <a:ln cap="flat" cmpd="sng" w="9525">
                <a:solidFill>
                  <a:schemeClr val="dk2"/>
                </a:solidFill>
                <a:prstDash val="solid"/>
                <a:round/>
                <a:headEnd len="med" w="med" type="none"/>
                <a:tailEnd len="med" w="med" type="none"/>
              </a:ln>
            </p:spPr>
          </p:cxnSp>
          <p:cxnSp>
            <p:nvCxnSpPr>
              <p:cNvPr id="1018" name="Google Shape;1018;p18"/>
              <p:cNvCxnSpPr>
                <a:stCxn id="1011" idx="6"/>
                <a:endCxn id="1012" idx="2"/>
              </p:cNvCxnSpPr>
              <p:nvPr/>
            </p:nvCxnSpPr>
            <p:spPr>
              <a:xfrm flipH="1">
                <a:off x="7251752" y="209591"/>
                <a:ext cx="1641000" cy="43500"/>
              </a:xfrm>
              <a:prstGeom prst="straightConnector1">
                <a:avLst/>
              </a:prstGeom>
              <a:noFill/>
              <a:ln cap="flat" cmpd="sng" w="9525">
                <a:solidFill>
                  <a:schemeClr val="dk2"/>
                </a:solidFill>
                <a:prstDash val="solid"/>
                <a:round/>
                <a:headEnd len="med" w="med" type="none"/>
                <a:tailEnd len="med" w="med" type="none"/>
              </a:ln>
            </p:spPr>
          </p:cxnSp>
          <p:cxnSp>
            <p:nvCxnSpPr>
              <p:cNvPr id="1019" name="Google Shape;1019;p18"/>
              <p:cNvCxnSpPr>
                <a:stCxn id="1012" idx="6"/>
                <a:endCxn id="1008" idx="1"/>
              </p:cNvCxnSpPr>
              <p:nvPr/>
            </p:nvCxnSpPr>
            <p:spPr>
              <a:xfrm rot="10800000">
                <a:off x="6480777" y="24658"/>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1020" name="Google Shape;1020;p18"/>
              <p:cNvCxnSpPr>
                <a:stCxn id="1010" idx="6"/>
                <a:endCxn id="1008" idx="1"/>
              </p:cNvCxnSpPr>
              <p:nvPr/>
            </p:nvCxnSpPr>
            <p:spPr>
              <a:xfrm flipH="1">
                <a:off x="6480870" y="-94816"/>
                <a:ext cx="1535100" cy="119400"/>
              </a:xfrm>
              <a:prstGeom prst="straightConnector1">
                <a:avLst/>
              </a:prstGeom>
              <a:noFill/>
              <a:ln cap="flat" cmpd="sng" w="9525">
                <a:solidFill>
                  <a:schemeClr val="dk2"/>
                </a:solidFill>
                <a:prstDash val="solid"/>
                <a:round/>
                <a:headEnd len="med" w="med" type="none"/>
                <a:tailEnd len="med" w="med" type="none"/>
              </a:ln>
            </p:spPr>
          </p:cxnSp>
          <p:cxnSp>
            <p:nvCxnSpPr>
              <p:cNvPr id="1021" name="Google Shape;1021;p18"/>
              <p:cNvCxnSpPr>
                <a:stCxn id="1007" idx="6"/>
                <a:endCxn id="1013" idx="3"/>
              </p:cNvCxnSpPr>
              <p:nvPr/>
            </p:nvCxnSpPr>
            <p:spPr>
              <a:xfrm flipH="1">
                <a:off x="7672375" y="-227328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1022" name="Google Shape;1022;p18"/>
              <p:cNvCxnSpPr>
                <a:stCxn id="1007" idx="7"/>
                <a:endCxn id="1010" idx="4"/>
              </p:cNvCxnSpPr>
              <p:nvPr/>
            </p:nvCxnSpPr>
            <p:spPr>
              <a:xfrm flipH="1">
                <a:off x="8043575" y="-223604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1023" name="Google Shape;1023;p18"/>
              <p:cNvCxnSpPr>
                <a:stCxn id="1013" idx="7"/>
                <a:endCxn id="1009" idx="3"/>
              </p:cNvCxnSpPr>
              <p:nvPr/>
            </p:nvCxnSpPr>
            <p:spPr>
              <a:xfrm flipH="1">
                <a:off x="7423012" y="-174289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1024" name="Google Shape;1024;p18"/>
              <p:cNvCxnSpPr>
                <a:stCxn id="1009" idx="0"/>
                <a:endCxn id="1010" idx="4"/>
              </p:cNvCxnSpPr>
              <p:nvPr/>
            </p:nvCxnSpPr>
            <p:spPr>
              <a:xfrm>
                <a:off x="7405490" y="-103267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1025" name="Google Shape;1025;p18"/>
              <p:cNvCxnSpPr>
                <a:stCxn id="1014" idx="2"/>
                <a:endCxn id="1008" idx="6"/>
              </p:cNvCxnSpPr>
              <p:nvPr/>
            </p:nvCxnSpPr>
            <p:spPr>
              <a:xfrm flipH="1" rot="10800000">
                <a:off x="5481836" y="13694"/>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1026" name="Google Shape;1026;p18"/>
              <p:cNvCxnSpPr>
                <a:stCxn id="1012" idx="7"/>
                <a:endCxn id="1014" idx="1"/>
              </p:cNvCxnSpPr>
              <p:nvPr/>
            </p:nvCxnSpPr>
            <p:spPr>
              <a:xfrm flipH="1">
                <a:off x="5478310" y="249658"/>
                <a:ext cx="1693800" cy="123000"/>
              </a:xfrm>
              <a:prstGeom prst="straightConnector1">
                <a:avLst/>
              </a:prstGeom>
              <a:noFill/>
              <a:ln cap="flat" cmpd="sng" w="9525">
                <a:solidFill>
                  <a:schemeClr val="dk2"/>
                </a:solidFill>
                <a:prstDash val="solid"/>
                <a:round/>
                <a:headEnd len="med" w="med" type="none"/>
                <a:tailEnd len="med" w="med" type="none"/>
              </a:ln>
            </p:spPr>
          </p:cxnSp>
          <p:sp>
            <p:nvSpPr>
              <p:cNvPr id="1027" name="Google Shape;1027;p18"/>
              <p:cNvSpPr/>
              <p:nvPr/>
            </p:nvSpPr>
            <p:spPr>
              <a:xfrm rot="9708981">
                <a:off x="6280042" y="-65569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28" name="Google Shape;1028;p18"/>
              <p:cNvCxnSpPr>
                <a:stCxn id="1014" idx="3"/>
                <a:endCxn id="1027" idx="6"/>
              </p:cNvCxnSpPr>
              <p:nvPr/>
            </p:nvCxnSpPr>
            <p:spPr>
              <a:xfrm flipH="1" rot="10800000">
                <a:off x="5449161" y="-59889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1029" name="Google Shape;1029;p18"/>
              <p:cNvCxnSpPr>
                <a:stCxn id="1027" idx="2"/>
                <a:endCxn id="1009" idx="6"/>
              </p:cNvCxnSpPr>
              <p:nvPr/>
            </p:nvCxnSpPr>
            <p:spPr>
              <a:xfrm flipH="1" rot="10800000">
                <a:off x="6364402" y="-111673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1030" name="Google Shape;1030;p18"/>
              <p:cNvCxnSpPr>
                <a:stCxn id="1027" idx="0"/>
                <a:endCxn id="1008" idx="4"/>
              </p:cNvCxnSpPr>
              <p:nvPr/>
            </p:nvCxnSpPr>
            <p:spPr>
              <a:xfrm>
                <a:off x="6336802" y="-57133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1031" name="Google Shape;1031;p18"/>
              <p:cNvCxnSpPr>
                <a:stCxn id="1027" idx="1"/>
                <a:endCxn id="1010" idx="5"/>
              </p:cNvCxnSpPr>
              <p:nvPr/>
            </p:nvCxnSpPr>
            <p:spPr>
              <a:xfrm>
                <a:off x="6361911" y="-59291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1032" name="Google Shape;1032;p18"/>
              <p:cNvSpPr/>
              <p:nvPr/>
            </p:nvSpPr>
            <p:spPr>
              <a:xfrm rot="9698973">
                <a:off x="7912582" y="-1816833"/>
                <a:ext cx="128642" cy="128642"/>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33" name="Google Shape;1033;p18"/>
              <p:cNvCxnSpPr>
                <a:stCxn id="1009" idx="2"/>
                <a:endCxn id="1032" idx="7"/>
              </p:cNvCxnSpPr>
              <p:nvPr/>
            </p:nvCxnSpPr>
            <p:spPr>
              <a:xfrm flipH="1" rot="10800000">
                <a:off x="7489640" y="-169492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1034" name="Google Shape;1034;p18"/>
              <p:cNvCxnSpPr>
                <a:stCxn id="1032" idx="3"/>
                <a:endCxn id="1007" idx="7"/>
              </p:cNvCxnSpPr>
              <p:nvPr/>
            </p:nvCxnSpPr>
            <p:spPr>
              <a:xfrm flipH="1" rot="10800000">
                <a:off x="8005753" y="-223600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1035" name="Google Shape;1035;p18"/>
              <p:cNvCxnSpPr>
                <a:stCxn id="1010" idx="4"/>
                <a:endCxn id="1032" idx="0"/>
              </p:cNvCxnSpPr>
              <p:nvPr/>
            </p:nvCxnSpPr>
            <p:spPr>
              <a:xfrm rot="10800000">
                <a:off x="7997070" y="-1691416"/>
                <a:ext cx="46500" cy="1542000"/>
              </a:xfrm>
              <a:prstGeom prst="straightConnector1">
                <a:avLst/>
              </a:prstGeom>
              <a:noFill/>
              <a:ln cap="flat" cmpd="sng" w="9525">
                <a:solidFill>
                  <a:schemeClr val="dk2"/>
                </a:solidFill>
                <a:prstDash val="solid"/>
                <a:round/>
                <a:headEnd len="med" w="med" type="none"/>
                <a:tailEnd len="med" w="med" type="none"/>
              </a:ln>
            </p:spPr>
          </p:cxnSp>
          <p:sp>
            <p:nvSpPr>
              <p:cNvPr id="1036" name="Google Shape;1036;p18"/>
              <p:cNvSpPr/>
              <p:nvPr/>
            </p:nvSpPr>
            <p:spPr>
              <a:xfrm rot="9700738">
                <a:off x="8739027" y="840659"/>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37" name="Google Shape;1037;p18"/>
              <p:cNvCxnSpPr>
                <a:stCxn id="1010" idx="0"/>
                <a:endCxn id="1036" idx="4"/>
              </p:cNvCxnSpPr>
              <p:nvPr/>
            </p:nvCxnSpPr>
            <p:spPr>
              <a:xfrm>
                <a:off x="8070570" y="-67216"/>
                <a:ext cx="750300" cy="913800"/>
              </a:xfrm>
              <a:prstGeom prst="straightConnector1">
                <a:avLst/>
              </a:prstGeom>
              <a:noFill/>
              <a:ln cap="flat" cmpd="sng" w="9525">
                <a:solidFill>
                  <a:schemeClr val="dk2"/>
                </a:solidFill>
                <a:prstDash val="solid"/>
                <a:round/>
                <a:headEnd len="med" w="med" type="none"/>
                <a:tailEnd len="med" w="med" type="none"/>
              </a:ln>
            </p:spPr>
          </p:cxnSp>
          <p:cxnSp>
            <p:nvCxnSpPr>
              <p:cNvPr id="1038" name="Google Shape;1038;p18"/>
              <p:cNvCxnSpPr>
                <a:stCxn id="1011" idx="7"/>
                <a:endCxn id="1036" idx="3"/>
              </p:cNvCxnSpPr>
              <p:nvPr/>
            </p:nvCxnSpPr>
            <p:spPr>
              <a:xfrm flipH="1">
                <a:off x="8911773" y="244086"/>
                <a:ext cx="10800" cy="609300"/>
              </a:xfrm>
              <a:prstGeom prst="straightConnector1">
                <a:avLst/>
              </a:prstGeom>
              <a:noFill/>
              <a:ln cap="flat" cmpd="sng" w="9525">
                <a:solidFill>
                  <a:schemeClr val="dk2"/>
                </a:solidFill>
                <a:prstDash val="solid"/>
                <a:round/>
                <a:headEnd len="med" w="med" type="none"/>
                <a:tailEnd len="med" w="med" type="none"/>
              </a:ln>
            </p:spPr>
          </p:cxnSp>
        </p:grpSp>
        <p:grpSp>
          <p:nvGrpSpPr>
            <p:cNvPr id="1039" name="Google Shape;1039;p18"/>
            <p:cNvGrpSpPr/>
            <p:nvPr/>
          </p:nvGrpSpPr>
          <p:grpSpPr>
            <a:xfrm>
              <a:off x="4731484" y="3997585"/>
              <a:ext cx="4355179" cy="3513764"/>
              <a:chOff x="720009" y="3852908"/>
              <a:chExt cx="4355179" cy="3513764"/>
            </a:xfrm>
          </p:grpSpPr>
          <p:sp>
            <p:nvSpPr>
              <p:cNvPr id="1040" name="Google Shape;1040;p18"/>
              <p:cNvSpPr/>
              <p:nvPr/>
            </p:nvSpPr>
            <p:spPr>
              <a:xfrm rot="8759498">
                <a:off x="4842687" y="3890706"/>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1" name="Google Shape;1041;p18"/>
              <p:cNvSpPr/>
              <p:nvPr/>
            </p:nvSpPr>
            <p:spPr>
              <a:xfrm rot="8759498">
                <a:off x="2275964" y="6863806"/>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2" name="Google Shape;1042;p18"/>
              <p:cNvSpPr/>
              <p:nvPr/>
            </p:nvSpPr>
            <p:spPr>
              <a:xfrm rot="8760064">
                <a:off x="1605200" y="4894668"/>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3" name="Google Shape;1043;p18"/>
              <p:cNvSpPr/>
              <p:nvPr/>
            </p:nvSpPr>
            <p:spPr>
              <a:xfrm rot="8752287">
                <a:off x="3601108" y="609149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4" name="Google Shape;1044;p18"/>
              <p:cNvSpPr/>
              <p:nvPr/>
            </p:nvSpPr>
            <p:spPr>
              <a:xfrm rot="8754177">
                <a:off x="4682827" y="4819876"/>
                <a:ext cx="210847" cy="21084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5" name="Google Shape;1045;p18"/>
              <p:cNvSpPr/>
              <p:nvPr/>
            </p:nvSpPr>
            <p:spPr>
              <a:xfrm rot="8752287">
                <a:off x="3494792" y="721083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6" name="Google Shape;1046;p18"/>
              <p:cNvSpPr/>
              <p:nvPr/>
            </p:nvSpPr>
            <p:spPr>
              <a:xfrm rot="8752287">
                <a:off x="3265787" y="4938959"/>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7" name="Google Shape;1047;p18"/>
              <p:cNvSpPr/>
              <p:nvPr/>
            </p:nvSpPr>
            <p:spPr>
              <a:xfrm rot="8754847">
                <a:off x="1467743" y="6207539"/>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48" name="Google Shape;1048;p18"/>
              <p:cNvCxnSpPr>
                <a:stCxn id="1045" idx="4"/>
                <a:endCxn id="1043" idx="0"/>
              </p:cNvCxnSpPr>
              <p:nvPr/>
            </p:nvCxnSpPr>
            <p:spPr>
              <a:xfrm flipH="1" rot="10800000">
                <a:off x="3523426" y="6210771"/>
                <a:ext cx="179400" cy="1011300"/>
              </a:xfrm>
              <a:prstGeom prst="straightConnector1">
                <a:avLst/>
              </a:prstGeom>
              <a:noFill/>
              <a:ln cap="flat" cmpd="sng" w="9525">
                <a:solidFill>
                  <a:schemeClr val="dk2"/>
                </a:solidFill>
                <a:prstDash val="solid"/>
                <a:round/>
                <a:headEnd len="med" w="med" type="none"/>
                <a:tailEnd len="med" w="med" type="none"/>
              </a:ln>
            </p:spPr>
          </p:cxnSp>
          <p:cxnSp>
            <p:nvCxnSpPr>
              <p:cNvPr id="1049" name="Google Shape;1049;p18"/>
              <p:cNvCxnSpPr>
                <a:stCxn id="1040" idx="7"/>
                <a:endCxn id="1044" idx="3"/>
              </p:cNvCxnSpPr>
              <p:nvPr/>
            </p:nvCxnSpPr>
            <p:spPr>
              <a:xfrm flipH="1">
                <a:off x="4808077" y="4083623"/>
                <a:ext cx="113400" cy="738300"/>
              </a:xfrm>
              <a:prstGeom prst="straightConnector1">
                <a:avLst/>
              </a:prstGeom>
              <a:noFill/>
              <a:ln cap="flat" cmpd="sng" w="9525">
                <a:solidFill>
                  <a:schemeClr val="dk2"/>
                </a:solidFill>
                <a:prstDash val="solid"/>
                <a:round/>
                <a:headEnd len="med" w="med" type="none"/>
                <a:tailEnd len="med" w="med" type="none"/>
              </a:ln>
            </p:spPr>
          </p:cxnSp>
          <p:cxnSp>
            <p:nvCxnSpPr>
              <p:cNvPr id="1050" name="Google Shape;1050;p18"/>
              <p:cNvCxnSpPr>
                <a:stCxn id="1044" idx="7"/>
                <a:endCxn id="1045" idx="2"/>
              </p:cNvCxnSpPr>
              <p:nvPr/>
            </p:nvCxnSpPr>
            <p:spPr>
              <a:xfrm flipH="1">
                <a:off x="3613910" y="5028820"/>
                <a:ext cx="1154400" cy="2210700"/>
              </a:xfrm>
              <a:prstGeom prst="straightConnector1">
                <a:avLst/>
              </a:prstGeom>
              <a:noFill/>
              <a:ln cap="flat" cmpd="sng" w="9525">
                <a:solidFill>
                  <a:schemeClr val="dk2"/>
                </a:solidFill>
                <a:prstDash val="solid"/>
                <a:round/>
                <a:headEnd len="med" w="med" type="none"/>
                <a:tailEnd len="med" w="med" type="none"/>
              </a:ln>
            </p:spPr>
          </p:cxnSp>
          <p:cxnSp>
            <p:nvCxnSpPr>
              <p:cNvPr id="1051" name="Google Shape;1051;p18"/>
              <p:cNvCxnSpPr>
                <a:stCxn id="1045" idx="6"/>
                <a:endCxn id="1041" idx="1"/>
              </p:cNvCxnSpPr>
              <p:nvPr/>
            </p:nvCxnSpPr>
            <p:spPr>
              <a:xfrm rot="10800000">
                <a:off x="2468926" y="6979671"/>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1052" name="Google Shape;1052;p18"/>
              <p:cNvCxnSpPr>
                <a:stCxn id="1043" idx="7"/>
                <a:endCxn id="1041" idx="3"/>
              </p:cNvCxnSpPr>
              <p:nvPr/>
            </p:nvCxnSpPr>
            <p:spPr>
              <a:xfrm flipH="1">
                <a:off x="2391939" y="6220795"/>
                <a:ext cx="1262100" cy="644700"/>
              </a:xfrm>
              <a:prstGeom prst="straightConnector1">
                <a:avLst/>
              </a:prstGeom>
              <a:noFill/>
              <a:ln cap="flat" cmpd="sng" w="9525">
                <a:solidFill>
                  <a:schemeClr val="dk2"/>
                </a:solidFill>
                <a:prstDash val="solid"/>
                <a:round/>
                <a:headEnd len="med" w="med" type="none"/>
                <a:tailEnd len="med" w="med" type="none"/>
              </a:ln>
            </p:spPr>
          </p:cxnSp>
          <p:cxnSp>
            <p:nvCxnSpPr>
              <p:cNvPr id="1053" name="Google Shape;1053;p18"/>
              <p:cNvCxnSpPr>
                <a:stCxn id="1040" idx="6"/>
                <a:endCxn id="1046" idx="2"/>
              </p:cNvCxnSpPr>
              <p:nvPr/>
            </p:nvCxnSpPr>
            <p:spPr>
              <a:xfrm flipH="1">
                <a:off x="3385138" y="4042508"/>
                <a:ext cx="1474200" cy="925200"/>
              </a:xfrm>
              <a:prstGeom prst="straightConnector1">
                <a:avLst/>
              </a:prstGeom>
              <a:noFill/>
              <a:ln cap="flat" cmpd="sng" w="9525">
                <a:solidFill>
                  <a:schemeClr val="dk2"/>
                </a:solidFill>
                <a:prstDash val="solid"/>
                <a:round/>
                <a:headEnd len="med" w="med" type="none"/>
                <a:tailEnd len="med" w="med" type="none"/>
              </a:ln>
            </p:spPr>
          </p:cxnSp>
          <p:cxnSp>
            <p:nvCxnSpPr>
              <p:cNvPr id="1054" name="Google Shape;1054;p18"/>
              <p:cNvCxnSpPr>
                <a:stCxn id="1046" idx="0"/>
                <a:endCxn id="1043" idx="2"/>
              </p:cNvCxnSpPr>
              <p:nvPr/>
            </p:nvCxnSpPr>
            <p:spPr>
              <a:xfrm>
                <a:off x="3367622" y="5058194"/>
                <a:ext cx="352800" cy="1062000"/>
              </a:xfrm>
              <a:prstGeom prst="straightConnector1">
                <a:avLst/>
              </a:prstGeom>
              <a:noFill/>
              <a:ln cap="flat" cmpd="sng" w="9525">
                <a:solidFill>
                  <a:schemeClr val="dk2"/>
                </a:solidFill>
                <a:prstDash val="solid"/>
                <a:round/>
                <a:headEnd len="med" w="med" type="none"/>
                <a:tailEnd len="med" w="med" type="none"/>
              </a:ln>
            </p:spPr>
          </p:cxnSp>
          <p:cxnSp>
            <p:nvCxnSpPr>
              <p:cNvPr id="1055" name="Google Shape;1055;p18"/>
              <p:cNvCxnSpPr>
                <a:stCxn id="1046" idx="5"/>
                <a:endCxn id="1042" idx="1"/>
              </p:cNvCxnSpPr>
              <p:nvPr/>
            </p:nvCxnSpPr>
            <p:spPr>
              <a:xfrm flipH="1">
                <a:off x="2002758" y="4991890"/>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1056" name="Google Shape;1056;p18"/>
              <p:cNvCxnSpPr>
                <a:stCxn id="1042" idx="0"/>
                <a:endCxn id="1043" idx="5"/>
              </p:cNvCxnSpPr>
              <p:nvPr/>
            </p:nvCxnSpPr>
            <p:spPr>
              <a:xfrm>
                <a:off x="1918052" y="5261670"/>
                <a:ext cx="1684200" cy="882900"/>
              </a:xfrm>
              <a:prstGeom prst="straightConnector1">
                <a:avLst/>
              </a:prstGeom>
              <a:noFill/>
              <a:ln cap="flat" cmpd="sng" w="9525">
                <a:solidFill>
                  <a:schemeClr val="dk2"/>
                </a:solidFill>
                <a:prstDash val="solid"/>
                <a:round/>
                <a:headEnd len="med" w="med" type="none"/>
                <a:tailEnd len="med" w="med" type="none"/>
              </a:ln>
            </p:spPr>
          </p:cxnSp>
          <p:cxnSp>
            <p:nvCxnSpPr>
              <p:cNvPr id="1057" name="Google Shape;1057;p18"/>
              <p:cNvCxnSpPr>
                <a:stCxn id="1042" idx="7"/>
                <a:endCxn id="1047" idx="3"/>
              </p:cNvCxnSpPr>
              <p:nvPr/>
            </p:nvCxnSpPr>
            <p:spPr>
              <a:xfrm flipH="1">
                <a:off x="1525162" y="5292284"/>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1058" name="Google Shape;1058;p18"/>
              <p:cNvCxnSpPr>
                <a:stCxn id="1043" idx="6"/>
                <a:endCxn id="1047" idx="2"/>
              </p:cNvCxnSpPr>
              <p:nvPr/>
            </p:nvCxnSpPr>
            <p:spPr>
              <a:xfrm flipH="1">
                <a:off x="1555843" y="6193331"/>
                <a:ext cx="2056500" cy="35400"/>
              </a:xfrm>
              <a:prstGeom prst="straightConnector1">
                <a:avLst/>
              </a:prstGeom>
              <a:noFill/>
              <a:ln cap="flat" cmpd="sng" w="9525">
                <a:solidFill>
                  <a:schemeClr val="dk2"/>
                </a:solidFill>
                <a:prstDash val="solid"/>
                <a:round/>
                <a:headEnd len="med" w="med" type="none"/>
                <a:tailEnd len="med" w="med" type="none"/>
              </a:ln>
            </p:spPr>
          </p:cxnSp>
          <p:cxnSp>
            <p:nvCxnSpPr>
              <p:cNvPr id="1059" name="Google Shape;1059;p18"/>
              <p:cNvCxnSpPr>
                <a:stCxn id="1047" idx="0"/>
                <a:endCxn id="1041" idx="4"/>
              </p:cNvCxnSpPr>
              <p:nvPr/>
            </p:nvCxnSpPr>
            <p:spPr>
              <a:xfrm>
                <a:off x="1542920" y="6295616"/>
                <a:ext cx="775800" cy="584700"/>
              </a:xfrm>
              <a:prstGeom prst="straightConnector1">
                <a:avLst/>
              </a:prstGeom>
              <a:noFill/>
              <a:ln cap="flat" cmpd="sng" w="9525">
                <a:solidFill>
                  <a:schemeClr val="dk2"/>
                </a:solidFill>
                <a:prstDash val="solid"/>
                <a:round/>
                <a:headEnd len="med" w="med" type="none"/>
                <a:tailEnd len="med" w="med" type="none"/>
              </a:ln>
            </p:spPr>
          </p:cxnSp>
          <p:cxnSp>
            <p:nvCxnSpPr>
              <p:cNvPr id="1060" name="Google Shape;1060;p18"/>
              <p:cNvCxnSpPr>
                <a:stCxn id="1045" idx="5"/>
                <a:endCxn id="1047" idx="1"/>
              </p:cNvCxnSpPr>
              <p:nvPr/>
            </p:nvCxnSpPr>
            <p:spPr>
              <a:xfrm rot="10800000">
                <a:off x="1563363" y="6264768"/>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1061" name="Google Shape;1061;p18"/>
              <p:cNvCxnSpPr>
                <a:stCxn id="1044" idx="6"/>
                <a:endCxn id="1047" idx="1"/>
              </p:cNvCxnSpPr>
              <p:nvPr/>
            </p:nvCxnSpPr>
            <p:spPr>
              <a:xfrm flipH="1">
                <a:off x="1563250" y="4984400"/>
                <a:ext cx="3137700" cy="1280400"/>
              </a:xfrm>
              <a:prstGeom prst="straightConnector1">
                <a:avLst/>
              </a:prstGeom>
              <a:noFill/>
              <a:ln cap="flat" cmpd="sng" w="9525">
                <a:solidFill>
                  <a:schemeClr val="dk2"/>
                </a:solidFill>
                <a:prstDash val="solid"/>
                <a:round/>
                <a:headEnd len="med" w="med" type="none"/>
                <a:tailEnd len="med" w="med" type="none"/>
              </a:ln>
            </p:spPr>
          </p:cxnSp>
          <p:cxnSp>
            <p:nvCxnSpPr>
              <p:cNvPr id="1062" name="Google Shape;1062;p18"/>
              <p:cNvCxnSpPr>
                <a:stCxn id="1044" idx="5"/>
                <a:endCxn id="1046" idx="2"/>
              </p:cNvCxnSpPr>
              <p:nvPr/>
            </p:nvCxnSpPr>
            <p:spPr>
              <a:xfrm flipH="1">
                <a:off x="3385130" y="4905359"/>
                <a:ext cx="1299600" cy="62100"/>
              </a:xfrm>
              <a:prstGeom prst="straightConnector1">
                <a:avLst/>
              </a:prstGeom>
              <a:noFill/>
              <a:ln cap="flat" cmpd="sng" w="9525">
                <a:solidFill>
                  <a:schemeClr val="dk2"/>
                </a:solidFill>
                <a:prstDash val="solid"/>
                <a:round/>
                <a:headEnd len="med" w="med" type="none"/>
                <a:tailEnd len="med" w="med" type="none"/>
              </a:ln>
            </p:spPr>
          </p:cxnSp>
          <p:cxnSp>
            <p:nvCxnSpPr>
              <p:cNvPr id="1063" name="Google Shape;1063;p18"/>
              <p:cNvCxnSpPr>
                <a:stCxn id="1041" idx="4"/>
                <a:endCxn id="1042" idx="7"/>
              </p:cNvCxnSpPr>
              <p:nvPr/>
            </p:nvCxnSpPr>
            <p:spPr>
              <a:xfrm rot="10800000">
                <a:off x="1767465" y="5292257"/>
                <a:ext cx="551400" cy="1588200"/>
              </a:xfrm>
              <a:prstGeom prst="straightConnector1">
                <a:avLst/>
              </a:prstGeom>
              <a:noFill/>
              <a:ln cap="flat" cmpd="sng" w="9525">
                <a:solidFill>
                  <a:schemeClr val="dk2"/>
                </a:solidFill>
                <a:prstDash val="solid"/>
                <a:round/>
                <a:headEnd len="med" w="med" type="none"/>
                <a:tailEnd len="med" w="med" type="none"/>
              </a:ln>
            </p:spPr>
          </p:cxnSp>
          <p:sp>
            <p:nvSpPr>
              <p:cNvPr id="1064" name="Google Shape;1064;p18"/>
              <p:cNvSpPr/>
              <p:nvPr/>
            </p:nvSpPr>
            <p:spPr>
              <a:xfrm rot="8752287">
                <a:off x="745374" y="487673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65" name="Google Shape;1065;p18"/>
              <p:cNvCxnSpPr>
                <a:stCxn id="1047" idx="4"/>
                <a:endCxn id="1064" idx="7"/>
              </p:cNvCxnSpPr>
              <p:nvPr/>
            </p:nvCxnSpPr>
            <p:spPr>
              <a:xfrm rot="10800000">
                <a:off x="798320" y="5005916"/>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1066" name="Google Shape;1066;p18"/>
              <p:cNvCxnSpPr>
                <a:stCxn id="1064" idx="1"/>
                <a:endCxn id="1042" idx="5"/>
              </p:cNvCxnSpPr>
              <p:nvPr/>
            </p:nvCxnSpPr>
            <p:spPr>
              <a:xfrm>
                <a:off x="874673" y="4954270"/>
                <a:ext cx="734100" cy="102900"/>
              </a:xfrm>
              <a:prstGeom prst="straightConnector1">
                <a:avLst/>
              </a:prstGeom>
              <a:noFill/>
              <a:ln cap="flat" cmpd="sng" w="9525">
                <a:solidFill>
                  <a:schemeClr val="dk2"/>
                </a:solidFill>
                <a:prstDash val="solid"/>
                <a:round/>
                <a:headEnd len="med" w="med" type="none"/>
                <a:tailEnd len="med" w="med" type="none"/>
              </a:ln>
            </p:spPr>
          </p:cxnSp>
          <p:sp>
            <p:nvSpPr>
              <p:cNvPr id="1067" name="Google Shape;1067;p18"/>
              <p:cNvSpPr/>
              <p:nvPr/>
            </p:nvSpPr>
            <p:spPr>
              <a:xfrm rot="8759498">
                <a:off x="1785083" y="451443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68" name="Google Shape;1068;p18"/>
              <p:cNvCxnSpPr>
                <a:stCxn id="1064" idx="2"/>
                <a:endCxn id="1067" idx="5"/>
              </p:cNvCxnSpPr>
              <p:nvPr/>
            </p:nvCxnSpPr>
            <p:spPr>
              <a:xfrm flipH="1" rot="10800000">
                <a:off x="864609" y="4593367"/>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1069" name="Google Shape;1069;p18"/>
              <p:cNvCxnSpPr>
                <a:stCxn id="1067" idx="1"/>
                <a:endCxn id="1046" idx="5"/>
              </p:cNvCxnSpPr>
              <p:nvPr/>
            </p:nvCxnSpPr>
            <p:spPr>
              <a:xfrm>
                <a:off x="1977999" y="4630346"/>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1070" name="Google Shape;1070;p18"/>
              <p:cNvCxnSpPr>
                <a:stCxn id="1067" idx="7"/>
                <a:endCxn id="1042" idx="3"/>
              </p:cNvCxnSpPr>
              <p:nvPr/>
            </p:nvCxnSpPr>
            <p:spPr>
              <a:xfrm flipH="1">
                <a:off x="1844072" y="4707350"/>
                <a:ext cx="19800" cy="191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071" name="Shape 1071"/>
        <p:cNvGrpSpPr/>
        <p:nvPr/>
      </p:nvGrpSpPr>
      <p:grpSpPr>
        <a:xfrm>
          <a:off x="0" y="0"/>
          <a:ext cx="0" cy="0"/>
          <a:chOff x="0" y="0"/>
          <a:chExt cx="0" cy="0"/>
        </a:xfrm>
      </p:grpSpPr>
      <p:sp>
        <p:nvSpPr>
          <p:cNvPr id="1072" name="Google Shape;1072;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73" name="Google Shape;1073;p19"/>
          <p:cNvSpPr txBox="1"/>
          <p:nvPr>
            <p:ph idx="1" type="subTitle"/>
          </p:nvPr>
        </p:nvSpPr>
        <p:spPr>
          <a:xfrm>
            <a:off x="1574375" y="2056793"/>
            <a:ext cx="2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4" name="Google Shape;1074;p19"/>
          <p:cNvSpPr txBox="1"/>
          <p:nvPr>
            <p:ph idx="2" type="subTitle"/>
          </p:nvPr>
        </p:nvSpPr>
        <p:spPr>
          <a:xfrm>
            <a:off x="5500976" y="2056793"/>
            <a:ext cx="2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5" name="Google Shape;1075;p19"/>
          <p:cNvSpPr txBox="1"/>
          <p:nvPr>
            <p:ph idx="3" type="subTitle"/>
          </p:nvPr>
        </p:nvSpPr>
        <p:spPr>
          <a:xfrm>
            <a:off x="1574375" y="3713775"/>
            <a:ext cx="2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6" name="Google Shape;1076;p19"/>
          <p:cNvSpPr txBox="1"/>
          <p:nvPr>
            <p:ph idx="4" type="subTitle"/>
          </p:nvPr>
        </p:nvSpPr>
        <p:spPr>
          <a:xfrm>
            <a:off x="5500976" y="3713775"/>
            <a:ext cx="2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7" name="Google Shape;1077;p19"/>
          <p:cNvSpPr txBox="1"/>
          <p:nvPr>
            <p:ph hasCustomPrompt="1" idx="5" type="title"/>
          </p:nvPr>
        </p:nvSpPr>
        <p:spPr>
          <a:xfrm>
            <a:off x="758225" y="1277225"/>
            <a:ext cx="816600" cy="78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8" name="Google Shape;1078;p19"/>
          <p:cNvSpPr txBox="1"/>
          <p:nvPr>
            <p:ph hasCustomPrompt="1" idx="6" type="title"/>
          </p:nvPr>
        </p:nvSpPr>
        <p:spPr>
          <a:xfrm>
            <a:off x="758225" y="2933700"/>
            <a:ext cx="816600" cy="78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9" name="Google Shape;1079;p19"/>
          <p:cNvSpPr txBox="1"/>
          <p:nvPr>
            <p:ph hasCustomPrompt="1" idx="7" type="title"/>
          </p:nvPr>
        </p:nvSpPr>
        <p:spPr>
          <a:xfrm>
            <a:off x="4685025" y="1277225"/>
            <a:ext cx="816600" cy="78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0" name="Google Shape;1080;p19"/>
          <p:cNvSpPr txBox="1"/>
          <p:nvPr>
            <p:ph hasCustomPrompt="1" idx="8" type="title"/>
          </p:nvPr>
        </p:nvSpPr>
        <p:spPr>
          <a:xfrm>
            <a:off x="4685025" y="2933700"/>
            <a:ext cx="816600" cy="78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1" name="Google Shape;1081;p19"/>
          <p:cNvSpPr txBox="1"/>
          <p:nvPr>
            <p:ph idx="9" type="subTitle"/>
          </p:nvPr>
        </p:nvSpPr>
        <p:spPr>
          <a:xfrm>
            <a:off x="1574375" y="1277225"/>
            <a:ext cx="2884800" cy="903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82" name="Google Shape;1082;p19"/>
          <p:cNvSpPr txBox="1"/>
          <p:nvPr>
            <p:ph idx="13" type="subTitle"/>
          </p:nvPr>
        </p:nvSpPr>
        <p:spPr>
          <a:xfrm>
            <a:off x="5500975" y="1277225"/>
            <a:ext cx="2884800" cy="903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83" name="Google Shape;1083;p19"/>
          <p:cNvSpPr txBox="1"/>
          <p:nvPr>
            <p:ph idx="14" type="subTitle"/>
          </p:nvPr>
        </p:nvSpPr>
        <p:spPr>
          <a:xfrm>
            <a:off x="1574375" y="2933701"/>
            <a:ext cx="2884800" cy="903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84" name="Google Shape;1084;p19"/>
          <p:cNvSpPr txBox="1"/>
          <p:nvPr>
            <p:ph idx="15" type="subTitle"/>
          </p:nvPr>
        </p:nvSpPr>
        <p:spPr>
          <a:xfrm>
            <a:off x="5500975" y="2933701"/>
            <a:ext cx="2884800" cy="903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085" name="Google Shape;1085;p19"/>
          <p:cNvGrpSpPr/>
          <p:nvPr/>
        </p:nvGrpSpPr>
        <p:grpSpPr>
          <a:xfrm>
            <a:off x="119288" y="163238"/>
            <a:ext cx="8837200" cy="4388712"/>
            <a:chOff x="119288" y="163238"/>
            <a:chExt cx="8837200" cy="4388712"/>
          </a:xfrm>
        </p:grpSpPr>
        <p:grpSp>
          <p:nvGrpSpPr>
            <p:cNvPr id="1086" name="Google Shape;1086;p19"/>
            <p:cNvGrpSpPr/>
            <p:nvPr/>
          </p:nvGrpSpPr>
          <p:grpSpPr>
            <a:xfrm flipH="1" rot="10800000">
              <a:off x="8658213" y="4229275"/>
              <a:ext cx="298275" cy="322675"/>
              <a:chOff x="8667225" y="681525"/>
              <a:chExt cx="298275" cy="322675"/>
            </a:xfrm>
          </p:grpSpPr>
          <p:sp>
            <p:nvSpPr>
              <p:cNvPr id="1087" name="Google Shape;1087;p19"/>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88" name="Google Shape;1088;p19"/>
              <p:cNvSpPr/>
              <p:nvPr/>
            </p:nvSpPr>
            <p:spPr>
              <a:xfrm rot="10800000">
                <a:off x="8825400" y="68152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89" name="Google Shape;1089;p19"/>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090" name="Google Shape;1090;p19"/>
            <p:cNvGrpSpPr/>
            <p:nvPr/>
          </p:nvGrpSpPr>
          <p:grpSpPr>
            <a:xfrm flipH="1" rot="10800000">
              <a:off x="119288" y="163238"/>
              <a:ext cx="406275" cy="563575"/>
              <a:chOff x="140150" y="4340075"/>
              <a:chExt cx="406275" cy="563575"/>
            </a:xfrm>
          </p:grpSpPr>
          <p:sp>
            <p:nvSpPr>
              <p:cNvPr id="1091" name="Google Shape;1091;p19"/>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2" name="Google Shape;1092;p19"/>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3" name="Google Shape;1093;p19"/>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4" name="Google Shape;1094;p19"/>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1095" name="Google Shape;1095;p19"/>
          <p:cNvGrpSpPr/>
          <p:nvPr/>
        </p:nvGrpSpPr>
        <p:grpSpPr>
          <a:xfrm>
            <a:off x="-977947" y="-671217"/>
            <a:ext cx="10532835" cy="7946710"/>
            <a:chOff x="-977947" y="-671217"/>
            <a:chExt cx="10532835" cy="7946710"/>
          </a:xfrm>
        </p:grpSpPr>
        <p:grpSp>
          <p:nvGrpSpPr>
            <p:cNvPr id="1096" name="Google Shape;1096;p19"/>
            <p:cNvGrpSpPr/>
            <p:nvPr/>
          </p:nvGrpSpPr>
          <p:grpSpPr>
            <a:xfrm flipH="1">
              <a:off x="6491263" y="-671217"/>
              <a:ext cx="3063625" cy="3321711"/>
              <a:chOff x="-460575" y="-671217"/>
              <a:chExt cx="3063625" cy="3321711"/>
            </a:xfrm>
          </p:grpSpPr>
          <p:cxnSp>
            <p:nvCxnSpPr>
              <p:cNvPr id="1097" name="Google Shape;1097;p19"/>
              <p:cNvCxnSpPr>
                <a:stCxn id="1098" idx="6"/>
                <a:endCxn id="1099"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1099" name="Google Shape;1099;p19"/>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0" name="Google Shape;1100;p19"/>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1" name="Google Shape;1101;p19"/>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2" name="Google Shape;1102;p19"/>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3" name="Google Shape;1103;p19"/>
              <p:cNvSpPr/>
              <p:nvPr/>
            </p:nvSpPr>
            <p:spPr>
              <a:xfrm>
                <a:off x="382949" y="1317288"/>
                <a:ext cx="1434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04" name="Google Shape;1104;p19"/>
              <p:cNvCxnSpPr>
                <a:stCxn id="1103" idx="4"/>
                <a:endCxn id="1101" idx="0"/>
              </p:cNvCxnSpPr>
              <p:nvPr/>
            </p:nvCxnSpPr>
            <p:spPr>
              <a:xfrm flipH="1">
                <a:off x="169049" y="1474788"/>
                <a:ext cx="285600" cy="1018200"/>
              </a:xfrm>
              <a:prstGeom prst="straightConnector1">
                <a:avLst/>
              </a:prstGeom>
              <a:noFill/>
              <a:ln cap="flat" cmpd="sng" w="9525">
                <a:solidFill>
                  <a:schemeClr val="dk2"/>
                </a:solidFill>
                <a:prstDash val="solid"/>
                <a:round/>
                <a:headEnd len="med" w="med" type="none"/>
                <a:tailEnd len="med" w="med" type="none"/>
              </a:ln>
            </p:spPr>
          </p:cxnSp>
          <p:cxnSp>
            <p:nvCxnSpPr>
              <p:cNvPr id="1105" name="Google Shape;1105;p19"/>
              <p:cNvCxnSpPr>
                <a:stCxn id="1102" idx="4"/>
                <a:endCxn id="1101"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1106" name="Google Shape;1106;p19"/>
              <p:cNvCxnSpPr>
                <a:stCxn id="1102" idx="5"/>
                <a:endCxn id="1103" idx="1"/>
              </p:cNvCxnSpPr>
              <p:nvPr/>
            </p:nvCxnSpPr>
            <p:spPr>
              <a:xfrm>
                <a:off x="199829" y="960741"/>
                <a:ext cx="204000" cy="379500"/>
              </a:xfrm>
              <a:prstGeom prst="straightConnector1">
                <a:avLst/>
              </a:prstGeom>
              <a:noFill/>
              <a:ln cap="flat" cmpd="sng" w="9525">
                <a:solidFill>
                  <a:schemeClr val="dk2"/>
                </a:solidFill>
                <a:prstDash val="solid"/>
                <a:round/>
                <a:headEnd len="med" w="med" type="none"/>
                <a:tailEnd len="med" w="med" type="none"/>
              </a:ln>
            </p:spPr>
          </p:cxnSp>
          <p:cxnSp>
            <p:nvCxnSpPr>
              <p:cNvPr id="1107" name="Google Shape;1107;p19"/>
              <p:cNvCxnSpPr>
                <a:stCxn id="1102" idx="0"/>
                <a:endCxn id="1100"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1108" name="Google Shape;1108;p19"/>
              <p:cNvCxnSpPr>
                <a:stCxn id="1102" idx="7"/>
                <a:endCxn id="1098"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1109" name="Google Shape;1109;p19"/>
              <p:cNvCxnSpPr>
                <a:stCxn id="1100" idx="5"/>
                <a:endCxn id="1098"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1110" name="Google Shape;1110;p19"/>
              <p:cNvCxnSpPr>
                <a:stCxn id="1100" idx="6"/>
                <a:endCxn id="1099"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1111" name="Google Shape;1111;p19"/>
              <p:cNvCxnSpPr>
                <a:stCxn id="1112" idx="1"/>
                <a:endCxn id="1100"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1113" name="Google Shape;1113;p19"/>
              <p:cNvCxnSpPr>
                <a:stCxn id="1103" idx="0"/>
                <a:endCxn id="1098" idx="4"/>
              </p:cNvCxnSpPr>
              <p:nvPr/>
            </p:nvCxnSpPr>
            <p:spPr>
              <a:xfrm rot="10800000">
                <a:off x="378449" y="456588"/>
                <a:ext cx="76200" cy="860700"/>
              </a:xfrm>
              <a:prstGeom prst="straightConnector1">
                <a:avLst/>
              </a:prstGeom>
              <a:noFill/>
              <a:ln cap="flat" cmpd="sng" w="9525">
                <a:solidFill>
                  <a:schemeClr val="dk2"/>
                </a:solidFill>
                <a:prstDash val="solid"/>
                <a:round/>
                <a:headEnd len="med" w="med" type="none"/>
                <a:tailEnd len="med" w="med" type="none"/>
              </a:ln>
            </p:spPr>
          </p:cxnSp>
          <p:cxnSp>
            <p:nvCxnSpPr>
              <p:cNvPr id="1114" name="Google Shape;1114;p19"/>
              <p:cNvCxnSpPr>
                <a:stCxn id="1103" idx="0"/>
                <a:endCxn id="1112" idx="3"/>
              </p:cNvCxnSpPr>
              <p:nvPr/>
            </p:nvCxnSpPr>
            <p:spPr>
              <a:xfrm flipH="1" rot="10800000">
                <a:off x="454649" y="268188"/>
                <a:ext cx="342000" cy="1049100"/>
              </a:xfrm>
              <a:prstGeom prst="straightConnector1">
                <a:avLst/>
              </a:prstGeom>
              <a:noFill/>
              <a:ln cap="flat" cmpd="sng" w="9525">
                <a:solidFill>
                  <a:schemeClr val="dk2"/>
                </a:solidFill>
                <a:prstDash val="solid"/>
                <a:round/>
                <a:headEnd len="med" w="med" type="none"/>
                <a:tailEnd len="med" w="med" type="none"/>
              </a:ln>
            </p:spPr>
          </p:cxnSp>
          <p:sp>
            <p:nvSpPr>
              <p:cNvPr id="1115" name="Google Shape;1115;p19"/>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16" name="Google Shape;1116;p19"/>
              <p:cNvCxnSpPr>
                <a:stCxn id="1100" idx="5"/>
                <a:endCxn id="1115"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1117" name="Google Shape;1117;p19"/>
              <p:cNvCxnSpPr>
                <a:stCxn id="1112" idx="7"/>
                <a:endCxn id="1115"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1118" name="Google Shape;1118;p19"/>
              <p:cNvCxnSpPr>
                <a:stCxn id="1115" idx="6"/>
                <a:endCxn id="1099"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1119" name="Google Shape;1119;p19"/>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20" name="Google Shape;1120;p19"/>
              <p:cNvCxnSpPr>
                <a:stCxn id="1119" idx="0"/>
                <a:endCxn id="1100"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1121" name="Google Shape;1121;p19"/>
              <p:cNvCxnSpPr>
                <a:stCxn id="1119" idx="6"/>
                <a:endCxn id="1098"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1122" name="Google Shape;1122;p19"/>
              <p:cNvCxnSpPr>
                <a:stCxn id="1119" idx="5"/>
                <a:endCxn id="1102"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1123" name="Google Shape;1123;p19"/>
              <p:cNvCxnSpPr>
                <a:stCxn id="1119" idx="5"/>
                <a:endCxn id="1101"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1112" name="Google Shape;1112;p19"/>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8" name="Google Shape;1098;p19"/>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124" name="Google Shape;1124;p19"/>
            <p:cNvGrpSpPr/>
            <p:nvPr/>
          </p:nvGrpSpPr>
          <p:grpSpPr>
            <a:xfrm rot="339523">
              <a:off x="-863991" y="4569268"/>
              <a:ext cx="4061023" cy="2512132"/>
              <a:chOff x="720013" y="4616655"/>
              <a:chExt cx="4061133" cy="2512200"/>
            </a:xfrm>
          </p:grpSpPr>
          <p:sp>
            <p:nvSpPr>
              <p:cNvPr id="1125" name="Google Shape;1125;p19"/>
              <p:cNvSpPr/>
              <p:nvPr/>
            </p:nvSpPr>
            <p:spPr>
              <a:xfrm rot="-9417549">
                <a:off x="4549660" y="4701311"/>
                <a:ext cx="128773" cy="12877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6" name="Google Shape;1126;p19"/>
              <p:cNvSpPr/>
              <p:nvPr/>
            </p:nvSpPr>
            <p:spPr>
              <a:xfrm rot="-9417549">
                <a:off x="1761182" y="4936441"/>
                <a:ext cx="128773" cy="12877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7" name="Google Shape;1127;p19"/>
              <p:cNvSpPr/>
              <p:nvPr/>
            </p:nvSpPr>
            <p:spPr>
              <a:xfrm rot="-9421326">
                <a:off x="3012797" y="4851722"/>
                <a:ext cx="265897" cy="265897"/>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8" name="Google Shape;1128;p19"/>
              <p:cNvSpPr/>
              <p:nvPr/>
            </p:nvSpPr>
            <p:spPr>
              <a:xfrm rot="-9414352">
                <a:off x="2945862" y="6000076"/>
                <a:ext cx="86426" cy="8642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9" name="Google Shape;1129;p19"/>
              <p:cNvSpPr/>
              <p:nvPr/>
            </p:nvSpPr>
            <p:spPr>
              <a:xfrm rot="-9422930">
                <a:off x="3430718" y="6873877"/>
                <a:ext cx="63855" cy="63855"/>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30" name="Google Shape;1130;p19"/>
              <p:cNvSpPr/>
              <p:nvPr/>
            </p:nvSpPr>
            <p:spPr>
              <a:xfrm rot="-9414352">
                <a:off x="1807960" y="6172505"/>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31" name="Google Shape;1131;p19"/>
              <p:cNvSpPr/>
              <p:nvPr/>
            </p:nvSpPr>
            <p:spPr>
              <a:xfrm rot="-9414352">
                <a:off x="3731053" y="4665484"/>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32" name="Google Shape;1132;p19"/>
              <p:cNvSpPr/>
              <p:nvPr/>
            </p:nvSpPr>
            <p:spPr>
              <a:xfrm rot="-9421558">
                <a:off x="740331" y="4726434"/>
                <a:ext cx="130664" cy="130664"/>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33" name="Google Shape;1133;p19"/>
              <p:cNvCxnSpPr>
                <a:stCxn id="1129" idx="5"/>
                <a:endCxn id="1128" idx="1"/>
              </p:cNvCxnSpPr>
              <p:nvPr/>
            </p:nvCxnSpPr>
            <p:spPr>
              <a:xfrm rot="10460456">
                <a:off x="3045371" y="6063279"/>
                <a:ext cx="365079" cy="832966"/>
              </a:xfrm>
              <a:prstGeom prst="straightConnector1">
                <a:avLst/>
              </a:prstGeom>
              <a:noFill/>
              <a:ln cap="flat" cmpd="sng" w="9525">
                <a:solidFill>
                  <a:schemeClr val="dk2"/>
                </a:solidFill>
                <a:prstDash val="solid"/>
                <a:round/>
                <a:headEnd len="med" w="med" type="none"/>
                <a:tailEnd len="med" w="med" type="none"/>
              </a:ln>
            </p:spPr>
          </p:cxnSp>
          <p:cxnSp>
            <p:nvCxnSpPr>
              <p:cNvPr id="1134" name="Google Shape;1134;p19"/>
              <p:cNvCxnSpPr>
                <a:stCxn id="1130" idx="4"/>
                <a:endCxn id="1128" idx="7"/>
              </p:cNvCxnSpPr>
              <p:nvPr/>
            </p:nvCxnSpPr>
            <p:spPr>
              <a:xfrm flipH="1" rot="10460763">
                <a:off x="1865029" y="6113097"/>
                <a:ext cx="1087089" cy="9343"/>
              </a:xfrm>
              <a:prstGeom prst="straightConnector1">
                <a:avLst/>
              </a:prstGeom>
              <a:noFill/>
              <a:ln cap="flat" cmpd="sng" w="9525">
                <a:solidFill>
                  <a:schemeClr val="dk2"/>
                </a:solidFill>
                <a:prstDash val="solid"/>
                <a:round/>
                <a:headEnd len="med" w="med" type="none"/>
                <a:tailEnd len="med" w="med" type="none"/>
              </a:ln>
            </p:spPr>
          </p:cxnSp>
          <p:cxnSp>
            <p:nvCxnSpPr>
              <p:cNvPr id="1135" name="Google Shape;1135;p19"/>
              <p:cNvCxnSpPr>
                <a:stCxn id="1125" idx="0"/>
                <a:endCxn id="1129" idx="3"/>
              </p:cNvCxnSpPr>
              <p:nvPr/>
            </p:nvCxnSpPr>
            <p:spPr>
              <a:xfrm flipH="1" rot="-339783">
                <a:off x="3393035" y="4884097"/>
                <a:ext cx="1295121" cy="1950801"/>
              </a:xfrm>
              <a:prstGeom prst="straightConnector1">
                <a:avLst/>
              </a:prstGeom>
              <a:noFill/>
              <a:ln cap="flat" cmpd="sng" w="9525">
                <a:solidFill>
                  <a:schemeClr val="dk2"/>
                </a:solidFill>
                <a:prstDash val="solid"/>
                <a:round/>
                <a:headEnd len="med" w="med" type="none"/>
                <a:tailEnd len="med" w="med" type="none"/>
              </a:ln>
            </p:spPr>
          </p:cxnSp>
          <p:cxnSp>
            <p:nvCxnSpPr>
              <p:cNvPr id="1136" name="Google Shape;1136;p19"/>
              <p:cNvCxnSpPr>
                <a:stCxn id="1129" idx="7"/>
                <a:endCxn id="1130" idx="2"/>
              </p:cNvCxnSpPr>
              <p:nvPr/>
            </p:nvCxnSpPr>
            <p:spPr>
              <a:xfrm rot="10460582">
                <a:off x="1928581" y="6158259"/>
                <a:ext cx="1466944" cy="833861"/>
              </a:xfrm>
              <a:prstGeom prst="straightConnector1">
                <a:avLst/>
              </a:prstGeom>
              <a:noFill/>
              <a:ln cap="flat" cmpd="sng" w="9525">
                <a:solidFill>
                  <a:schemeClr val="dk2"/>
                </a:solidFill>
                <a:prstDash val="solid"/>
                <a:round/>
                <a:headEnd len="med" w="med" type="none"/>
                <a:tailEnd len="med" w="med" type="none"/>
              </a:ln>
            </p:spPr>
          </p:cxnSp>
          <p:cxnSp>
            <p:nvCxnSpPr>
              <p:cNvPr id="1137" name="Google Shape;1137;p19"/>
              <p:cNvCxnSpPr>
                <a:stCxn id="1130" idx="6"/>
                <a:endCxn id="1126" idx="1"/>
              </p:cNvCxnSpPr>
              <p:nvPr/>
            </p:nvCxnSpPr>
            <p:spPr>
              <a:xfrm flipH="1" rot="10462833">
                <a:off x="1755412" y="5065169"/>
                <a:ext cx="150121" cy="1129000"/>
              </a:xfrm>
              <a:prstGeom prst="straightConnector1">
                <a:avLst/>
              </a:prstGeom>
              <a:noFill/>
              <a:ln cap="flat" cmpd="sng" w="9525">
                <a:solidFill>
                  <a:schemeClr val="dk2"/>
                </a:solidFill>
                <a:prstDash val="solid"/>
                <a:round/>
                <a:headEnd len="med" w="med" type="none"/>
                <a:tailEnd len="med" w="med" type="none"/>
              </a:ln>
            </p:spPr>
          </p:cxnSp>
          <p:cxnSp>
            <p:nvCxnSpPr>
              <p:cNvPr id="1138" name="Google Shape;1138;p19"/>
              <p:cNvCxnSpPr>
                <a:stCxn id="1128" idx="5"/>
                <a:endCxn id="1126" idx="1"/>
              </p:cNvCxnSpPr>
              <p:nvPr/>
            </p:nvCxnSpPr>
            <p:spPr>
              <a:xfrm rot="10460368">
                <a:off x="1898704" y="5007487"/>
                <a:ext cx="1024998" cy="1048819"/>
              </a:xfrm>
              <a:prstGeom prst="straightConnector1">
                <a:avLst/>
              </a:prstGeom>
              <a:noFill/>
              <a:ln cap="flat" cmpd="sng" w="9525">
                <a:solidFill>
                  <a:schemeClr val="dk2"/>
                </a:solidFill>
                <a:prstDash val="solid"/>
                <a:round/>
                <a:headEnd len="med" w="med" type="none"/>
                <a:tailEnd len="med" w="med" type="none"/>
              </a:ln>
            </p:spPr>
          </p:cxnSp>
          <p:cxnSp>
            <p:nvCxnSpPr>
              <p:cNvPr id="1139" name="Google Shape;1139;p19"/>
              <p:cNvCxnSpPr>
                <a:stCxn id="1125" idx="6"/>
                <a:endCxn id="1131" idx="3"/>
              </p:cNvCxnSpPr>
              <p:nvPr/>
            </p:nvCxnSpPr>
            <p:spPr>
              <a:xfrm rot="10459888">
                <a:off x="3818606" y="4656348"/>
                <a:ext cx="731979" cy="120599"/>
              </a:xfrm>
              <a:prstGeom prst="straightConnector1">
                <a:avLst/>
              </a:prstGeom>
              <a:noFill/>
              <a:ln cap="flat" cmpd="sng" w="9525">
                <a:solidFill>
                  <a:schemeClr val="dk2"/>
                </a:solidFill>
                <a:prstDash val="solid"/>
                <a:round/>
                <a:headEnd len="med" w="med" type="none"/>
                <a:tailEnd len="med" w="med" type="none"/>
              </a:ln>
            </p:spPr>
          </p:cxnSp>
          <p:cxnSp>
            <p:nvCxnSpPr>
              <p:cNvPr id="1140" name="Google Shape;1140;p19"/>
              <p:cNvCxnSpPr>
                <a:stCxn id="1125" idx="7"/>
                <a:endCxn id="1128" idx="3"/>
              </p:cNvCxnSpPr>
              <p:nvPr/>
            </p:nvCxnSpPr>
            <p:spPr>
              <a:xfrm flipH="1" rot="-339569">
                <a:off x="2971884" y="4867995"/>
                <a:ext cx="1639693" cy="1081059"/>
              </a:xfrm>
              <a:prstGeom prst="straightConnector1">
                <a:avLst/>
              </a:prstGeom>
              <a:noFill/>
              <a:ln cap="flat" cmpd="sng" w="9525">
                <a:solidFill>
                  <a:schemeClr val="dk2"/>
                </a:solidFill>
                <a:prstDash val="solid"/>
                <a:round/>
                <a:headEnd len="med" w="med" type="none"/>
                <a:tailEnd len="med" w="med" type="none"/>
              </a:ln>
            </p:spPr>
          </p:cxnSp>
          <p:cxnSp>
            <p:nvCxnSpPr>
              <p:cNvPr id="1141" name="Google Shape;1141;p19"/>
              <p:cNvCxnSpPr>
                <a:stCxn id="1131" idx="7"/>
                <a:endCxn id="1127" idx="3"/>
              </p:cNvCxnSpPr>
              <p:nvPr/>
            </p:nvCxnSpPr>
            <p:spPr>
              <a:xfrm flipH="1" rot="-339665">
                <a:off x="3259894" y="4748265"/>
                <a:ext cx="483558" cy="163106"/>
              </a:xfrm>
              <a:prstGeom prst="straightConnector1">
                <a:avLst/>
              </a:prstGeom>
              <a:noFill/>
              <a:ln cap="flat" cmpd="sng" w="9525">
                <a:solidFill>
                  <a:schemeClr val="dk2"/>
                </a:solidFill>
                <a:prstDash val="solid"/>
                <a:round/>
                <a:headEnd len="med" w="med" type="none"/>
                <a:tailEnd len="med" w="med" type="none"/>
              </a:ln>
            </p:spPr>
          </p:cxnSp>
          <p:cxnSp>
            <p:nvCxnSpPr>
              <p:cNvPr id="1142" name="Google Shape;1142;p19"/>
              <p:cNvCxnSpPr>
                <a:stCxn id="1127" idx="0"/>
                <a:endCxn id="1128" idx="5"/>
              </p:cNvCxnSpPr>
              <p:nvPr/>
            </p:nvCxnSpPr>
            <p:spPr>
              <a:xfrm flipH="1" rot="-341652">
                <a:off x="2929081" y="5115280"/>
                <a:ext cx="208629" cy="879981"/>
              </a:xfrm>
              <a:prstGeom prst="straightConnector1">
                <a:avLst/>
              </a:prstGeom>
              <a:noFill/>
              <a:ln cap="flat" cmpd="sng" w="9525">
                <a:solidFill>
                  <a:schemeClr val="dk2"/>
                </a:solidFill>
                <a:prstDash val="solid"/>
                <a:round/>
                <a:headEnd len="med" w="med" type="none"/>
                <a:tailEnd len="med" w="med" type="none"/>
              </a:ln>
            </p:spPr>
          </p:cxnSp>
          <p:cxnSp>
            <p:nvCxnSpPr>
              <p:cNvPr id="1143" name="Google Shape;1143;p19"/>
              <p:cNvCxnSpPr>
                <a:stCxn id="1132" idx="2"/>
                <a:endCxn id="1126" idx="6"/>
              </p:cNvCxnSpPr>
              <p:nvPr/>
            </p:nvCxnSpPr>
            <p:spPr>
              <a:xfrm rot="-339023">
                <a:off x="875824" y="4773316"/>
                <a:ext cx="880579" cy="246302"/>
              </a:xfrm>
              <a:prstGeom prst="straightConnector1">
                <a:avLst/>
              </a:prstGeom>
              <a:noFill/>
              <a:ln cap="flat" cmpd="sng" w="9525">
                <a:solidFill>
                  <a:schemeClr val="dk2"/>
                </a:solidFill>
                <a:prstDash val="solid"/>
                <a:round/>
                <a:headEnd len="med" w="med" type="none"/>
                <a:tailEnd len="med" w="med" type="none"/>
              </a:ln>
            </p:spPr>
          </p:cxnSp>
          <p:cxnSp>
            <p:nvCxnSpPr>
              <p:cNvPr id="1144" name="Google Shape;1144;p19"/>
              <p:cNvCxnSpPr>
                <a:stCxn id="1129" idx="6"/>
                <a:endCxn id="1132" idx="1"/>
              </p:cNvCxnSpPr>
              <p:nvPr/>
            </p:nvCxnSpPr>
            <p:spPr>
              <a:xfrm rot="10460586">
                <a:off x="937128" y="4728830"/>
                <a:ext cx="2389135" cy="2287850"/>
              </a:xfrm>
              <a:prstGeom prst="straightConnector1">
                <a:avLst/>
              </a:prstGeom>
              <a:noFill/>
              <a:ln cap="flat" cmpd="sng" w="9525">
                <a:solidFill>
                  <a:schemeClr val="dk2"/>
                </a:solidFill>
                <a:prstDash val="solid"/>
                <a:round/>
                <a:headEnd len="med" w="med" type="none"/>
                <a:tailEnd len="med" w="med" type="none"/>
              </a:ln>
            </p:spPr>
          </p:cxnSp>
          <p:sp>
            <p:nvSpPr>
              <p:cNvPr id="1145" name="Google Shape;1145;p19"/>
              <p:cNvSpPr/>
              <p:nvPr/>
            </p:nvSpPr>
            <p:spPr>
              <a:xfrm rot="-9414352">
                <a:off x="1960639" y="4664187"/>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46" name="Google Shape;1146;p19"/>
              <p:cNvCxnSpPr>
                <a:stCxn id="1132" idx="3"/>
                <a:endCxn id="1145" idx="7"/>
              </p:cNvCxnSpPr>
              <p:nvPr/>
            </p:nvCxnSpPr>
            <p:spPr>
              <a:xfrm rot="-339173">
                <a:off x="866711" y="4713112"/>
                <a:ext cx="1096432" cy="64807"/>
              </a:xfrm>
              <a:prstGeom prst="straightConnector1">
                <a:avLst/>
              </a:prstGeom>
              <a:noFill/>
              <a:ln cap="flat" cmpd="sng" w="9525">
                <a:solidFill>
                  <a:schemeClr val="dk2"/>
                </a:solidFill>
                <a:prstDash val="solid"/>
                <a:round/>
                <a:headEnd len="med" w="med" type="none"/>
                <a:tailEnd len="med" w="med" type="none"/>
              </a:ln>
            </p:spPr>
          </p:cxnSp>
          <p:cxnSp>
            <p:nvCxnSpPr>
              <p:cNvPr id="1147" name="Google Shape;1147;p19"/>
              <p:cNvCxnSpPr>
                <a:stCxn id="1145" idx="2"/>
                <a:endCxn id="1127" idx="6"/>
              </p:cNvCxnSpPr>
              <p:nvPr/>
            </p:nvCxnSpPr>
            <p:spPr>
              <a:xfrm rot="-339840">
                <a:off x="2056272" y="4676508"/>
                <a:ext cx="954460" cy="303884"/>
              </a:xfrm>
              <a:prstGeom prst="straightConnector1">
                <a:avLst/>
              </a:prstGeom>
              <a:noFill/>
              <a:ln cap="flat" cmpd="sng" w="9525">
                <a:solidFill>
                  <a:schemeClr val="dk2"/>
                </a:solidFill>
                <a:prstDash val="solid"/>
                <a:round/>
                <a:headEnd len="med" w="med" type="none"/>
                <a:tailEnd len="med" w="med" type="none"/>
              </a:ln>
            </p:spPr>
          </p:cxnSp>
          <p:cxnSp>
            <p:nvCxnSpPr>
              <p:cNvPr id="1148" name="Google Shape;1148;p19"/>
              <p:cNvCxnSpPr>
                <a:stCxn id="1145" idx="0"/>
                <a:endCxn id="1126" idx="4"/>
              </p:cNvCxnSpPr>
              <p:nvPr/>
            </p:nvCxnSpPr>
            <p:spPr>
              <a:xfrm flipH="1" rot="-340645">
                <a:off x="1841473" y="4754364"/>
                <a:ext cx="154659" cy="179972"/>
              </a:xfrm>
              <a:prstGeom prst="straightConnector1">
                <a:avLst/>
              </a:prstGeom>
              <a:noFill/>
              <a:ln cap="flat" cmpd="sng" w="9525">
                <a:solidFill>
                  <a:schemeClr val="dk2"/>
                </a:solidFill>
                <a:prstDash val="solid"/>
                <a:round/>
                <a:headEnd len="med" w="med" type="none"/>
                <a:tailEnd len="med" w="med" type="none"/>
              </a:ln>
            </p:spPr>
          </p:cxnSp>
          <p:cxnSp>
            <p:nvCxnSpPr>
              <p:cNvPr id="1149" name="Google Shape;1149;p19"/>
              <p:cNvCxnSpPr>
                <a:stCxn id="1145" idx="1"/>
                <a:endCxn id="1128" idx="5"/>
              </p:cNvCxnSpPr>
              <p:nvPr/>
            </p:nvCxnSpPr>
            <p:spPr>
              <a:xfrm rot="-339524">
                <a:off x="2084265" y="4703564"/>
                <a:ext cx="824518" cy="1343659"/>
              </a:xfrm>
              <a:prstGeom prst="straightConnector1">
                <a:avLst/>
              </a:prstGeom>
              <a:noFill/>
              <a:ln cap="flat" cmpd="sng" w="9525">
                <a:solidFill>
                  <a:schemeClr val="dk2"/>
                </a:solidFill>
                <a:prstDash val="solid"/>
                <a:round/>
                <a:headEnd len="med" w="med" type="none"/>
                <a:tailEnd len="med" w="med" type="none"/>
              </a:ln>
            </p:spPr>
          </p:cxnSp>
          <p:sp>
            <p:nvSpPr>
              <p:cNvPr id="1150" name="Google Shape;1150;p19"/>
              <p:cNvSpPr/>
              <p:nvPr/>
            </p:nvSpPr>
            <p:spPr>
              <a:xfrm rot="-9417549">
                <a:off x="3933996" y="4880048"/>
                <a:ext cx="128773" cy="12877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51" name="Google Shape;1151;p19"/>
              <p:cNvCxnSpPr>
                <a:stCxn id="1127" idx="2"/>
                <a:endCxn id="1150" idx="7"/>
              </p:cNvCxnSpPr>
              <p:nvPr/>
            </p:nvCxnSpPr>
            <p:spPr>
              <a:xfrm flipH="1" rot="10459800">
                <a:off x="3266347" y="5001756"/>
                <a:ext cx="674098" cy="1530"/>
              </a:xfrm>
              <a:prstGeom prst="straightConnector1">
                <a:avLst/>
              </a:prstGeom>
              <a:noFill/>
              <a:ln cap="flat" cmpd="sng" w="9525">
                <a:solidFill>
                  <a:schemeClr val="dk2"/>
                </a:solidFill>
                <a:prstDash val="solid"/>
                <a:round/>
                <a:headEnd len="med" w="med" type="none"/>
                <a:tailEnd len="med" w="med" type="none"/>
              </a:ln>
            </p:spPr>
          </p:cxnSp>
          <p:cxnSp>
            <p:nvCxnSpPr>
              <p:cNvPr id="1152" name="Google Shape;1152;p19"/>
              <p:cNvCxnSpPr>
                <a:stCxn id="1150" idx="3"/>
                <a:endCxn id="1125" idx="7"/>
              </p:cNvCxnSpPr>
              <p:nvPr/>
            </p:nvCxnSpPr>
            <p:spPr>
              <a:xfrm flipH="1" rot="10459592">
                <a:off x="4052806" y="4814404"/>
                <a:ext cx="506782" cy="81105"/>
              </a:xfrm>
              <a:prstGeom prst="straightConnector1">
                <a:avLst/>
              </a:prstGeom>
              <a:noFill/>
              <a:ln cap="flat" cmpd="sng" w="9525">
                <a:solidFill>
                  <a:schemeClr val="dk2"/>
                </a:solidFill>
                <a:prstDash val="solid"/>
                <a:round/>
                <a:headEnd len="med" w="med" type="none"/>
                <a:tailEnd len="med" w="med" type="none"/>
              </a:ln>
            </p:spPr>
          </p:cxnSp>
          <p:cxnSp>
            <p:nvCxnSpPr>
              <p:cNvPr id="1153" name="Google Shape;1153;p19"/>
              <p:cNvCxnSpPr>
                <a:stCxn id="1128" idx="4"/>
                <a:endCxn id="1150" idx="0"/>
              </p:cNvCxnSpPr>
              <p:nvPr/>
            </p:nvCxnSpPr>
            <p:spPr>
              <a:xfrm flipH="1" rot="10460266">
                <a:off x="2959037" y="5053792"/>
                <a:ext cx="1061178" cy="899594"/>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154" name="Shape 1154"/>
        <p:cNvGrpSpPr/>
        <p:nvPr/>
      </p:nvGrpSpPr>
      <p:grpSpPr>
        <a:xfrm>
          <a:off x="0" y="0"/>
          <a:ext cx="0" cy="0"/>
          <a:chOff x="0" y="0"/>
          <a:chExt cx="0" cy="0"/>
        </a:xfrm>
      </p:grpSpPr>
      <p:sp>
        <p:nvSpPr>
          <p:cNvPr id="1155" name="Google Shape;1155;p20"/>
          <p:cNvSpPr txBox="1"/>
          <p:nvPr>
            <p:ph type="title"/>
          </p:nvPr>
        </p:nvSpPr>
        <p:spPr>
          <a:xfrm>
            <a:off x="720000" y="44445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56" name="Google Shape;1156;p20"/>
          <p:cNvSpPr txBox="1"/>
          <p:nvPr>
            <p:ph idx="1" type="subTitle"/>
          </p:nvPr>
        </p:nvSpPr>
        <p:spPr>
          <a:xfrm>
            <a:off x="720000" y="1741417"/>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7" name="Google Shape;1157;p20"/>
          <p:cNvSpPr txBox="1"/>
          <p:nvPr>
            <p:ph idx="2" type="subTitle"/>
          </p:nvPr>
        </p:nvSpPr>
        <p:spPr>
          <a:xfrm>
            <a:off x="3378225" y="1741417"/>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8" name="Google Shape;1158;p20"/>
          <p:cNvSpPr txBox="1"/>
          <p:nvPr>
            <p:ph idx="3" type="subTitle"/>
          </p:nvPr>
        </p:nvSpPr>
        <p:spPr>
          <a:xfrm>
            <a:off x="720000" y="3565400"/>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9" name="Google Shape;1159;p20"/>
          <p:cNvSpPr txBox="1"/>
          <p:nvPr>
            <p:ph idx="4" type="subTitle"/>
          </p:nvPr>
        </p:nvSpPr>
        <p:spPr>
          <a:xfrm>
            <a:off x="3378225" y="3565400"/>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0" name="Google Shape;1160;p20"/>
          <p:cNvSpPr txBox="1"/>
          <p:nvPr>
            <p:ph idx="5" type="subTitle"/>
          </p:nvPr>
        </p:nvSpPr>
        <p:spPr>
          <a:xfrm>
            <a:off x="6036450" y="1741417"/>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1" name="Google Shape;1161;p20"/>
          <p:cNvSpPr txBox="1"/>
          <p:nvPr>
            <p:ph idx="6" type="subTitle"/>
          </p:nvPr>
        </p:nvSpPr>
        <p:spPr>
          <a:xfrm>
            <a:off x="6036450" y="3565400"/>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2" name="Google Shape;1162;p20"/>
          <p:cNvSpPr txBox="1"/>
          <p:nvPr>
            <p:ph idx="7" type="subTitle"/>
          </p:nvPr>
        </p:nvSpPr>
        <p:spPr>
          <a:xfrm>
            <a:off x="721075" y="1083767"/>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3" name="Google Shape;1163;p20"/>
          <p:cNvSpPr txBox="1"/>
          <p:nvPr>
            <p:ph idx="8" type="subTitle"/>
          </p:nvPr>
        </p:nvSpPr>
        <p:spPr>
          <a:xfrm>
            <a:off x="3379300" y="1083767"/>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4" name="Google Shape;1164;p20"/>
          <p:cNvSpPr txBox="1"/>
          <p:nvPr>
            <p:ph idx="9" type="subTitle"/>
          </p:nvPr>
        </p:nvSpPr>
        <p:spPr>
          <a:xfrm>
            <a:off x="6037525" y="1083767"/>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5" name="Google Shape;1165;p20"/>
          <p:cNvSpPr txBox="1"/>
          <p:nvPr>
            <p:ph idx="13" type="subTitle"/>
          </p:nvPr>
        </p:nvSpPr>
        <p:spPr>
          <a:xfrm>
            <a:off x="721075" y="2907850"/>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6" name="Google Shape;1166;p20"/>
          <p:cNvSpPr txBox="1"/>
          <p:nvPr>
            <p:ph idx="14" type="subTitle"/>
          </p:nvPr>
        </p:nvSpPr>
        <p:spPr>
          <a:xfrm>
            <a:off x="3379300" y="2907850"/>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7" name="Google Shape;1167;p20"/>
          <p:cNvSpPr txBox="1"/>
          <p:nvPr>
            <p:ph idx="15" type="subTitle"/>
          </p:nvPr>
        </p:nvSpPr>
        <p:spPr>
          <a:xfrm>
            <a:off x="6037525" y="2907850"/>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168" name="Google Shape;1168;p20"/>
          <p:cNvGrpSpPr/>
          <p:nvPr/>
        </p:nvGrpSpPr>
        <p:grpSpPr>
          <a:xfrm>
            <a:off x="-204864" y="-2449186"/>
            <a:ext cx="10500633" cy="8002629"/>
            <a:chOff x="-204864" y="-2449186"/>
            <a:chExt cx="10500633" cy="8002629"/>
          </a:xfrm>
        </p:grpSpPr>
        <p:grpSp>
          <p:nvGrpSpPr>
            <p:cNvPr id="1169" name="Google Shape;1169;p20"/>
            <p:cNvGrpSpPr/>
            <p:nvPr/>
          </p:nvGrpSpPr>
          <p:grpSpPr>
            <a:xfrm flipH="1" rot="10800000">
              <a:off x="-204864" y="-2449186"/>
              <a:ext cx="3687215" cy="3485542"/>
              <a:chOff x="80886" y="4084964"/>
              <a:chExt cx="3687215" cy="3485542"/>
            </a:xfrm>
          </p:grpSpPr>
          <p:sp>
            <p:nvSpPr>
              <p:cNvPr id="1170" name="Google Shape;1170;p20"/>
              <p:cNvSpPr/>
              <p:nvPr/>
            </p:nvSpPr>
            <p:spPr>
              <a:xfrm rot="-1101027">
                <a:off x="720342" y="7424885"/>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1" name="Google Shape;1171;p20"/>
              <p:cNvSpPr/>
              <p:nvPr/>
            </p:nvSpPr>
            <p:spPr>
              <a:xfrm rot="-1100132">
                <a:off x="2615973" y="5125770"/>
                <a:ext cx="164028" cy="164028"/>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2" name="Google Shape;1172;p20"/>
              <p:cNvSpPr/>
              <p:nvPr/>
            </p:nvSpPr>
            <p:spPr>
              <a:xfrm rot="-1104870">
                <a:off x="1609040" y="6221539"/>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3" name="Google Shape;1173;p20"/>
              <p:cNvSpPr/>
              <p:nvPr/>
            </p:nvSpPr>
            <p:spPr>
              <a:xfrm rot="-1091019">
                <a:off x="1005158" y="526072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4" name="Google Shape;1174;p20"/>
              <p:cNvSpPr/>
              <p:nvPr/>
            </p:nvSpPr>
            <p:spPr>
              <a:xfrm rot="-1100623">
                <a:off x="96609" y="4792852"/>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5" name="Google Shape;1175;p20"/>
              <p:cNvSpPr/>
              <p:nvPr/>
            </p:nvSpPr>
            <p:spPr>
              <a:xfrm rot="1492351">
                <a:off x="1849708" y="4917709"/>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6" name="Google Shape;1176;p20"/>
              <p:cNvSpPr/>
              <p:nvPr/>
            </p:nvSpPr>
            <p:spPr>
              <a:xfrm rot="-1091019">
                <a:off x="1409399" y="693391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7" name="Google Shape;1177;p20"/>
              <p:cNvSpPr/>
              <p:nvPr/>
            </p:nvSpPr>
            <p:spPr>
              <a:xfrm rot="-1101100">
                <a:off x="3620332" y="4787157"/>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78" name="Google Shape;1178;p20"/>
              <p:cNvCxnSpPr>
                <a:stCxn id="1174" idx="5"/>
                <a:endCxn id="1173" idx="1"/>
              </p:cNvCxnSpPr>
              <p:nvPr/>
            </p:nvCxnSpPr>
            <p:spPr>
              <a:xfrm>
                <a:off x="209432" y="4879158"/>
                <a:ext cx="800400" cy="405300"/>
              </a:xfrm>
              <a:prstGeom prst="straightConnector1">
                <a:avLst/>
              </a:prstGeom>
              <a:noFill/>
              <a:ln cap="flat" cmpd="sng" w="9525">
                <a:solidFill>
                  <a:schemeClr val="dk2"/>
                </a:solidFill>
                <a:prstDash val="solid"/>
                <a:round/>
                <a:headEnd len="med" w="med" type="none"/>
                <a:tailEnd len="med" w="med" type="none"/>
              </a:ln>
            </p:spPr>
          </p:cxnSp>
          <p:cxnSp>
            <p:nvCxnSpPr>
              <p:cNvPr id="1179" name="Google Shape;1179;p20"/>
              <p:cNvCxnSpPr>
                <a:stCxn id="1175" idx="4"/>
                <a:endCxn id="1173" idx="6"/>
              </p:cNvCxnSpPr>
              <p:nvPr/>
            </p:nvCxnSpPr>
            <p:spPr>
              <a:xfrm flipH="1">
                <a:off x="1089610" y="500001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1180" name="Google Shape;1180;p20"/>
              <p:cNvCxnSpPr>
                <a:stCxn id="1170" idx="0"/>
                <a:endCxn id="1174" idx="4"/>
              </p:cNvCxnSpPr>
              <p:nvPr/>
            </p:nvCxnSpPr>
            <p:spPr>
              <a:xfrm rot="10800000">
                <a:off x="174913" y="4909056"/>
                <a:ext cx="589500" cy="2519100"/>
              </a:xfrm>
              <a:prstGeom prst="straightConnector1">
                <a:avLst/>
              </a:prstGeom>
              <a:noFill/>
              <a:ln cap="flat" cmpd="sng" w="9525">
                <a:solidFill>
                  <a:schemeClr val="dk2"/>
                </a:solidFill>
                <a:prstDash val="solid"/>
                <a:round/>
                <a:headEnd len="med" w="med" type="none"/>
                <a:tailEnd len="med" w="med" type="none"/>
              </a:ln>
            </p:spPr>
          </p:cxnSp>
          <p:cxnSp>
            <p:nvCxnSpPr>
              <p:cNvPr id="1181" name="Google Shape;1181;p20"/>
              <p:cNvCxnSpPr>
                <a:stCxn id="1174" idx="6"/>
                <a:endCxn id="1175" idx="2"/>
              </p:cNvCxnSpPr>
              <p:nvPr/>
            </p:nvCxnSpPr>
            <p:spPr>
              <a:xfrm>
                <a:off x="212736" y="4833679"/>
                <a:ext cx="1641000" cy="108900"/>
              </a:xfrm>
              <a:prstGeom prst="straightConnector1">
                <a:avLst/>
              </a:prstGeom>
              <a:noFill/>
              <a:ln cap="flat" cmpd="sng" w="9525">
                <a:solidFill>
                  <a:schemeClr val="dk2"/>
                </a:solidFill>
                <a:prstDash val="solid"/>
                <a:round/>
                <a:headEnd len="med" w="med" type="none"/>
                <a:tailEnd len="med" w="med" type="none"/>
              </a:ln>
            </p:spPr>
          </p:cxnSp>
          <p:cxnSp>
            <p:nvCxnSpPr>
              <p:cNvPr id="1182" name="Google Shape;1182;p20"/>
              <p:cNvCxnSpPr>
                <a:stCxn id="1175" idx="6"/>
                <a:endCxn id="1171" idx="1"/>
              </p:cNvCxnSpPr>
              <p:nvPr/>
            </p:nvCxnSpPr>
            <p:spPr>
              <a:xfrm>
                <a:off x="1932010" y="4979012"/>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1183" name="Google Shape;1183;p20"/>
              <p:cNvCxnSpPr>
                <a:stCxn id="1173" idx="6"/>
                <a:endCxn id="1171" idx="1"/>
              </p:cNvCxnSpPr>
              <p:nvPr/>
            </p:nvCxnSpPr>
            <p:spPr>
              <a:xfrm flipH="1" rot="10800000">
                <a:off x="1089518" y="5171086"/>
                <a:ext cx="1535100" cy="119400"/>
              </a:xfrm>
              <a:prstGeom prst="straightConnector1">
                <a:avLst/>
              </a:prstGeom>
              <a:noFill/>
              <a:ln cap="flat" cmpd="sng" w="9525">
                <a:solidFill>
                  <a:srgbClr val="434343"/>
                </a:solidFill>
                <a:prstDash val="solid"/>
                <a:round/>
                <a:headEnd len="med" w="med" type="none"/>
                <a:tailEnd len="med" w="med" type="none"/>
              </a:ln>
            </p:spPr>
          </p:cxnSp>
          <p:cxnSp>
            <p:nvCxnSpPr>
              <p:cNvPr id="1184" name="Google Shape;1184;p20"/>
              <p:cNvCxnSpPr>
                <a:stCxn id="1170" idx="6"/>
                <a:endCxn id="1176" idx="3"/>
              </p:cNvCxnSpPr>
              <p:nvPr/>
            </p:nvCxnSpPr>
            <p:spPr>
              <a:xfrm flipH="1" rot="10800000">
                <a:off x="845713" y="701565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1185" name="Google Shape;1185;p20"/>
              <p:cNvCxnSpPr>
                <a:stCxn id="1170" idx="7"/>
                <a:endCxn id="1173" idx="4"/>
              </p:cNvCxnSpPr>
              <p:nvPr/>
            </p:nvCxnSpPr>
            <p:spPr>
              <a:xfrm flipH="1" rot="10800000">
                <a:off x="813513" y="534521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1186" name="Google Shape;1186;p20"/>
              <p:cNvCxnSpPr>
                <a:stCxn id="1176" idx="7"/>
                <a:endCxn id="1172" idx="3"/>
              </p:cNvCxnSpPr>
              <p:nvPr/>
            </p:nvCxnSpPr>
            <p:spPr>
              <a:xfrm flipH="1" rot="10800000">
                <a:off x="1472176" y="647326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1187" name="Google Shape;1187;p20"/>
              <p:cNvCxnSpPr>
                <a:stCxn id="1172" idx="0"/>
                <a:endCxn id="1173" idx="4"/>
              </p:cNvCxnSpPr>
              <p:nvPr/>
            </p:nvCxnSpPr>
            <p:spPr>
              <a:xfrm rot="10800000">
                <a:off x="1061898" y="534514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1188" name="Google Shape;1188;p20"/>
              <p:cNvCxnSpPr>
                <a:stCxn id="1177" idx="2"/>
                <a:endCxn id="1171" idx="6"/>
              </p:cNvCxnSpPr>
              <p:nvPr/>
            </p:nvCxnSpPr>
            <p:spPr>
              <a:xfrm flipH="1">
                <a:off x="2775852" y="4872976"/>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1189" name="Google Shape;1189;p20"/>
              <p:cNvCxnSpPr>
                <a:stCxn id="1175" idx="7"/>
                <a:endCxn id="1177" idx="1"/>
              </p:cNvCxnSpPr>
              <p:nvPr/>
            </p:nvCxnSpPr>
            <p:spPr>
              <a:xfrm flipH="1" rot="10800000">
                <a:off x="1933378" y="4823012"/>
                <a:ext cx="1693800" cy="123000"/>
              </a:xfrm>
              <a:prstGeom prst="straightConnector1">
                <a:avLst/>
              </a:prstGeom>
              <a:noFill/>
              <a:ln cap="flat" cmpd="sng" w="9525">
                <a:solidFill>
                  <a:schemeClr val="dk2"/>
                </a:solidFill>
                <a:prstDash val="solid"/>
                <a:round/>
                <a:headEnd len="med" w="med" type="none"/>
                <a:tailEnd len="med" w="med" type="none"/>
              </a:ln>
            </p:spPr>
          </p:cxnSp>
          <p:sp>
            <p:nvSpPr>
              <p:cNvPr id="1190" name="Google Shape;1190;p20"/>
              <p:cNvSpPr/>
              <p:nvPr/>
            </p:nvSpPr>
            <p:spPr>
              <a:xfrm rot="-1091019">
                <a:off x="2738925" y="5764844"/>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91" name="Google Shape;1191;p20"/>
              <p:cNvCxnSpPr>
                <a:stCxn id="1177" idx="3"/>
                <a:endCxn id="1190" idx="6"/>
              </p:cNvCxnSpPr>
              <p:nvPr/>
            </p:nvCxnSpPr>
            <p:spPr>
              <a:xfrm flipH="1">
                <a:off x="2823227" y="491076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1192" name="Google Shape;1192;p20"/>
              <p:cNvCxnSpPr>
                <a:stCxn id="1190" idx="2"/>
                <a:endCxn id="1172" idx="6"/>
              </p:cNvCxnSpPr>
              <p:nvPr/>
            </p:nvCxnSpPr>
            <p:spPr>
              <a:xfrm flipH="1">
                <a:off x="1868085" y="582160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1193" name="Google Shape;1193;p20"/>
              <p:cNvCxnSpPr>
                <a:stCxn id="1190" idx="0"/>
                <a:endCxn id="1171" idx="4"/>
              </p:cNvCxnSpPr>
              <p:nvPr/>
            </p:nvCxnSpPr>
            <p:spPr>
              <a:xfrm rot="10800000">
                <a:off x="2723685" y="528550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1194" name="Google Shape;1194;p20"/>
              <p:cNvCxnSpPr>
                <a:stCxn id="1190" idx="1"/>
                <a:endCxn id="1173" idx="5"/>
              </p:cNvCxnSpPr>
              <p:nvPr/>
            </p:nvCxnSpPr>
            <p:spPr>
              <a:xfrm rot="10800000">
                <a:off x="1086977" y="532358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1195" name="Google Shape;1195;p20"/>
              <p:cNvSpPr/>
              <p:nvPr/>
            </p:nvSpPr>
            <p:spPr>
              <a:xfrm rot="-1101027">
                <a:off x="1064264" y="6883862"/>
                <a:ext cx="128642" cy="128642"/>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96" name="Google Shape;1196;p20"/>
              <p:cNvCxnSpPr>
                <a:stCxn id="1172" idx="2"/>
                <a:endCxn id="1195" idx="7"/>
              </p:cNvCxnSpPr>
              <p:nvPr/>
            </p:nvCxnSpPr>
            <p:spPr>
              <a:xfrm flipH="1">
                <a:off x="1157448" y="639649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1197" name="Google Shape;1197;p20"/>
              <p:cNvCxnSpPr>
                <a:stCxn id="1195" idx="3"/>
                <a:endCxn id="1170" idx="7"/>
              </p:cNvCxnSpPr>
              <p:nvPr/>
            </p:nvCxnSpPr>
            <p:spPr>
              <a:xfrm flipH="1">
                <a:off x="813535" y="700567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1198" name="Google Shape;1198;p20"/>
              <p:cNvCxnSpPr>
                <a:stCxn id="1173" idx="4"/>
                <a:endCxn id="1195" idx="0"/>
              </p:cNvCxnSpPr>
              <p:nvPr/>
            </p:nvCxnSpPr>
            <p:spPr>
              <a:xfrm>
                <a:off x="1061918" y="5345086"/>
                <a:ext cx="46500" cy="1542000"/>
              </a:xfrm>
              <a:prstGeom prst="straightConnector1">
                <a:avLst/>
              </a:prstGeom>
              <a:noFill/>
              <a:ln cap="flat" cmpd="sng" w="9525">
                <a:solidFill>
                  <a:schemeClr val="dk2"/>
                </a:solidFill>
                <a:prstDash val="solid"/>
                <a:round/>
                <a:headEnd len="med" w="med" type="none"/>
                <a:tailEnd len="med" w="med" type="none"/>
              </a:ln>
            </p:spPr>
          </p:cxnSp>
          <p:sp>
            <p:nvSpPr>
              <p:cNvPr id="1199" name="Google Shape;1199;p20"/>
              <p:cNvSpPr/>
              <p:nvPr/>
            </p:nvSpPr>
            <p:spPr>
              <a:xfrm rot="-1099262">
                <a:off x="127866" y="4116417"/>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00" name="Google Shape;1200;p20"/>
              <p:cNvCxnSpPr>
                <a:stCxn id="1173" idx="0"/>
                <a:endCxn id="1199" idx="5"/>
              </p:cNvCxnSpPr>
              <p:nvPr/>
            </p:nvCxnSpPr>
            <p:spPr>
              <a:xfrm rot="10800000">
                <a:off x="353618" y="4289386"/>
                <a:ext cx="681300" cy="973500"/>
              </a:xfrm>
              <a:prstGeom prst="straightConnector1">
                <a:avLst/>
              </a:prstGeom>
              <a:noFill/>
              <a:ln cap="flat" cmpd="sng" w="9525">
                <a:solidFill>
                  <a:schemeClr val="dk2"/>
                </a:solidFill>
                <a:prstDash val="solid"/>
                <a:round/>
                <a:headEnd len="med" w="med" type="none"/>
                <a:tailEnd len="med" w="med" type="none"/>
              </a:ln>
            </p:spPr>
          </p:cxnSp>
          <p:cxnSp>
            <p:nvCxnSpPr>
              <p:cNvPr id="1201" name="Google Shape;1201;p20"/>
              <p:cNvCxnSpPr>
                <a:stCxn id="1199" idx="3"/>
                <a:endCxn id="1174" idx="7"/>
              </p:cNvCxnSpPr>
              <p:nvPr/>
            </p:nvCxnSpPr>
            <p:spPr>
              <a:xfrm flipH="1">
                <a:off x="182800" y="4342310"/>
                <a:ext cx="10800" cy="456900"/>
              </a:xfrm>
              <a:prstGeom prst="straightConnector1">
                <a:avLst/>
              </a:prstGeom>
              <a:noFill/>
              <a:ln cap="flat" cmpd="sng" w="9525">
                <a:solidFill>
                  <a:schemeClr val="dk2"/>
                </a:solidFill>
                <a:prstDash val="solid"/>
                <a:round/>
                <a:headEnd len="med" w="med" type="none"/>
                <a:tailEnd len="med" w="med" type="none"/>
              </a:ln>
            </p:spPr>
          </p:cxnSp>
        </p:grpSp>
        <p:grpSp>
          <p:nvGrpSpPr>
            <p:cNvPr id="1202" name="Google Shape;1202;p20"/>
            <p:cNvGrpSpPr/>
            <p:nvPr/>
          </p:nvGrpSpPr>
          <p:grpSpPr>
            <a:xfrm rot="-421830">
              <a:off x="8598623" y="3360541"/>
              <a:ext cx="1574274" cy="2104471"/>
              <a:chOff x="9029676" y="1522075"/>
              <a:chExt cx="1574244" cy="2104431"/>
            </a:xfrm>
          </p:grpSpPr>
          <p:sp>
            <p:nvSpPr>
              <p:cNvPr id="1203" name="Google Shape;1203;p20"/>
              <p:cNvSpPr/>
              <p:nvPr/>
            </p:nvSpPr>
            <p:spPr>
              <a:xfrm rot="-7641847">
                <a:off x="10370037" y="3392622"/>
                <a:ext cx="194767" cy="19476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4" name="Google Shape;1204;p20"/>
              <p:cNvSpPr/>
              <p:nvPr/>
            </p:nvSpPr>
            <p:spPr>
              <a:xfrm rot="-7638918">
                <a:off x="9590149" y="1602649"/>
                <a:ext cx="401352" cy="401352"/>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5" name="Google Shape;1205;p20"/>
              <p:cNvSpPr/>
              <p:nvPr/>
            </p:nvSpPr>
            <p:spPr>
              <a:xfrm rot="-7645431">
                <a:off x="9064532" y="1872415"/>
                <a:ext cx="130326" cy="13032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6" name="Google Shape;1206;p20"/>
              <p:cNvSpPr/>
              <p:nvPr/>
            </p:nvSpPr>
            <p:spPr>
              <a:xfrm rot="-7642235">
                <a:off x="9124887" y="2772190"/>
                <a:ext cx="254050" cy="25405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7" name="Google Shape;1207;p20"/>
              <p:cNvSpPr/>
              <p:nvPr/>
            </p:nvSpPr>
            <p:spPr>
              <a:xfrm rot="-8032821">
                <a:off x="10277840" y="2872634"/>
                <a:ext cx="130274" cy="13027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08" name="Google Shape;1208;p20"/>
              <p:cNvCxnSpPr>
                <a:stCxn id="1206" idx="5"/>
                <a:endCxn id="1205" idx="1"/>
              </p:cNvCxnSpPr>
              <p:nvPr/>
            </p:nvCxnSpPr>
            <p:spPr>
              <a:xfrm rot="-10379402">
                <a:off x="9074526" y="2014202"/>
                <a:ext cx="240901" cy="747223"/>
              </a:xfrm>
              <a:prstGeom prst="straightConnector1">
                <a:avLst/>
              </a:prstGeom>
              <a:noFill/>
              <a:ln cap="flat" cmpd="sng" w="9525">
                <a:solidFill>
                  <a:schemeClr val="dk2"/>
                </a:solidFill>
                <a:prstDash val="solid"/>
                <a:round/>
                <a:headEnd len="med" w="med" type="none"/>
                <a:tailEnd len="med" w="med" type="none"/>
              </a:ln>
            </p:spPr>
          </p:cxnSp>
          <p:cxnSp>
            <p:nvCxnSpPr>
              <p:cNvPr id="1209" name="Google Shape;1209;p20"/>
              <p:cNvCxnSpPr>
                <a:stCxn id="1203" idx="6"/>
                <a:endCxn id="1206" idx="3"/>
              </p:cNvCxnSpPr>
              <p:nvPr/>
            </p:nvCxnSpPr>
            <p:spPr>
              <a:xfrm rot="-10378283">
                <a:off x="9351249" y="2981020"/>
                <a:ext cx="1083643" cy="366672"/>
              </a:xfrm>
              <a:prstGeom prst="straightConnector1">
                <a:avLst/>
              </a:prstGeom>
              <a:noFill/>
              <a:ln cap="flat" cmpd="sng" w="9525">
                <a:solidFill>
                  <a:schemeClr val="dk2"/>
                </a:solidFill>
                <a:prstDash val="solid"/>
                <a:round/>
                <a:headEnd len="med" w="med" type="none"/>
                <a:tailEnd len="med" w="med" type="none"/>
              </a:ln>
            </p:spPr>
          </p:cxnSp>
          <p:cxnSp>
            <p:nvCxnSpPr>
              <p:cNvPr id="1210" name="Google Shape;1210;p20"/>
              <p:cNvCxnSpPr>
                <a:stCxn id="1203" idx="6"/>
                <a:endCxn id="1207" idx="1"/>
              </p:cNvCxnSpPr>
              <p:nvPr/>
            </p:nvCxnSpPr>
            <p:spPr>
              <a:xfrm rot="-10382393">
                <a:off x="10316842" y="3008650"/>
                <a:ext cx="116357" cy="398412"/>
              </a:xfrm>
              <a:prstGeom prst="straightConnector1">
                <a:avLst/>
              </a:prstGeom>
              <a:noFill/>
              <a:ln cap="flat" cmpd="sng" w="9525">
                <a:solidFill>
                  <a:schemeClr val="dk2"/>
                </a:solidFill>
                <a:prstDash val="solid"/>
                <a:round/>
                <a:headEnd len="med" w="med" type="none"/>
                <a:tailEnd len="med" w="med" type="none"/>
              </a:ln>
            </p:spPr>
          </p:cxnSp>
          <p:cxnSp>
            <p:nvCxnSpPr>
              <p:cNvPr id="1211" name="Google Shape;1211;p20"/>
              <p:cNvCxnSpPr>
                <a:stCxn id="1207" idx="6"/>
                <a:endCxn id="1205" idx="2"/>
              </p:cNvCxnSpPr>
              <p:nvPr/>
            </p:nvCxnSpPr>
            <p:spPr>
              <a:xfrm rot="-10378114">
                <a:off x="9118550" y="2061771"/>
                <a:ext cx="1230253" cy="756600"/>
              </a:xfrm>
              <a:prstGeom prst="straightConnector1">
                <a:avLst/>
              </a:prstGeom>
              <a:noFill/>
              <a:ln cap="flat" cmpd="sng" w="9525">
                <a:solidFill>
                  <a:schemeClr val="dk2"/>
                </a:solidFill>
                <a:prstDash val="solid"/>
                <a:round/>
                <a:headEnd len="med" w="med" type="none"/>
                <a:tailEnd len="med" w="med" type="none"/>
              </a:ln>
            </p:spPr>
          </p:cxnSp>
          <p:cxnSp>
            <p:nvCxnSpPr>
              <p:cNvPr id="1212" name="Google Shape;1212;p20"/>
              <p:cNvCxnSpPr>
                <a:stCxn id="1207" idx="6"/>
                <a:endCxn id="1204" idx="2"/>
              </p:cNvCxnSpPr>
              <p:nvPr/>
            </p:nvCxnSpPr>
            <p:spPr>
              <a:xfrm rot="-10378946">
                <a:off x="9857069" y="1989946"/>
                <a:ext cx="496016" cy="873851"/>
              </a:xfrm>
              <a:prstGeom prst="straightConnector1">
                <a:avLst/>
              </a:prstGeom>
              <a:noFill/>
              <a:ln cap="flat" cmpd="sng" w="9525">
                <a:solidFill>
                  <a:schemeClr val="dk2"/>
                </a:solidFill>
                <a:prstDash val="solid"/>
                <a:round/>
                <a:headEnd len="med" w="med" type="none"/>
                <a:tailEnd len="med" w="med" type="none"/>
              </a:ln>
            </p:spPr>
          </p:cxnSp>
          <p:cxnSp>
            <p:nvCxnSpPr>
              <p:cNvPr id="1213" name="Google Shape;1213;p20"/>
              <p:cNvCxnSpPr>
                <a:stCxn id="1206" idx="4"/>
                <a:endCxn id="1204" idx="1"/>
              </p:cNvCxnSpPr>
              <p:nvPr/>
            </p:nvCxnSpPr>
            <p:spPr>
              <a:xfrm flipH="1" rot="-10376656">
                <a:off x="9404647" y="1980058"/>
                <a:ext cx="307730" cy="864213"/>
              </a:xfrm>
              <a:prstGeom prst="straightConnector1">
                <a:avLst/>
              </a:prstGeom>
              <a:noFill/>
              <a:ln cap="flat" cmpd="sng" w="9525">
                <a:solidFill>
                  <a:schemeClr val="dk2"/>
                </a:solidFill>
                <a:prstDash val="solid"/>
                <a:round/>
                <a:headEnd len="med" w="med" type="none"/>
                <a:tailEnd len="med" w="med" type="none"/>
              </a:ln>
            </p:spPr>
          </p:cxnSp>
          <p:cxnSp>
            <p:nvCxnSpPr>
              <p:cNvPr id="1214" name="Google Shape;1214;p20"/>
              <p:cNvCxnSpPr>
                <a:stCxn id="1204" idx="7"/>
                <a:endCxn id="1205" idx="4"/>
              </p:cNvCxnSpPr>
              <p:nvPr/>
            </p:nvCxnSpPr>
            <p:spPr>
              <a:xfrm flipH="1" rot="421311">
                <a:off x="9190279" y="1751843"/>
                <a:ext cx="392645" cy="170796"/>
              </a:xfrm>
              <a:prstGeom prst="straightConnector1">
                <a:avLst/>
              </a:prstGeom>
              <a:noFill/>
              <a:ln cap="flat" cmpd="sng" w="9525">
                <a:solidFill>
                  <a:schemeClr val="dk2"/>
                </a:solidFill>
                <a:prstDash val="solid"/>
                <a:round/>
                <a:headEnd len="med" w="med" type="none"/>
                <a:tailEnd len="med" w="med" type="none"/>
              </a:ln>
            </p:spPr>
          </p:cxnSp>
        </p:grpSp>
      </p:grpSp>
      <p:grpSp>
        <p:nvGrpSpPr>
          <p:cNvPr id="1215" name="Google Shape;1215;p20"/>
          <p:cNvGrpSpPr/>
          <p:nvPr/>
        </p:nvGrpSpPr>
        <p:grpSpPr>
          <a:xfrm>
            <a:off x="1055213" y="2247839"/>
            <a:ext cx="7966392" cy="2919030"/>
            <a:chOff x="1055213" y="2247839"/>
            <a:chExt cx="7966392" cy="2919030"/>
          </a:xfrm>
        </p:grpSpPr>
        <p:grpSp>
          <p:nvGrpSpPr>
            <p:cNvPr id="1216" name="Google Shape;1216;p20"/>
            <p:cNvGrpSpPr/>
            <p:nvPr/>
          </p:nvGrpSpPr>
          <p:grpSpPr>
            <a:xfrm rot="6922716">
              <a:off x="8564424" y="2352598"/>
              <a:ext cx="435969" cy="322677"/>
              <a:chOff x="8529533" y="681525"/>
              <a:chExt cx="435967" cy="322675"/>
            </a:xfrm>
          </p:grpSpPr>
          <p:sp>
            <p:nvSpPr>
              <p:cNvPr id="1217" name="Google Shape;1217;p20"/>
              <p:cNvSpPr/>
              <p:nvPr/>
            </p:nvSpPr>
            <p:spPr>
              <a:xfrm rot="10800000">
                <a:off x="8529533" y="886943"/>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18" name="Google Shape;1218;p20"/>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19" name="Google Shape;1219;p20"/>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220" name="Google Shape;1220;p20"/>
            <p:cNvGrpSpPr/>
            <p:nvPr/>
          </p:nvGrpSpPr>
          <p:grpSpPr>
            <a:xfrm rot="-4339891">
              <a:off x="1182221" y="4606017"/>
              <a:ext cx="406263" cy="563558"/>
              <a:chOff x="-4893474" y="4104039"/>
              <a:chExt cx="406275" cy="563575"/>
            </a:xfrm>
          </p:grpSpPr>
          <p:sp>
            <p:nvSpPr>
              <p:cNvPr id="1221" name="Google Shape;1221;p20"/>
              <p:cNvSpPr/>
              <p:nvPr/>
            </p:nvSpPr>
            <p:spPr>
              <a:xfrm rot="10800000">
                <a:off x="-4893474" y="4104039"/>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2" name="Google Shape;1222;p20"/>
              <p:cNvSpPr/>
              <p:nvPr/>
            </p:nvSpPr>
            <p:spPr>
              <a:xfrm rot="10800000">
                <a:off x="-4735299" y="4421139"/>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3" name="Google Shape;1223;p20"/>
              <p:cNvSpPr/>
              <p:nvPr/>
            </p:nvSpPr>
            <p:spPr>
              <a:xfrm rot="10800000">
                <a:off x="-4538499" y="4616314"/>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4" name="Google Shape;1224;p20"/>
              <p:cNvSpPr/>
              <p:nvPr/>
            </p:nvSpPr>
            <p:spPr>
              <a:xfrm rot="10800000">
                <a:off x="-4868574" y="4421139"/>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225" name="Shape 1225"/>
        <p:cNvGrpSpPr/>
        <p:nvPr/>
      </p:nvGrpSpPr>
      <p:grpSpPr>
        <a:xfrm>
          <a:off x="0" y="0"/>
          <a:ext cx="0" cy="0"/>
          <a:chOff x="0" y="0"/>
          <a:chExt cx="0" cy="0"/>
        </a:xfrm>
      </p:grpSpPr>
      <p:sp>
        <p:nvSpPr>
          <p:cNvPr id="1226" name="Google Shape;1226;p21"/>
          <p:cNvSpPr txBox="1"/>
          <p:nvPr>
            <p:ph type="title"/>
          </p:nvPr>
        </p:nvSpPr>
        <p:spPr>
          <a:xfrm>
            <a:off x="2347938" y="564625"/>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27" name="Google Shape;1227;p21"/>
          <p:cNvSpPr txBox="1"/>
          <p:nvPr>
            <p:ph idx="1" type="subTitle"/>
          </p:nvPr>
        </p:nvSpPr>
        <p:spPr>
          <a:xfrm>
            <a:off x="2347900" y="1652350"/>
            <a:ext cx="4448100" cy="1058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8" name="Google Shape;1228;p21"/>
          <p:cNvSpPr txBox="1"/>
          <p:nvPr/>
        </p:nvSpPr>
        <p:spPr>
          <a:xfrm>
            <a:off x="2741050" y="3413130"/>
            <a:ext cx="3661800" cy="7890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Mulish"/>
                <a:ea typeface="Mulish"/>
                <a:cs typeface="Mulish"/>
                <a:sym typeface="Mulish"/>
              </a:rPr>
              <a:t>CREDITS:</a:t>
            </a:r>
            <a:r>
              <a:rPr lang="en" sz="1200">
                <a:solidFill>
                  <a:schemeClr val="dk1"/>
                </a:solidFill>
                <a:latin typeface="Mulish"/>
                <a:ea typeface="Mulish"/>
                <a:cs typeface="Mulish"/>
                <a:sym typeface="Mulish"/>
              </a:rPr>
              <a:t> This presentation template was created by </a:t>
            </a:r>
            <a:r>
              <a:rPr b="1" lang="en" sz="1200" u="sng">
                <a:solidFill>
                  <a:schemeClr val="dk1"/>
                </a:solidFill>
                <a:latin typeface="Mulish"/>
                <a:ea typeface="Mulish"/>
                <a:cs typeface="Mulish"/>
                <a:sym typeface="Mulish"/>
                <a:hlinkClick r:id="rId2">
                  <a:extLst>
                    <a:ext uri="{A12FA001-AC4F-418D-AE19-62706E023703}">
                      <ahyp:hlinkClr val="tx"/>
                    </a:ext>
                  </a:extLst>
                </a:hlinkClick>
              </a:rPr>
              <a:t>Slidesgo</a:t>
            </a:r>
            <a:r>
              <a:rPr lang="en" sz="1200">
                <a:solidFill>
                  <a:schemeClr val="dk1"/>
                </a:solidFill>
                <a:latin typeface="Mulish"/>
                <a:ea typeface="Mulish"/>
                <a:cs typeface="Mulish"/>
                <a:sym typeface="Mulish"/>
              </a:rPr>
              <a:t>, and includes icons by </a:t>
            </a:r>
            <a:r>
              <a:rPr b="1" lang="en" sz="1200" u="sng">
                <a:solidFill>
                  <a:schemeClr val="dk1"/>
                </a:solidFill>
                <a:latin typeface="Mulish"/>
                <a:ea typeface="Mulish"/>
                <a:cs typeface="Mulish"/>
                <a:sym typeface="Mulish"/>
                <a:hlinkClick r:id="rId3">
                  <a:extLst>
                    <a:ext uri="{A12FA001-AC4F-418D-AE19-62706E023703}">
                      <ahyp:hlinkClr val="tx"/>
                    </a:ext>
                  </a:extLst>
                </a:hlinkClick>
              </a:rPr>
              <a:t>Flaticon</a:t>
            </a:r>
            <a:r>
              <a:rPr lang="en" sz="1200">
                <a:solidFill>
                  <a:schemeClr val="dk1"/>
                </a:solidFill>
                <a:latin typeface="Mulish"/>
                <a:ea typeface="Mulish"/>
                <a:cs typeface="Mulish"/>
                <a:sym typeface="Mulish"/>
              </a:rPr>
              <a:t>, and infographics &amp; images by </a:t>
            </a:r>
            <a:r>
              <a:rPr b="1" lang="en" sz="1200" u="sng">
                <a:solidFill>
                  <a:schemeClr val="dk1"/>
                </a:solidFill>
                <a:latin typeface="Mulish"/>
                <a:ea typeface="Mulish"/>
                <a:cs typeface="Mulish"/>
                <a:sym typeface="Mulish"/>
                <a:hlinkClick r:id="rId4">
                  <a:extLst>
                    <a:ext uri="{A12FA001-AC4F-418D-AE19-62706E023703}">
                      <ahyp:hlinkClr val="tx"/>
                    </a:ext>
                  </a:extLst>
                </a:hlinkClick>
              </a:rPr>
              <a:t>Freepik</a:t>
            </a:r>
            <a:r>
              <a:rPr lang="en" sz="1200" u="sng">
                <a:solidFill>
                  <a:schemeClr val="dk1"/>
                </a:solidFill>
                <a:latin typeface="Mulish"/>
                <a:ea typeface="Mulish"/>
                <a:cs typeface="Mulish"/>
                <a:sym typeface="Mulish"/>
              </a:rPr>
              <a:t> </a:t>
            </a:r>
            <a:endParaRPr b="1" sz="1200" u="sng">
              <a:solidFill>
                <a:schemeClr val="dk1"/>
              </a:solidFill>
              <a:latin typeface="Mulish"/>
              <a:ea typeface="Mulish"/>
              <a:cs typeface="Mulish"/>
              <a:sym typeface="Mulish"/>
            </a:endParaRPr>
          </a:p>
        </p:txBody>
      </p:sp>
      <p:grpSp>
        <p:nvGrpSpPr>
          <p:cNvPr id="1229" name="Google Shape;1229;p21"/>
          <p:cNvGrpSpPr/>
          <p:nvPr/>
        </p:nvGrpSpPr>
        <p:grpSpPr>
          <a:xfrm>
            <a:off x="-1196147" y="-548842"/>
            <a:ext cx="13880920" cy="6874700"/>
            <a:chOff x="-1196147" y="-548842"/>
            <a:chExt cx="13880920" cy="6874700"/>
          </a:xfrm>
        </p:grpSpPr>
        <p:grpSp>
          <p:nvGrpSpPr>
            <p:cNvPr id="1230" name="Google Shape;1230;p21"/>
            <p:cNvGrpSpPr/>
            <p:nvPr/>
          </p:nvGrpSpPr>
          <p:grpSpPr>
            <a:xfrm>
              <a:off x="-1196147" y="-548842"/>
              <a:ext cx="3657841" cy="4417628"/>
              <a:chOff x="-1196147" y="-548842"/>
              <a:chExt cx="3657841" cy="4417628"/>
            </a:xfrm>
          </p:grpSpPr>
          <p:sp>
            <p:nvSpPr>
              <p:cNvPr id="1231" name="Google Shape;1231;p21"/>
              <p:cNvSpPr/>
              <p:nvPr/>
            </p:nvSpPr>
            <p:spPr>
              <a:xfrm rot="10359365">
                <a:off x="2255245" y="146021"/>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2" name="Google Shape;1232;p21"/>
              <p:cNvSpPr/>
              <p:nvPr/>
            </p:nvSpPr>
            <p:spPr>
              <a:xfrm rot="10359365">
                <a:off x="-841304" y="2200605"/>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3" name="Google Shape;1233;p21"/>
              <p:cNvSpPr/>
              <p:nvPr/>
            </p:nvSpPr>
            <p:spPr>
              <a:xfrm rot="10361981">
                <a:off x="352993" y="-214656"/>
                <a:ext cx="401353" cy="40135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4" name="Google Shape;1234;p21"/>
              <p:cNvSpPr/>
              <p:nvPr/>
            </p:nvSpPr>
            <p:spPr>
              <a:xfrm rot="10355821">
                <a:off x="274120" y="560515"/>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5" name="Google Shape;1235;p21"/>
              <p:cNvSpPr/>
              <p:nvPr/>
            </p:nvSpPr>
            <p:spPr>
              <a:xfrm rot="10360416">
                <a:off x="1106270" y="873580"/>
                <a:ext cx="254074" cy="25407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6" name="Google Shape;1236;p21"/>
              <p:cNvSpPr/>
              <p:nvPr/>
            </p:nvSpPr>
            <p:spPr>
              <a:xfrm rot="10355821">
                <a:off x="424057" y="2400495"/>
                <a:ext cx="130387" cy="1303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7" name="Google Shape;1237;p21"/>
              <p:cNvSpPr/>
              <p:nvPr/>
            </p:nvSpPr>
            <p:spPr>
              <a:xfrm rot="9969336">
                <a:off x="1746927" y="9840"/>
                <a:ext cx="130388" cy="13038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8" name="Google Shape;1238;p21"/>
              <p:cNvSpPr/>
              <p:nvPr/>
            </p:nvSpPr>
            <p:spPr>
              <a:xfrm rot="10360567">
                <a:off x="-737089" y="906043"/>
                <a:ext cx="96487" cy="964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39" name="Google Shape;1239;p21"/>
              <p:cNvCxnSpPr>
                <a:stCxn id="1235" idx="5"/>
                <a:endCxn id="1234" idx="1"/>
              </p:cNvCxnSpPr>
              <p:nvPr/>
            </p:nvCxnSpPr>
            <p:spPr>
              <a:xfrm rot="10800000">
                <a:off x="390857" y="665576"/>
                <a:ext cx="741900" cy="257400"/>
              </a:xfrm>
              <a:prstGeom prst="straightConnector1">
                <a:avLst/>
              </a:prstGeom>
              <a:noFill/>
              <a:ln cap="flat" cmpd="sng" w="9525">
                <a:solidFill>
                  <a:schemeClr val="dk2"/>
                </a:solidFill>
                <a:prstDash val="solid"/>
                <a:round/>
                <a:headEnd len="med" w="med" type="none"/>
                <a:tailEnd len="med" w="med" type="none"/>
              </a:ln>
            </p:spPr>
          </p:cxnSp>
          <p:cxnSp>
            <p:nvCxnSpPr>
              <p:cNvPr id="1240" name="Google Shape;1240;p21"/>
              <p:cNvCxnSpPr>
                <a:stCxn id="1236" idx="4"/>
                <a:endCxn id="1234" idx="0"/>
              </p:cNvCxnSpPr>
              <p:nvPr/>
            </p:nvCxnSpPr>
            <p:spPr>
              <a:xfrm rot="10800000">
                <a:off x="347650" y="690439"/>
                <a:ext cx="133200" cy="1710600"/>
              </a:xfrm>
              <a:prstGeom prst="straightConnector1">
                <a:avLst/>
              </a:prstGeom>
              <a:noFill/>
              <a:ln cap="flat" cmpd="sng" w="9525">
                <a:solidFill>
                  <a:schemeClr val="dk2"/>
                </a:solidFill>
                <a:prstDash val="solid"/>
                <a:round/>
                <a:headEnd len="med" w="med" type="none"/>
                <a:tailEnd len="med" w="med" type="none"/>
              </a:ln>
            </p:spPr>
          </p:cxnSp>
          <p:cxnSp>
            <p:nvCxnSpPr>
              <p:cNvPr id="1241" name="Google Shape;1241;p21"/>
              <p:cNvCxnSpPr>
                <a:stCxn id="1231" idx="6"/>
                <a:endCxn id="1235" idx="3"/>
              </p:cNvCxnSpPr>
              <p:nvPr/>
            </p:nvCxnSpPr>
            <p:spPr>
              <a:xfrm flipH="1">
                <a:off x="1311044" y="255870"/>
                <a:ext cx="945000" cy="644100"/>
              </a:xfrm>
              <a:prstGeom prst="straightConnector1">
                <a:avLst/>
              </a:prstGeom>
              <a:noFill/>
              <a:ln cap="flat" cmpd="sng" w="9525">
                <a:solidFill>
                  <a:schemeClr val="dk2"/>
                </a:solidFill>
                <a:prstDash val="solid"/>
                <a:round/>
                <a:headEnd len="med" w="med" type="none"/>
                <a:tailEnd len="med" w="med" type="none"/>
              </a:ln>
            </p:spPr>
          </p:cxnSp>
          <p:cxnSp>
            <p:nvCxnSpPr>
              <p:cNvPr id="1242" name="Google Shape;1242;p21"/>
              <p:cNvCxnSpPr>
                <a:stCxn id="1235" idx="7"/>
                <a:endCxn id="1236" idx="2"/>
              </p:cNvCxnSpPr>
              <p:nvPr/>
            </p:nvCxnSpPr>
            <p:spPr>
              <a:xfrm flipH="1">
                <a:off x="553867" y="1101167"/>
                <a:ext cx="601800" cy="1356000"/>
              </a:xfrm>
              <a:prstGeom prst="straightConnector1">
                <a:avLst/>
              </a:prstGeom>
              <a:noFill/>
              <a:ln cap="flat" cmpd="sng" w="9525">
                <a:solidFill>
                  <a:schemeClr val="dk2"/>
                </a:solidFill>
                <a:prstDash val="solid"/>
                <a:round/>
                <a:headEnd len="med" w="med" type="none"/>
                <a:tailEnd len="med" w="med" type="none"/>
              </a:ln>
            </p:spPr>
          </p:cxnSp>
          <p:cxnSp>
            <p:nvCxnSpPr>
              <p:cNvPr id="1243" name="Google Shape;1243;p21"/>
              <p:cNvCxnSpPr>
                <a:stCxn id="1236" idx="6"/>
                <a:endCxn id="1232" idx="1"/>
              </p:cNvCxnSpPr>
              <p:nvPr/>
            </p:nvCxnSpPr>
            <p:spPr>
              <a:xfrm rot="10800000">
                <a:off x="-666800" y="2357389"/>
                <a:ext cx="1091400" cy="116700"/>
              </a:xfrm>
              <a:prstGeom prst="straightConnector1">
                <a:avLst/>
              </a:prstGeom>
              <a:noFill/>
              <a:ln cap="flat" cmpd="sng" w="9525">
                <a:solidFill>
                  <a:schemeClr val="dk2"/>
                </a:solidFill>
                <a:prstDash val="solid"/>
                <a:round/>
                <a:headEnd len="med" w="med" type="none"/>
                <a:tailEnd len="med" w="med" type="none"/>
              </a:ln>
            </p:spPr>
          </p:cxnSp>
          <p:cxnSp>
            <p:nvCxnSpPr>
              <p:cNvPr id="1244" name="Google Shape;1244;p21"/>
              <p:cNvCxnSpPr>
                <a:stCxn id="1234" idx="7"/>
                <a:endCxn id="1232" idx="3"/>
              </p:cNvCxnSpPr>
              <p:nvPr/>
            </p:nvCxnSpPr>
            <p:spPr>
              <a:xfrm flipH="1">
                <a:off x="-684462" y="677363"/>
                <a:ext cx="984000" cy="1543500"/>
              </a:xfrm>
              <a:prstGeom prst="straightConnector1">
                <a:avLst/>
              </a:prstGeom>
              <a:noFill/>
              <a:ln cap="flat" cmpd="sng" w="9525">
                <a:solidFill>
                  <a:schemeClr val="dk2"/>
                </a:solidFill>
                <a:prstDash val="solid"/>
                <a:round/>
                <a:headEnd len="med" w="med" type="none"/>
                <a:tailEnd len="med" w="med" type="none"/>
              </a:ln>
            </p:spPr>
          </p:cxnSp>
          <p:cxnSp>
            <p:nvCxnSpPr>
              <p:cNvPr id="1245" name="Google Shape;1245;p21"/>
              <p:cNvCxnSpPr>
                <a:stCxn id="1231" idx="6"/>
                <a:endCxn id="1237" idx="1"/>
              </p:cNvCxnSpPr>
              <p:nvPr/>
            </p:nvCxnSpPr>
            <p:spPr>
              <a:xfrm rot="10800000">
                <a:off x="1867844" y="108870"/>
                <a:ext cx="388200" cy="147000"/>
              </a:xfrm>
              <a:prstGeom prst="straightConnector1">
                <a:avLst/>
              </a:prstGeom>
              <a:noFill/>
              <a:ln cap="flat" cmpd="sng" w="9525">
                <a:solidFill>
                  <a:schemeClr val="dk2"/>
                </a:solidFill>
                <a:prstDash val="solid"/>
                <a:round/>
                <a:headEnd len="med" w="med" type="none"/>
                <a:tailEnd len="med" w="med" type="none"/>
              </a:ln>
            </p:spPr>
          </p:cxnSp>
          <p:cxnSp>
            <p:nvCxnSpPr>
              <p:cNvPr id="1246" name="Google Shape;1246;p21"/>
              <p:cNvCxnSpPr>
                <a:stCxn id="1237" idx="6"/>
                <a:endCxn id="1234" idx="2"/>
              </p:cNvCxnSpPr>
              <p:nvPr/>
            </p:nvCxnSpPr>
            <p:spPr>
              <a:xfrm flipH="1">
                <a:off x="403921" y="90634"/>
                <a:ext cx="1344900" cy="526800"/>
              </a:xfrm>
              <a:prstGeom prst="straightConnector1">
                <a:avLst/>
              </a:prstGeom>
              <a:noFill/>
              <a:ln cap="flat" cmpd="sng" w="9525">
                <a:solidFill>
                  <a:schemeClr val="dk2"/>
                </a:solidFill>
                <a:prstDash val="solid"/>
                <a:round/>
                <a:headEnd len="med" w="med" type="none"/>
                <a:tailEnd len="med" w="med" type="none"/>
              </a:ln>
            </p:spPr>
          </p:cxnSp>
          <p:cxnSp>
            <p:nvCxnSpPr>
              <p:cNvPr id="1247" name="Google Shape;1247;p21"/>
              <p:cNvCxnSpPr>
                <a:stCxn id="1237" idx="6"/>
                <a:endCxn id="1233" idx="1"/>
              </p:cNvCxnSpPr>
              <p:nvPr/>
            </p:nvCxnSpPr>
            <p:spPr>
              <a:xfrm flipH="1">
                <a:off x="712321" y="90634"/>
                <a:ext cx="1036500" cy="18000"/>
              </a:xfrm>
              <a:prstGeom prst="straightConnector1">
                <a:avLst/>
              </a:prstGeom>
              <a:noFill/>
              <a:ln cap="flat" cmpd="sng" w="9525">
                <a:solidFill>
                  <a:schemeClr val="dk2"/>
                </a:solidFill>
                <a:prstDash val="solid"/>
                <a:round/>
                <a:headEnd len="med" w="med" type="none"/>
                <a:tailEnd len="med" w="med" type="none"/>
              </a:ln>
            </p:spPr>
          </p:cxnSp>
          <p:cxnSp>
            <p:nvCxnSpPr>
              <p:cNvPr id="1248" name="Google Shape;1248;p21"/>
              <p:cNvCxnSpPr>
                <a:stCxn id="1233" idx="7"/>
                <a:endCxn id="1238" idx="3"/>
              </p:cNvCxnSpPr>
              <p:nvPr/>
            </p:nvCxnSpPr>
            <p:spPr>
              <a:xfrm flipH="1">
                <a:off x="-659248" y="144801"/>
                <a:ext cx="1090200" cy="771300"/>
              </a:xfrm>
              <a:prstGeom prst="straightConnector1">
                <a:avLst/>
              </a:prstGeom>
              <a:noFill/>
              <a:ln cap="flat" cmpd="sng" w="9525">
                <a:solidFill>
                  <a:schemeClr val="dk2"/>
                </a:solidFill>
                <a:prstDash val="solid"/>
                <a:round/>
                <a:headEnd len="med" w="med" type="none"/>
                <a:tailEnd len="med" w="med" type="none"/>
              </a:ln>
            </p:spPr>
          </p:cxnSp>
          <p:cxnSp>
            <p:nvCxnSpPr>
              <p:cNvPr id="1249" name="Google Shape;1249;p21"/>
              <p:cNvCxnSpPr>
                <a:stCxn id="1234" idx="6"/>
                <a:endCxn id="1238" idx="2"/>
              </p:cNvCxnSpPr>
              <p:nvPr/>
            </p:nvCxnSpPr>
            <p:spPr>
              <a:xfrm flipH="1">
                <a:off x="-640937" y="634109"/>
                <a:ext cx="915600" cy="314100"/>
              </a:xfrm>
              <a:prstGeom prst="straightConnector1">
                <a:avLst/>
              </a:prstGeom>
              <a:noFill/>
              <a:ln cap="flat" cmpd="sng" w="9525">
                <a:solidFill>
                  <a:schemeClr val="dk2"/>
                </a:solidFill>
                <a:prstDash val="solid"/>
                <a:round/>
                <a:headEnd len="med" w="med" type="none"/>
                <a:tailEnd len="med" w="med" type="none"/>
              </a:ln>
            </p:spPr>
          </p:cxnSp>
          <p:cxnSp>
            <p:nvCxnSpPr>
              <p:cNvPr id="1250" name="Google Shape;1250;p21"/>
              <p:cNvCxnSpPr>
                <a:stCxn id="1238" idx="0"/>
                <a:endCxn id="1232" idx="5"/>
              </p:cNvCxnSpPr>
              <p:nvPr/>
            </p:nvCxnSpPr>
            <p:spPr>
              <a:xfrm flipH="1">
                <a:off x="-820996" y="1002137"/>
                <a:ext cx="138300" cy="1236300"/>
              </a:xfrm>
              <a:prstGeom prst="straightConnector1">
                <a:avLst/>
              </a:prstGeom>
              <a:noFill/>
              <a:ln cap="flat" cmpd="sng" w="9525">
                <a:solidFill>
                  <a:schemeClr val="dk2"/>
                </a:solidFill>
                <a:prstDash val="solid"/>
                <a:round/>
                <a:headEnd len="med" w="med" type="none"/>
                <a:tailEnd len="med" w="med" type="none"/>
              </a:ln>
            </p:spPr>
          </p:cxnSp>
          <p:cxnSp>
            <p:nvCxnSpPr>
              <p:cNvPr id="1251" name="Google Shape;1251;p21"/>
              <p:cNvCxnSpPr>
                <a:stCxn id="1236" idx="5"/>
                <a:endCxn id="1238" idx="1"/>
              </p:cNvCxnSpPr>
              <p:nvPr/>
            </p:nvCxnSpPr>
            <p:spPr>
              <a:xfrm rot="10800000">
                <a:off x="-650804" y="983814"/>
                <a:ext cx="1088400" cy="1442100"/>
              </a:xfrm>
              <a:prstGeom prst="straightConnector1">
                <a:avLst/>
              </a:prstGeom>
              <a:noFill/>
              <a:ln cap="flat" cmpd="sng" w="9525">
                <a:solidFill>
                  <a:schemeClr val="dk2"/>
                </a:solidFill>
                <a:prstDash val="solid"/>
                <a:round/>
                <a:headEnd len="med" w="med" type="none"/>
                <a:tailEnd len="med" w="med" type="none"/>
              </a:ln>
            </p:spPr>
          </p:cxnSp>
          <p:cxnSp>
            <p:nvCxnSpPr>
              <p:cNvPr id="1252" name="Google Shape;1252;p21"/>
              <p:cNvCxnSpPr>
                <a:stCxn id="1235" idx="6"/>
                <a:endCxn id="1238" idx="1"/>
              </p:cNvCxnSpPr>
              <p:nvPr/>
            </p:nvCxnSpPr>
            <p:spPr>
              <a:xfrm rot="10800000">
                <a:off x="-650693" y="983817"/>
                <a:ext cx="1758000" cy="33000"/>
              </a:xfrm>
              <a:prstGeom prst="straightConnector1">
                <a:avLst/>
              </a:prstGeom>
              <a:noFill/>
              <a:ln cap="flat" cmpd="sng" w="9525">
                <a:solidFill>
                  <a:schemeClr val="dk2"/>
                </a:solidFill>
                <a:prstDash val="solid"/>
                <a:round/>
                <a:headEnd len="med" w="med" type="none"/>
                <a:tailEnd len="med" w="med" type="none"/>
              </a:ln>
            </p:spPr>
          </p:cxnSp>
          <p:cxnSp>
            <p:nvCxnSpPr>
              <p:cNvPr id="1253" name="Google Shape;1253;p21"/>
              <p:cNvCxnSpPr>
                <a:stCxn id="1235" idx="4"/>
                <a:endCxn id="1233" idx="1"/>
              </p:cNvCxnSpPr>
              <p:nvPr/>
            </p:nvCxnSpPr>
            <p:spPr>
              <a:xfrm rot="10800000">
                <a:off x="712507" y="108717"/>
                <a:ext cx="504600" cy="765900"/>
              </a:xfrm>
              <a:prstGeom prst="straightConnector1">
                <a:avLst/>
              </a:prstGeom>
              <a:noFill/>
              <a:ln cap="flat" cmpd="sng" w="9525">
                <a:solidFill>
                  <a:schemeClr val="dk2"/>
                </a:solidFill>
                <a:prstDash val="solid"/>
                <a:round/>
                <a:headEnd len="med" w="med" type="none"/>
                <a:tailEnd len="med" w="med" type="none"/>
              </a:ln>
            </p:spPr>
          </p:cxnSp>
          <p:sp>
            <p:nvSpPr>
              <p:cNvPr id="1254" name="Google Shape;1254;p21"/>
              <p:cNvSpPr/>
              <p:nvPr/>
            </p:nvSpPr>
            <p:spPr>
              <a:xfrm rot="10355821">
                <a:off x="-1188290" y="-540986"/>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55" name="Google Shape;1255;p21"/>
              <p:cNvCxnSpPr>
                <a:stCxn id="1238" idx="4"/>
                <a:endCxn id="1254" idx="1"/>
              </p:cNvCxnSpPr>
              <p:nvPr/>
            </p:nvCxnSpPr>
            <p:spPr>
              <a:xfrm rot="10800000">
                <a:off x="-1071496" y="-436063"/>
                <a:ext cx="376500" cy="1342500"/>
              </a:xfrm>
              <a:prstGeom prst="straightConnector1">
                <a:avLst/>
              </a:prstGeom>
              <a:noFill/>
              <a:ln cap="flat" cmpd="sng" w="9525">
                <a:solidFill>
                  <a:schemeClr val="dk2"/>
                </a:solidFill>
                <a:prstDash val="solid"/>
                <a:round/>
                <a:headEnd len="med" w="med" type="none"/>
                <a:tailEnd len="med" w="med" type="none"/>
              </a:ln>
            </p:spPr>
          </p:cxnSp>
          <p:cxnSp>
            <p:nvCxnSpPr>
              <p:cNvPr id="1256" name="Google Shape;1256;p21"/>
              <p:cNvCxnSpPr>
                <a:stCxn id="1254" idx="1"/>
                <a:endCxn id="1233" idx="5"/>
              </p:cNvCxnSpPr>
              <p:nvPr/>
            </p:nvCxnSpPr>
            <p:spPr>
              <a:xfrm>
                <a:off x="-1071443" y="-436018"/>
                <a:ext cx="1466400" cy="299400"/>
              </a:xfrm>
              <a:prstGeom prst="straightConnector1">
                <a:avLst/>
              </a:prstGeom>
              <a:noFill/>
              <a:ln cap="flat" cmpd="sng" w="9525">
                <a:solidFill>
                  <a:schemeClr val="dk2"/>
                </a:solidFill>
                <a:prstDash val="solid"/>
                <a:round/>
                <a:headEnd len="med" w="med" type="none"/>
                <a:tailEnd len="med" w="med" type="none"/>
              </a:ln>
            </p:spPr>
          </p:cxnSp>
          <p:cxnSp>
            <p:nvCxnSpPr>
              <p:cNvPr id="1257" name="Google Shape;1257;p21"/>
              <p:cNvCxnSpPr>
                <a:stCxn id="1254" idx="1"/>
                <a:endCxn id="1234" idx="5"/>
              </p:cNvCxnSpPr>
              <p:nvPr/>
            </p:nvCxnSpPr>
            <p:spPr>
              <a:xfrm>
                <a:off x="-1071443" y="-436018"/>
                <a:ext cx="1359000" cy="1022100"/>
              </a:xfrm>
              <a:prstGeom prst="straightConnector1">
                <a:avLst/>
              </a:prstGeom>
              <a:noFill/>
              <a:ln cap="flat" cmpd="sng" w="9525">
                <a:solidFill>
                  <a:schemeClr val="dk2"/>
                </a:solidFill>
                <a:prstDash val="solid"/>
                <a:round/>
                <a:headEnd len="med" w="med" type="none"/>
                <a:tailEnd len="med" w="med" type="none"/>
              </a:ln>
            </p:spPr>
          </p:cxnSp>
          <p:sp>
            <p:nvSpPr>
              <p:cNvPr id="1258" name="Google Shape;1258;p21"/>
              <p:cNvSpPr/>
              <p:nvPr/>
            </p:nvSpPr>
            <p:spPr>
              <a:xfrm rot="10361165">
                <a:off x="-233691" y="3414341"/>
                <a:ext cx="428890" cy="42889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59" name="Google Shape;1259;p21"/>
              <p:cNvCxnSpPr>
                <a:stCxn id="1236" idx="0"/>
                <a:endCxn id="1258" idx="3"/>
              </p:cNvCxnSpPr>
              <p:nvPr/>
            </p:nvCxnSpPr>
            <p:spPr>
              <a:xfrm flipH="1">
                <a:off x="111850" y="2530339"/>
                <a:ext cx="385800" cy="928800"/>
              </a:xfrm>
              <a:prstGeom prst="straightConnector1">
                <a:avLst/>
              </a:prstGeom>
              <a:noFill/>
              <a:ln cap="flat" cmpd="sng" w="9525">
                <a:solidFill>
                  <a:schemeClr val="dk2"/>
                </a:solidFill>
                <a:prstDash val="solid"/>
                <a:round/>
                <a:headEnd len="med" w="med" type="none"/>
                <a:tailEnd len="med" w="med" type="none"/>
              </a:ln>
            </p:spPr>
          </p:cxnSp>
          <p:cxnSp>
            <p:nvCxnSpPr>
              <p:cNvPr id="1260" name="Google Shape;1260;p21"/>
              <p:cNvCxnSpPr>
                <a:stCxn id="1232" idx="0"/>
                <a:endCxn id="1258" idx="5"/>
              </p:cNvCxnSpPr>
              <p:nvPr/>
            </p:nvCxnSpPr>
            <p:spPr>
              <a:xfrm>
                <a:off x="-731455" y="2394604"/>
                <a:ext cx="542400" cy="1103100"/>
              </a:xfrm>
              <a:prstGeom prst="straightConnector1">
                <a:avLst/>
              </a:prstGeom>
              <a:noFill/>
              <a:ln cap="flat" cmpd="sng" w="9525">
                <a:solidFill>
                  <a:schemeClr val="dk2"/>
                </a:solidFill>
                <a:prstDash val="solid"/>
                <a:round/>
                <a:headEnd len="med" w="med" type="none"/>
                <a:tailEnd len="med" w="med" type="none"/>
              </a:ln>
            </p:spPr>
          </p:cxnSp>
        </p:grpSp>
        <p:grpSp>
          <p:nvGrpSpPr>
            <p:cNvPr id="1261" name="Google Shape;1261;p21"/>
            <p:cNvGrpSpPr/>
            <p:nvPr/>
          </p:nvGrpSpPr>
          <p:grpSpPr>
            <a:xfrm>
              <a:off x="6988759" y="2308882"/>
              <a:ext cx="5696014" cy="4016976"/>
              <a:chOff x="6988759" y="2308882"/>
              <a:chExt cx="5696014" cy="4016976"/>
            </a:xfrm>
          </p:grpSpPr>
          <p:sp>
            <p:nvSpPr>
              <p:cNvPr id="1262" name="Google Shape;1262;p21"/>
              <p:cNvSpPr/>
              <p:nvPr/>
            </p:nvSpPr>
            <p:spPr>
              <a:xfrm flipH="1" rot="10800000">
                <a:off x="6988759" y="481140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3" name="Google Shape;1263;p21"/>
              <p:cNvSpPr/>
              <p:nvPr/>
            </p:nvSpPr>
            <p:spPr>
              <a:xfrm flipH="1" rot="10800000">
                <a:off x="9708881" y="5924735"/>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4" name="Google Shape;1264;p21"/>
              <p:cNvSpPr/>
              <p:nvPr/>
            </p:nvSpPr>
            <p:spPr>
              <a:xfrm flipH="1" rot="10800000">
                <a:off x="9274463" y="3379603"/>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5" name="Google Shape;1265;p21"/>
              <p:cNvSpPr/>
              <p:nvPr/>
            </p:nvSpPr>
            <p:spPr>
              <a:xfrm flipH="1" rot="10800000">
                <a:off x="8847429" y="5037312"/>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6" name="Google Shape;1266;p21"/>
              <p:cNvSpPr/>
              <p:nvPr/>
            </p:nvSpPr>
            <p:spPr>
              <a:xfrm flipH="1" rot="10800000">
                <a:off x="7696942" y="5973758"/>
                <a:ext cx="96300" cy="9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7" name="Google Shape;1267;p21"/>
              <p:cNvSpPr/>
              <p:nvPr/>
            </p:nvSpPr>
            <p:spPr>
              <a:xfrm flipH="1" rot="10800000">
                <a:off x="8847429" y="6195358"/>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8" name="Google Shape;1268;p21"/>
              <p:cNvSpPr/>
              <p:nvPr/>
            </p:nvSpPr>
            <p:spPr>
              <a:xfrm flipH="1" rot="10800000">
                <a:off x="7958998" y="409569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9" name="Google Shape;1269;p21"/>
              <p:cNvSpPr/>
              <p:nvPr/>
            </p:nvSpPr>
            <p:spPr>
              <a:xfrm flipH="1" rot="10800000">
                <a:off x="12588473" y="4375765"/>
                <a:ext cx="96300" cy="96300"/>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70" name="Google Shape;1270;p21"/>
              <p:cNvCxnSpPr>
                <a:stCxn id="1266" idx="5"/>
                <a:endCxn id="1265" idx="1"/>
              </p:cNvCxnSpPr>
              <p:nvPr/>
            </p:nvCxnSpPr>
            <p:spPr>
              <a:xfrm flipH="1" rot="10800000">
                <a:off x="7779139" y="5148761"/>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1271" name="Google Shape;1271;p21"/>
              <p:cNvCxnSpPr>
                <a:stCxn id="1267" idx="4"/>
                <a:endCxn id="1265" idx="0"/>
              </p:cNvCxnSpPr>
              <p:nvPr/>
            </p:nvCxnSpPr>
            <p:spPr>
              <a:xfrm rot="10800000">
                <a:off x="8912679" y="5167858"/>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1272" name="Google Shape;1272;p21"/>
              <p:cNvCxnSpPr>
                <a:stCxn id="1262" idx="6"/>
                <a:endCxn id="1265" idx="2"/>
              </p:cNvCxnSpPr>
              <p:nvPr/>
            </p:nvCxnSpPr>
            <p:spPr>
              <a:xfrm>
                <a:off x="7183159" y="4908608"/>
                <a:ext cx="1664400" cy="194100"/>
              </a:xfrm>
              <a:prstGeom prst="straightConnector1">
                <a:avLst/>
              </a:prstGeom>
              <a:noFill/>
              <a:ln cap="flat" cmpd="sng" w="9525">
                <a:solidFill>
                  <a:schemeClr val="dk2"/>
                </a:solidFill>
                <a:prstDash val="solid"/>
                <a:round/>
                <a:headEnd len="med" w="med" type="none"/>
                <a:tailEnd len="med" w="med" type="none"/>
              </a:ln>
            </p:spPr>
          </p:cxnSp>
          <p:cxnSp>
            <p:nvCxnSpPr>
              <p:cNvPr id="1273" name="Google Shape;1273;p21"/>
              <p:cNvCxnSpPr>
                <a:stCxn id="1262" idx="0"/>
                <a:endCxn id="1266" idx="3"/>
              </p:cNvCxnSpPr>
              <p:nvPr/>
            </p:nvCxnSpPr>
            <p:spPr>
              <a:xfrm>
                <a:off x="7085959" y="5005808"/>
                <a:ext cx="625200" cy="982200"/>
              </a:xfrm>
              <a:prstGeom prst="straightConnector1">
                <a:avLst/>
              </a:prstGeom>
              <a:noFill/>
              <a:ln cap="flat" cmpd="sng" w="9525">
                <a:solidFill>
                  <a:schemeClr val="dk2"/>
                </a:solidFill>
                <a:prstDash val="solid"/>
                <a:round/>
                <a:headEnd len="med" w="med" type="none"/>
                <a:tailEnd len="med" w="med" type="none"/>
              </a:ln>
            </p:spPr>
          </p:cxnSp>
          <p:cxnSp>
            <p:nvCxnSpPr>
              <p:cNvPr id="1274" name="Google Shape;1274;p21"/>
              <p:cNvCxnSpPr>
                <a:stCxn id="1266" idx="7"/>
                <a:endCxn id="1267" idx="2"/>
              </p:cNvCxnSpPr>
              <p:nvPr/>
            </p:nvCxnSpPr>
            <p:spPr>
              <a:xfrm>
                <a:off x="7779139" y="6055955"/>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1275" name="Google Shape;1275;p21"/>
              <p:cNvCxnSpPr>
                <a:stCxn id="1267" idx="6"/>
                <a:endCxn id="1263" idx="2"/>
              </p:cNvCxnSpPr>
              <p:nvPr/>
            </p:nvCxnSpPr>
            <p:spPr>
              <a:xfrm flipH="1" rot="10800000">
                <a:off x="8977929" y="6021808"/>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1276" name="Google Shape;1276;p21"/>
              <p:cNvCxnSpPr>
                <a:stCxn id="1265" idx="7"/>
                <a:endCxn id="1263" idx="3"/>
              </p:cNvCxnSpPr>
              <p:nvPr/>
            </p:nvCxnSpPr>
            <p:spPr>
              <a:xfrm>
                <a:off x="8958818" y="5148700"/>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1277" name="Google Shape;1277;p21"/>
              <p:cNvCxnSpPr>
                <a:stCxn id="1262" idx="5"/>
                <a:endCxn id="1268" idx="1"/>
              </p:cNvCxnSpPr>
              <p:nvPr/>
            </p:nvCxnSpPr>
            <p:spPr>
              <a:xfrm flipH="1" rot="10800000">
                <a:off x="7154690" y="4207177"/>
                <a:ext cx="823500" cy="632700"/>
              </a:xfrm>
              <a:prstGeom prst="straightConnector1">
                <a:avLst/>
              </a:prstGeom>
              <a:noFill/>
              <a:ln cap="flat" cmpd="sng" w="9525">
                <a:solidFill>
                  <a:schemeClr val="dk2"/>
                </a:solidFill>
                <a:prstDash val="solid"/>
                <a:round/>
                <a:headEnd len="med" w="med" type="none"/>
                <a:tailEnd len="med" w="med" type="none"/>
              </a:ln>
            </p:spPr>
          </p:cxnSp>
          <p:cxnSp>
            <p:nvCxnSpPr>
              <p:cNvPr id="1278" name="Google Shape;1278;p21"/>
              <p:cNvCxnSpPr>
                <a:stCxn id="1268" idx="7"/>
                <a:endCxn id="1265" idx="3"/>
              </p:cNvCxnSpPr>
              <p:nvPr/>
            </p:nvCxnSpPr>
            <p:spPr>
              <a:xfrm>
                <a:off x="8070387" y="4207078"/>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1279" name="Google Shape;1279;p21"/>
              <p:cNvCxnSpPr>
                <a:stCxn id="1268" idx="7"/>
                <a:endCxn id="1264" idx="1"/>
              </p:cNvCxnSpPr>
              <p:nvPr/>
            </p:nvCxnSpPr>
            <p:spPr>
              <a:xfrm flipH="1" rot="10800000">
                <a:off x="8070387" y="3722278"/>
                <a:ext cx="1263000" cy="484800"/>
              </a:xfrm>
              <a:prstGeom prst="straightConnector1">
                <a:avLst/>
              </a:prstGeom>
              <a:noFill/>
              <a:ln cap="flat" cmpd="sng" w="9525">
                <a:solidFill>
                  <a:schemeClr val="dk2"/>
                </a:solidFill>
                <a:prstDash val="solid"/>
                <a:round/>
                <a:headEnd len="med" w="med" type="none"/>
                <a:tailEnd len="med" w="med" type="none"/>
              </a:ln>
            </p:spPr>
          </p:cxnSp>
          <p:cxnSp>
            <p:nvCxnSpPr>
              <p:cNvPr id="1280" name="Google Shape;1280;p21"/>
              <p:cNvCxnSpPr>
                <a:stCxn id="1264" idx="0"/>
                <a:endCxn id="1265" idx="5"/>
              </p:cNvCxnSpPr>
              <p:nvPr/>
            </p:nvCxnSpPr>
            <p:spPr>
              <a:xfrm flipH="1">
                <a:off x="8958863" y="3781003"/>
                <a:ext cx="516300" cy="1275300"/>
              </a:xfrm>
              <a:prstGeom prst="straightConnector1">
                <a:avLst/>
              </a:prstGeom>
              <a:noFill/>
              <a:ln cap="flat" cmpd="sng" w="9525">
                <a:solidFill>
                  <a:schemeClr val="dk2"/>
                </a:solidFill>
                <a:prstDash val="solid"/>
                <a:round/>
                <a:headEnd len="med" w="med" type="none"/>
                <a:tailEnd len="med" w="med" type="none"/>
              </a:ln>
            </p:spPr>
          </p:cxnSp>
          <p:cxnSp>
            <p:nvCxnSpPr>
              <p:cNvPr id="1281" name="Google Shape;1281;p21"/>
              <p:cNvCxnSpPr>
                <a:stCxn id="1269" idx="1"/>
                <a:endCxn id="1263" idx="5"/>
              </p:cNvCxnSpPr>
              <p:nvPr/>
            </p:nvCxnSpPr>
            <p:spPr>
              <a:xfrm flipH="1">
                <a:off x="9874676" y="4457962"/>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1282" name="Google Shape;1282;p21"/>
              <p:cNvCxnSpPr>
                <a:stCxn id="1266" idx="6"/>
                <a:endCxn id="1269" idx="1"/>
              </p:cNvCxnSpPr>
              <p:nvPr/>
            </p:nvCxnSpPr>
            <p:spPr>
              <a:xfrm flipH="1" rot="10800000">
                <a:off x="7793242" y="4458008"/>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1283" name="Google Shape;1283;p21"/>
              <p:cNvCxnSpPr>
                <a:stCxn id="1263" idx="4"/>
                <a:endCxn id="1264" idx="0"/>
              </p:cNvCxnSpPr>
              <p:nvPr/>
            </p:nvCxnSpPr>
            <p:spPr>
              <a:xfrm rot="10800000">
                <a:off x="9475181" y="3780935"/>
                <a:ext cx="330900" cy="2143800"/>
              </a:xfrm>
              <a:prstGeom prst="straightConnector1">
                <a:avLst/>
              </a:prstGeom>
              <a:noFill/>
              <a:ln cap="flat" cmpd="sng" w="9525">
                <a:solidFill>
                  <a:schemeClr val="dk2"/>
                </a:solidFill>
                <a:prstDash val="solid"/>
                <a:round/>
                <a:headEnd len="med" w="med" type="none"/>
                <a:tailEnd len="med" w="med" type="none"/>
              </a:ln>
            </p:spPr>
          </p:cxnSp>
          <p:sp>
            <p:nvSpPr>
              <p:cNvPr id="1284" name="Google Shape;1284;p21"/>
              <p:cNvSpPr/>
              <p:nvPr/>
            </p:nvSpPr>
            <p:spPr>
              <a:xfrm flipH="1" rot="10800000">
                <a:off x="11005448" y="376185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85" name="Google Shape;1285;p21"/>
              <p:cNvCxnSpPr>
                <a:stCxn id="1269" idx="2"/>
                <a:endCxn id="1284" idx="7"/>
              </p:cNvCxnSpPr>
              <p:nvPr/>
            </p:nvCxnSpPr>
            <p:spPr>
              <a:xfrm rot="10800000">
                <a:off x="11116973" y="3873115"/>
                <a:ext cx="1471500" cy="550800"/>
              </a:xfrm>
              <a:prstGeom prst="straightConnector1">
                <a:avLst/>
              </a:prstGeom>
              <a:noFill/>
              <a:ln cap="flat" cmpd="sng" w="9525">
                <a:solidFill>
                  <a:schemeClr val="dk2"/>
                </a:solidFill>
                <a:prstDash val="solid"/>
                <a:round/>
                <a:headEnd len="med" w="med" type="none"/>
                <a:tailEnd len="med" w="med" type="none"/>
              </a:ln>
            </p:spPr>
          </p:cxnSp>
          <p:cxnSp>
            <p:nvCxnSpPr>
              <p:cNvPr id="1286" name="Google Shape;1286;p21"/>
              <p:cNvCxnSpPr>
                <a:stCxn id="1284" idx="2"/>
                <a:endCxn id="1264" idx="6"/>
              </p:cNvCxnSpPr>
              <p:nvPr/>
            </p:nvCxnSpPr>
            <p:spPr>
              <a:xfrm rot="10800000">
                <a:off x="9675848" y="3580200"/>
                <a:ext cx="1329600" cy="246900"/>
              </a:xfrm>
              <a:prstGeom prst="straightConnector1">
                <a:avLst/>
              </a:prstGeom>
              <a:noFill/>
              <a:ln cap="flat" cmpd="sng" w="9525">
                <a:solidFill>
                  <a:schemeClr val="dk2"/>
                </a:solidFill>
                <a:prstDash val="solid"/>
                <a:round/>
                <a:headEnd len="med" w="med" type="none"/>
                <a:tailEnd len="med" w="med" type="none"/>
              </a:ln>
            </p:spPr>
          </p:cxnSp>
          <p:cxnSp>
            <p:nvCxnSpPr>
              <p:cNvPr id="1287" name="Google Shape;1287;p21"/>
              <p:cNvCxnSpPr>
                <a:stCxn id="1284" idx="0"/>
                <a:endCxn id="1263" idx="4"/>
              </p:cNvCxnSpPr>
              <p:nvPr/>
            </p:nvCxnSpPr>
            <p:spPr>
              <a:xfrm flipH="1">
                <a:off x="9806198" y="3892350"/>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1288" name="Google Shape;1288;p21"/>
              <p:cNvCxnSpPr>
                <a:stCxn id="1284" idx="1"/>
                <a:endCxn id="1265" idx="5"/>
              </p:cNvCxnSpPr>
              <p:nvPr/>
            </p:nvCxnSpPr>
            <p:spPr>
              <a:xfrm flipH="1">
                <a:off x="8958759" y="3873239"/>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1289" name="Google Shape;1289;p21"/>
              <p:cNvSpPr/>
              <p:nvPr/>
            </p:nvSpPr>
            <p:spPr>
              <a:xfrm flipH="1" rot="10800000">
                <a:off x="8260191" y="2787257"/>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90" name="Google Shape;1290;p21"/>
              <p:cNvCxnSpPr>
                <a:stCxn id="1264" idx="3"/>
                <a:endCxn id="1289" idx="7"/>
              </p:cNvCxnSpPr>
              <p:nvPr/>
            </p:nvCxnSpPr>
            <p:spPr>
              <a:xfrm rot="10800000">
                <a:off x="8426047" y="2953287"/>
                <a:ext cx="907200" cy="485100"/>
              </a:xfrm>
              <a:prstGeom prst="straightConnector1">
                <a:avLst/>
              </a:prstGeom>
              <a:noFill/>
              <a:ln cap="flat" cmpd="sng" w="9525">
                <a:solidFill>
                  <a:schemeClr val="dk2"/>
                </a:solidFill>
                <a:prstDash val="solid"/>
                <a:round/>
                <a:headEnd len="med" w="med" type="none"/>
                <a:tailEnd len="med" w="med" type="none"/>
              </a:ln>
            </p:spPr>
          </p:cxnSp>
          <p:cxnSp>
            <p:nvCxnSpPr>
              <p:cNvPr id="1291" name="Google Shape;1291;p21"/>
              <p:cNvCxnSpPr>
                <a:stCxn id="1289" idx="0"/>
                <a:endCxn id="1268" idx="4"/>
              </p:cNvCxnSpPr>
              <p:nvPr/>
            </p:nvCxnSpPr>
            <p:spPr>
              <a:xfrm flipH="1">
                <a:off x="8024391" y="2981657"/>
                <a:ext cx="333000" cy="1113900"/>
              </a:xfrm>
              <a:prstGeom prst="straightConnector1">
                <a:avLst/>
              </a:prstGeom>
              <a:noFill/>
              <a:ln cap="flat" cmpd="sng" w="9525">
                <a:solidFill>
                  <a:schemeClr val="dk2"/>
                </a:solidFill>
                <a:prstDash val="solid"/>
                <a:round/>
                <a:headEnd len="med" w="med" type="none"/>
                <a:tailEnd len="med" w="med" type="none"/>
              </a:ln>
            </p:spPr>
          </p:cxnSp>
          <p:sp>
            <p:nvSpPr>
              <p:cNvPr id="1292" name="Google Shape;1292;p21"/>
              <p:cNvSpPr/>
              <p:nvPr/>
            </p:nvSpPr>
            <p:spPr>
              <a:xfrm flipH="1" rot="10800000">
                <a:off x="7973826" y="4652423"/>
                <a:ext cx="249300" cy="249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93" name="Google Shape;1293;p21"/>
              <p:cNvCxnSpPr>
                <a:stCxn id="1262" idx="6"/>
                <a:endCxn id="1292" idx="2"/>
              </p:cNvCxnSpPr>
              <p:nvPr/>
            </p:nvCxnSpPr>
            <p:spPr>
              <a:xfrm flipH="1" rot="10800000">
                <a:off x="7183159" y="4777208"/>
                <a:ext cx="790800" cy="131400"/>
              </a:xfrm>
              <a:prstGeom prst="straightConnector1">
                <a:avLst/>
              </a:prstGeom>
              <a:noFill/>
              <a:ln cap="flat" cmpd="sng" w="9525">
                <a:solidFill>
                  <a:schemeClr val="dk2"/>
                </a:solidFill>
                <a:prstDash val="solid"/>
                <a:round/>
                <a:headEnd len="med" w="med" type="none"/>
                <a:tailEnd len="med" w="med" type="none"/>
              </a:ln>
            </p:spPr>
          </p:cxnSp>
          <p:cxnSp>
            <p:nvCxnSpPr>
              <p:cNvPr id="1294" name="Google Shape;1294;p21"/>
              <p:cNvCxnSpPr>
                <a:stCxn id="1268" idx="0"/>
                <a:endCxn id="1292" idx="4"/>
              </p:cNvCxnSpPr>
              <p:nvPr/>
            </p:nvCxnSpPr>
            <p:spPr>
              <a:xfrm>
                <a:off x="8024248" y="4226190"/>
                <a:ext cx="74100" cy="426300"/>
              </a:xfrm>
              <a:prstGeom prst="straightConnector1">
                <a:avLst/>
              </a:prstGeom>
              <a:noFill/>
              <a:ln cap="flat" cmpd="sng" w="9525">
                <a:solidFill>
                  <a:schemeClr val="dk2"/>
                </a:solidFill>
                <a:prstDash val="solid"/>
                <a:round/>
                <a:headEnd len="med" w="med" type="none"/>
                <a:tailEnd len="med" w="med" type="none"/>
              </a:ln>
            </p:spPr>
          </p:cxnSp>
          <p:cxnSp>
            <p:nvCxnSpPr>
              <p:cNvPr id="1295" name="Google Shape;1295;p21"/>
              <p:cNvCxnSpPr>
                <a:stCxn id="1292" idx="6"/>
                <a:endCxn id="1265" idx="3"/>
              </p:cNvCxnSpPr>
              <p:nvPr/>
            </p:nvCxnSpPr>
            <p:spPr>
              <a:xfrm>
                <a:off x="8223126" y="4777073"/>
                <a:ext cx="643500" cy="279300"/>
              </a:xfrm>
              <a:prstGeom prst="straightConnector1">
                <a:avLst/>
              </a:prstGeom>
              <a:noFill/>
              <a:ln cap="flat" cmpd="sng" w="9525">
                <a:solidFill>
                  <a:schemeClr val="dk2"/>
                </a:solidFill>
                <a:prstDash val="solid"/>
                <a:round/>
                <a:headEnd len="med" w="med" type="none"/>
                <a:tailEnd len="med" w="med" type="none"/>
              </a:ln>
            </p:spPr>
          </p:cxnSp>
          <p:sp>
            <p:nvSpPr>
              <p:cNvPr id="1296" name="Google Shape;1296;p21"/>
              <p:cNvSpPr/>
              <p:nvPr/>
            </p:nvSpPr>
            <p:spPr>
              <a:xfrm flipH="1" rot="10800000">
                <a:off x="8782441" y="2308882"/>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97" name="Google Shape;1297;p21"/>
              <p:cNvCxnSpPr>
                <a:stCxn id="1289" idx="5"/>
                <a:endCxn id="1296" idx="1"/>
              </p:cNvCxnSpPr>
              <p:nvPr/>
            </p:nvCxnSpPr>
            <p:spPr>
              <a:xfrm flipH="1" rot="10800000">
                <a:off x="8426122" y="2474926"/>
                <a:ext cx="384900" cy="340800"/>
              </a:xfrm>
              <a:prstGeom prst="straightConnector1">
                <a:avLst/>
              </a:prstGeom>
              <a:noFill/>
              <a:ln cap="flat" cmpd="sng" w="9525">
                <a:solidFill>
                  <a:schemeClr val="dk2"/>
                </a:solidFill>
                <a:prstDash val="solid"/>
                <a:round/>
                <a:headEnd len="med" w="med" type="none"/>
                <a:tailEnd len="med" w="med" type="none"/>
              </a:ln>
            </p:spPr>
          </p:cxnSp>
          <p:cxnSp>
            <p:nvCxnSpPr>
              <p:cNvPr id="1298" name="Google Shape;1298;p21"/>
              <p:cNvCxnSpPr>
                <a:stCxn id="1296" idx="7"/>
                <a:endCxn id="1264" idx="3"/>
              </p:cNvCxnSpPr>
              <p:nvPr/>
            </p:nvCxnSpPr>
            <p:spPr>
              <a:xfrm>
                <a:off x="8948372" y="2474812"/>
                <a:ext cx="384900" cy="963600"/>
              </a:xfrm>
              <a:prstGeom prst="straightConnector1">
                <a:avLst/>
              </a:prstGeom>
              <a:noFill/>
              <a:ln cap="flat" cmpd="sng" w="9525">
                <a:solidFill>
                  <a:schemeClr val="dk2"/>
                </a:solidFill>
                <a:prstDash val="solid"/>
                <a:round/>
                <a:headEnd len="med" w="med" type="none"/>
                <a:tailEnd len="med" w="med" type="none"/>
              </a:ln>
            </p:spPr>
          </p:cxnSp>
          <p:sp>
            <p:nvSpPr>
              <p:cNvPr id="1299" name="Google Shape;1299;p21"/>
              <p:cNvSpPr/>
              <p:nvPr/>
            </p:nvSpPr>
            <p:spPr>
              <a:xfrm flipH="1" rot="10800000">
                <a:off x="8521366" y="3414207"/>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00" name="Google Shape;1300;p21"/>
              <p:cNvCxnSpPr>
                <a:stCxn id="1289" idx="0"/>
                <a:endCxn id="1299" idx="3"/>
              </p:cNvCxnSpPr>
              <p:nvPr/>
            </p:nvCxnSpPr>
            <p:spPr>
              <a:xfrm>
                <a:off x="8357391" y="2981657"/>
                <a:ext cx="192300" cy="461100"/>
              </a:xfrm>
              <a:prstGeom prst="straightConnector1">
                <a:avLst/>
              </a:prstGeom>
              <a:noFill/>
              <a:ln cap="flat" cmpd="sng" w="9525">
                <a:solidFill>
                  <a:schemeClr val="dk2"/>
                </a:solidFill>
                <a:prstDash val="solid"/>
                <a:round/>
                <a:headEnd len="med" w="med" type="none"/>
                <a:tailEnd len="med" w="med" type="none"/>
              </a:ln>
            </p:spPr>
          </p:cxnSp>
          <p:cxnSp>
            <p:nvCxnSpPr>
              <p:cNvPr id="1301" name="Google Shape;1301;p21"/>
              <p:cNvCxnSpPr>
                <a:stCxn id="1299" idx="1"/>
                <a:endCxn id="1268" idx="5"/>
              </p:cNvCxnSpPr>
              <p:nvPr/>
            </p:nvCxnSpPr>
            <p:spPr>
              <a:xfrm flipH="1">
                <a:off x="8070435" y="3580137"/>
                <a:ext cx="479400" cy="534600"/>
              </a:xfrm>
              <a:prstGeom prst="straightConnector1">
                <a:avLst/>
              </a:prstGeom>
              <a:noFill/>
              <a:ln cap="flat" cmpd="sng" w="9525">
                <a:solidFill>
                  <a:schemeClr val="dk2"/>
                </a:solidFill>
                <a:prstDash val="solid"/>
                <a:round/>
                <a:headEnd len="med" w="med" type="none"/>
                <a:tailEnd len="med" w="med" type="none"/>
              </a:ln>
            </p:spPr>
          </p:cxnSp>
          <p:cxnSp>
            <p:nvCxnSpPr>
              <p:cNvPr id="1302" name="Google Shape;1302;p21"/>
              <p:cNvCxnSpPr>
                <a:stCxn id="1299" idx="6"/>
                <a:endCxn id="1264" idx="2"/>
              </p:cNvCxnSpPr>
              <p:nvPr/>
            </p:nvCxnSpPr>
            <p:spPr>
              <a:xfrm>
                <a:off x="8715766" y="3511407"/>
                <a:ext cx="558600" cy="690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303" name="Shape 1303"/>
        <p:cNvGrpSpPr/>
        <p:nvPr/>
      </p:nvGrpSpPr>
      <p:grpSpPr>
        <a:xfrm>
          <a:off x="0" y="0"/>
          <a:ext cx="0" cy="0"/>
          <a:chOff x="0" y="0"/>
          <a:chExt cx="0" cy="0"/>
        </a:xfrm>
      </p:grpSpPr>
      <p:grpSp>
        <p:nvGrpSpPr>
          <p:cNvPr id="1304" name="Google Shape;1304;p22"/>
          <p:cNvGrpSpPr/>
          <p:nvPr/>
        </p:nvGrpSpPr>
        <p:grpSpPr>
          <a:xfrm>
            <a:off x="119476" y="1141150"/>
            <a:ext cx="7318880" cy="3862644"/>
            <a:chOff x="119476" y="1141150"/>
            <a:chExt cx="7318880" cy="3862644"/>
          </a:xfrm>
        </p:grpSpPr>
        <p:grpSp>
          <p:nvGrpSpPr>
            <p:cNvPr id="1305" name="Google Shape;1305;p22"/>
            <p:cNvGrpSpPr/>
            <p:nvPr/>
          </p:nvGrpSpPr>
          <p:grpSpPr>
            <a:xfrm rot="10800000">
              <a:off x="119476" y="1141150"/>
              <a:ext cx="298275" cy="322675"/>
              <a:chOff x="8667225" y="681525"/>
              <a:chExt cx="298275" cy="322675"/>
            </a:xfrm>
          </p:grpSpPr>
          <p:sp>
            <p:nvSpPr>
              <p:cNvPr id="1306" name="Google Shape;1306;p22"/>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07" name="Google Shape;1307;p22"/>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08" name="Google Shape;1308;p22"/>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309" name="Google Shape;1309;p22"/>
            <p:cNvGrpSpPr/>
            <p:nvPr/>
          </p:nvGrpSpPr>
          <p:grpSpPr>
            <a:xfrm rot="-5139163">
              <a:off x="6960991" y="4509560"/>
              <a:ext cx="254304" cy="683114"/>
              <a:chOff x="140150" y="4353245"/>
              <a:chExt cx="254310" cy="683130"/>
            </a:xfrm>
          </p:grpSpPr>
          <p:sp>
            <p:nvSpPr>
              <p:cNvPr id="1310" name="Google Shape;1310;p22"/>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11" name="Google Shape;1311;p22"/>
              <p:cNvSpPr/>
              <p:nvPr/>
            </p:nvSpPr>
            <p:spPr>
              <a:xfrm rot="10800000">
                <a:off x="146360" y="4668727"/>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12" name="Google Shape;1312;p22"/>
              <p:cNvSpPr/>
              <p:nvPr/>
            </p:nvSpPr>
            <p:spPr>
              <a:xfrm rot="10800000">
                <a:off x="343160" y="4863902"/>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13" name="Google Shape;1313;p22"/>
              <p:cNvSpPr/>
              <p:nvPr/>
            </p:nvSpPr>
            <p:spPr>
              <a:xfrm rot="10800000">
                <a:off x="141945" y="435324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1314" name="Google Shape;1314;p22"/>
          <p:cNvGrpSpPr/>
          <p:nvPr/>
        </p:nvGrpSpPr>
        <p:grpSpPr>
          <a:xfrm>
            <a:off x="-3264108" y="1062527"/>
            <a:ext cx="12699758" cy="5125916"/>
            <a:chOff x="-3264108" y="1062527"/>
            <a:chExt cx="12699758" cy="5125916"/>
          </a:xfrm>
        </p:grpSpPr>
        <p:grpSp>
          <p:nvGrpSpPr>
            <p:cNvPr id="1315" name="Google Shape;1315;p22"/>
            <p:cNvGrpSpPr/>
            <p:nvPr/>
          </p:nvGrpSpPr>
          <p:grpSpPr>
            <a:xfrm rot="10800000">
              <a:off x="7825876" y="2716263"/>
              <a:ext cx="1609774" cy="2641456"/>
              <a:chOff x="-225924" y="-192037"/>
              <a:chExt cx="1609774" cy="2641456"/>
            </a:xfrm>
          </p:grpSpPr>
          <p:cxnSp>
            <p:nvCxnSpPr>
              <p:cNvPr id="1316" name="Google Shape;1316;p22"/>
              <p:cNvCxnSpPr>
                <a:stCxn id="1317" idx="7"/>
                <a:endCxn id="1318" idx="2"/>
              </p:cNvCxnSpPr>
              <p:nvPr/>
            </p:nvCxnSpPr>
            <p:spPr>
              <a:xfrm flipH="1" rot="10800000">
                <a:off x="332904" y="155655"/>
                <a:ext cx="893400" cy="226800"/>
              </a:xfrm>
              <a:prstGeom prst="straightConnector1">
                <a:avLst/>
              </a:prstGeom>
              <a:noFill/>
              <a:ln cap="flat" cmpd="sng" w="9525">
                <a:solidFill>
                  <a:schemeClr val="dk2"/>
                </a:solidFill>
                <a:prstDash val="solid"/>
                <a:round/>
                <a:headEnd len="med" w="med" type="none"/>
                <a:tailEnd len="med" w="med" type="none"/>
              </a:ln>
            </p:spPr>
          </p:cxnSp>
          <p:sp>
            <p:nvSpPr>
              <p:cNvPr id="1318" name="Google Shape;1318;p22"/>
              <p:cNvSpPr/>
              <p:nvPr/>
            </p:nvSpPr>
            <p:spPr>
              <a:xfrm>
                <a:off x="1226350" y="767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19" name="Google Shape;1319;p22"/>
              <p:cNvSpPr/>
              <p:nvPr/>
            </p:nvSpPr>
            <p:spPr>
              <a:xfrm>
                <a:off x="-2259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20" name="Google Shape;1320;p22"/>
              <p:cNvSpPr/>
              <p:nvPr/>
            </p:nvSpPr>
            <p:spPr>
              <a:xfrm>
                <a:off x="1776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21" name="Google Shape;1321;p22"/>
              <p:cNvSpPr/>
              <p:nvPr/>
            </p:nvSpPr>
            <p:spPr>
              <a:xfrm>
                <a:off x="734301" y="22218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22" name="Google Shape;1322;p22"/>
              <p:cNvSpPr/>
              <p:nvPr/>
            </p:nvSpPr>
            <p:spPr>
              <a:xfrm>
                <a:off x="49626" y="886737"/>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23" name="Google Shape;1323;p22"/>
              <p:cNvSpPr/>
              <p:nvPr/>
            </p:nvSpPr>
            <p:spPr>
              <a:xfrm>
                <a:off x="292075" y="1058069"/>
                <a:ext cx="147900" cy="14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24" name="Google Shape;1324;p22"/>
              <p:cNvCxnSpPr>
                <a:stCxn id="1323" idx="4"/>
                <a:endCxn id="1320" idx="0"/>
              </p:cNvCxnSpPr>
              <p:nvPr/>
            </p:nvCxnSpPr>
            <p:spPr>
              <a:xfrm flipH="1">
                <a:off x="256225" y="1205969"/>
                <a:ext cx="109800" cy="1086000"/>
              </a:xfrm>
              <a:prstGeom prst="straightConnector1">
                <a:avLst/>
              </a:prstGeom>
              <a:noFill/>
              <a:ln cap="flat" cmpd="sng" w="9525">
                <a:solidFill>
                  <a:schemeClr val="dk2"/>
                </a:solidFill>
                <a:prstDash val="solid"/>
                <a:round/>
                <a:headEnd len="med" w="med" type="none"/>
                <a:tailEnd len="med" w="med" type="none"/>
              </a:ln>
            </p:spPr>
          </p:cxnSp>
          <p:cxnSp>
            <p:nvCxnSpPr>
              <p:cNvPr id="1325" name="Google Shape;1325;p22"/>
              <p:cNvCxnSpPr>
                <a:stCxn id="1322" idx="4"/>
                <a:endCxn id="1320" idx="0"/>
              </p:cNvCxnSpPr>
              <p:nvPr/>
            </p:nvCxnSpPr>
            <p:spPr>
              <a:xfrm>
                <a:off x="92976" y="973437"/>
                <a:ext cx="163500" cy="1318500"/>
              </a:xfrm>
              <a:prstGeom prst="straightConnector1">
                <a:avLst/>
              </a:prstGeom>
              <a:noFill/>
              <a:ln cap="flat" cmpd="sng" w="9525">
                <a:solidFill>
                  <a:schemeClr val="dk2"/>
                </a:solidFill>
                <a:prstDash val="solid"/>
                <a:round/>
                <a:headEnd len="med" w="med" type="none"/>
                <a:tailEnd len="med" w="med" type="none"/>
              </a:ln>
            </p:spPr>
          </p:cxnSp>
          <p:cxnSp>
            <p:nvCxnSpPr>
              <p:cNvPr id="1326" name="Google Shape;1326;p22"/>
              <p:cNvCxnSpPr>
                <a:stCxn id="1322" idx="5"/>
                <a:endCxn id="1323" idx="1"/>
              </p:cNvCxnSpPr>
              <p:nvPr/>
            </p:nvCxnSpPr>
            <p:spPr>
              <a:xfrm>
                <a:off x="123629" y="960741"/>
                <a:ext cx="190200" cy="119100"/>
              </a:xfrm>
              <a:prstGeom prst="straightConnector1">
                <a:avLst/>
              </a:prstGeom>
              <a:noFill/>
              <a:ln cap="flat" cmpd="sng" w="9525">
                <a:solidFill>
                  <a:schemeClr val="dk2"/>
                </a:solidFill>
                <a:prstDash val="solid"/>
                <a:round/>
                <a:headEnd len="med" w="med" type="none"/>
                <a:tailEnd len="med" w="med" type="none"/>
              </a:ln>
            </p:spPr>
          </p:cxnSp>
          <p:cxnSp>
            <p:nvCxnSpPr>
              <p:cNvPr id="1327" name="Google Shape;1327;p22"/>
              <p:cNvCxnSpPr>
                <a:stCxn id="1322" idx="0"/>
                <a:endCxn id="1319" idx="4"/>
              </p:cNvCxnSpPr>
              <p:nvPr/>
            </p:nvCxnSpPr>
            <p:spPr>
              <a:xfrm rot="10800000">
                <a:off x="-176124" y="-92163"/>
                <a:ext cx="269100" cy="978900"/>
              </a:xfrm>
              <a:prstGeom prst="straightConnector1">
                <a:avLst/>
              </a:prstGeom>
              <a:noFill/>
              <a:ln cap="flat" cmpd="sng" w="9525">
                <a:solidFill>
                  <a:schemeClr val="dk2"/>
                </a:solidFill>
                <a:prstDash val="solid"/>
                <a:round/>
                <a:headEnd len="med" w="med" type="none"/>
                <a:tailEnd len="med" w="med" type="none"/>
              </a:ln>
            </p:spPr>
          </p:cxnSp>
          <p:cxnSp>
            <p:nvCxnSpPr>
              <p:cNvPr id="1328" name="Google Shape;1328;p22"/>
              <p:cNvCxnSpPr>
                <a:stCxn id="1322" idx="7"/>
                <a:endCxn id="1317" idx="3"/>
              </p:cNvCxnSpPr>
              <p:nvPr/>
            </p:nvCxnSpPr>
            <p:spPr>
              <a:xfrm flipH="1" rot="10800000">
                <a:off x="1236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1329" name="Google Shape;1329;p22"/>
              <p:cNvCxnSpPr>
                <a:stCxn id="1319" idx="5"/>
                <a:endCxn id="1317" idx="1"/>
              </p:cNvCxnSpPr>
              <p:nvPr/>
            </p:nvCxnSpPr>
            <p:spPr>
              <a:xfrm>
                <a:off x="-1406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1330" name="Google Shape;1330;p22"/>
              <p:cNvCxnSpPr>
                <a:stCxn id="1319" idx="6"/>
                <a:endCxn id="1318" idx="2"/>
              </p:cNvCxnSpPr>
              <p:nvPr/>
            </p:nvCxnSpPr>
            <p:spPr>
              <a:xfrm>
                <a:off x="-126024" y="-142087"/>
                <a:ext cx="1352400" cy="297600"/>
              </a:xfrm>
              <a:prstGeom prst="straightConnector1">
                <a:avLst/>
              </a:prstGeom>
              <a:noFill/>
              <a:ln cap="flat" cmpd="sng" w="9525">
                <a:solidFill>
                  <a:schemeClr val="dk2"/>
                </a:solidFill>
                <a:prstDash val="solid"/>
                <a:round/>
                <a:headEnd len="med" w="med" type="none"/>
                <a:tailEnd len="med" w="med" type="none"/>
              </a:ln>
            </p:spPr>
          </p:cxnSp>
          <p:cxnSp>
            <p:nvCxnSpPr>
              <p:cNvPr id="1331" name="Google Shape;1331;p22"/>
              <p:cNvCxnSpPr>
                <a:stCxn id="1321" idx="2"/>
                <a:endCxn id="1319" idx="5"/>
              </p:cNvCxnSpPr>
              <p:nvPr/>
            </p:nvCxnSpPr>
            <p:spPr>
              <a:xfrm rot="10800000">
                <a:off x="-140799" y="-106763"/>
                <a:ext cx="875100" cy="372300"/>
              </a:xfrm>
              <a:prstGeom prst="straightConnector1">
                <a:avLst/>
              </a:prstGeom>
              <a:noFill/>
              <a:ln cap="flat" cmpd="sng" w="9525">
                <a:solidFill>
                  <a:schemeClr val="dk2"/>
                </a:solidFill>
                <a:prstDash val="solid"/>
                <a:round/>
                <a:headEnd len="med" w="med" type="none"/>
                <a:tailEnd len="med" w="med" type="none"/>
              </a:ln>
            </p:spPr>
          </p:cxnSp>
          <p:cxnSp>
            <p:nvCxnSpPr>
              <p:cNvPr id="1332" name="Google Shape;1332;p22"/>
              <p:cNvCxnSpPr>
                <a:stCxn id="1323" idx="0"/>
                <a:endCxn id="1317" idx="4"/>
              </p:cNvCxnSpPr>
              <p:nvPr/>
            </p:nvCxnSpPr>
            <p:spPr>
              <a:xfrm rot="10800000">
                <a:off x="302125" y="456569"/>
                <a:ext cx="63900" cy="601500"/>
              </a:xfrm>
              <a:prstGeom prst="straightConnector1">
                <a:avLst/>
              </a:prstGeom>
              <a:noFill/>
              <a:ln cap="flat" cmpd="sng" w="9525">
                <a:solidFill>
                  <a:schemeClr val="dk2"/>
                </a:solidFill>
                <a:prstDash val="solid"/>
                <a:round/>
                <a:headEnd len="med" w="med" type="none"/>
                <a:tailEnd len="med" w="med" type="none"/>
              </a:ln>
            </p:spPr>
          </p:cxnSp>
          <p:cxnSp>
            <p:nvCxnSpPr>
              <p:cNvPr id="1333" name="Google Shape;1333;p22"/>
              <p:cNvCxnSpPr>
                <a:stCxn id="1323" idx="0"/>
                <a:endCxn id="1321" idx="3"/>
              </p:cNvCxnSpPr>
              <p:nvPr/>
            </p:nvCxnSpPr>
            <p:spPr>
              <a:xfrm flipH="1" rot="10800000">
                <a:off x="366025" y="296069"/>
                <a:ext cx="381000" cy="762000"/>
              </a:xfrm>
              <a:prstGeom prst="straightConnector1">
                <a:avLst/>
              </a:prstGeom>
              <a:noFill/>
              <a:ln cap="flat" cmpd="sng" w="9525">
                <a:solidFill>
                  <a:schemeClr val="dk2"/>
                </a:solidFill>
                <a:prstDash val="solid"/>
                <a:round/>
                <a:headEnd len="med" w="med" type="none"/>
                <a:tailEnd len="med" w="med" type="none"/>
              </a:ln>
            </p:spPr>
          </p:cxnSp>
          <p:sp>
            <p:nvSpPr>
              <p:cNvPr id="1317" name="Google Shape;1317;p22"/>
              <p:cNvSpPr/>
              <p:nvPr/>
            </p:nvSpPr>
            <p:spPr>
              <a:xfrm>
                <a:off x="258901" y="369758"/>
                <a:ext cx="86700" cy="8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334" name="Google Shape;1334;p22"/>
            <p:cNvGrpSpPr/>
            <p:nvPr/>
          </p:nvGrpSpPr>
          <p:grpSpPr>
            <a:xfrm rot="2030497">
              <a:off x="-2581586" y="1819329"/>
              <a:ext cx="3816850" cy="3612312"/>
              <a:chOff x="-100549" y="47919"/>
              <a:chExt cx="4607849" cy="4360923"/>
            </a:xfrm>
          </p:grpSpPr>
          <p:sp>
            <p:nvSpPr>
              <p:cNvPr id="1335" name="Google Shape;1335;p22"/>
              <p:cNvSpPr/>
              <p:nvPr/>
            </p:nvSpPr>
            <p:spPr>
              <a:xfrm rot="10800000">
                <a:off x="4076800" y="2467368"/>
                <a:ext cx="234600" cy="23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6" name="Google Shape;1336;p22"/>
              <p:cNvSpPr/>
              <p:nvPr/>
            </p:nvSpPr>
            <p:spPr>
              <a:xfrm rot="10800000">
                <a:off x="1137802" y="3577294"/>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7" name="Google Shape;1337;p22"/>
              <p:cNvSpPr/>
              <p:nvPr/>
            </p:nvSpPr>
            <p:spPr>
              <a:xfrm rot="10800000">
                <a:off x="1731851" y="997900"/>
                <a:ext cx="484500" cy="484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8" name="Google Shape;1338;p22"/>
              <p:cNvSpPr/>
              <p:nvPr/>
            </p:nvSpPr>
            <p:spPr>
              <a:xfrm rot="10800000">
                <a:off x="2254926" y="2505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9" name="Google Shape;1339;p22"/>
              <p:cNvSpPr/>
              <p:nvPr/>
            </p:nvSpPr>
            <p:spPr>
              <a:xfrm rot="10800000">
                <a:off x="3685300" y="3636544"/>
                <a:ext cx="116100" cy="116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40" name="Google Shape;1340;p22"/>
              <p:cNvSpPr/>
              <p:nvPr/>
            </p:nvSpPr>
            <p:spPr>
              <a:xfrm rot="10800000">
                <a:off x="2254926" y="39039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41" name="Google Shape;1341;p22"/>
              <p:cNvSpPr/>
              <p:nvPr/>
            </p:nvSpPr>
            <p:spPr>
              <a:xfrm rot="10800000">
                <a:off x="3125451" y="1436544"/>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42" name="Google Shape;1342;p22"/>
              <p:cNvSpPr/>
              <p:nvPr/>
            </p:nvSpPr>
            <p:spPr>
              <a:xfrm rot="10800000">
                <a:off x="447667" y="2351269"/>
                <a:ext cx="116100" cy="11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43" name="Google Shape;1343;p22"/>
              <p:cNvCxnSpPr>
                <a:stCxn id="1339" idx="5"/>
                <a:endCxn id="1338" idx="1"/>
              </p:cNvCxnSpPr>
              <p:nvPr/>
            </p:nvCxnSpPr>
            <p:spPr>
              <a:xfrm rot="8769356">
                <a:off x="2782616" y="2360623"/>
                <a:ext cx="526274" cy="1572747"/>
              </a:xfrm>
              <a:prstGeom prst="straightConnector1">
                <a:avLst/>
              </a:prstGeom>
              <a:noFill/>
              <a:ln cap="flat" cmpd="sng" w="9525">
                <a:solidFill>
                  <a:schemeClr val="dk2"/>
                </a:solidFill>
                <a:prstDash val="solid"/>
                <a:round/>
                <a:headEnd len="med" w="med" type="none"/>
                <a:tailEnd len="med" w="med" type="none"/>
              </a:ln>
            </p:spPr>
          </p:cxnSp>
          <p:cxnSp>
            <p:nvCxnSpPr>
              <p:cNvPr id="1344" name="Google Shape;1344;p22"/>
              <p:cNvCxnSpPr>
                <a:stCxn id="1340" idx="4"/>
                <a:endCxn id="1338" idx="0"/>
              </p:cNvCxnSpPr>
              <p:nvPr/>
            </p:nvCxnSpPr>
            <p:spPr>
              <a:xfrm flipH="1" rot="8769075">
                <a:off x="1988166" y="2768320"/>
                <a:ext cx="691020" cy="1030498"/>
              </a:xfrm>
              <a:prstGeom prst="straightConnector1">
                <a:avLst/>
              </a:prstGeom>
              <a:noFill/>
              <a:ln cap="flat" cmpd="sng" w="9525">
                <a:solidFill>
                  <a:schemeClr val="dk2"/>
                </a:solidFill>
                <a:prstDash val="solid"/>
                <a:round/>
                <a:headEnd len="med" w="med" type="none"/>
                <a:tailEnd len="med" w="med" type="none"/>
              </a:ln>
            </p:spPr>
          </p:cxnSp>
          <p:cxnSp>
            <p:nvCxnSpPr>
              <p:cNvPr id="1345" name="Google Shape;1345;p22"/>
              <p:cNvCxnSpPr>
                <a:stCxn id="1335" idx="6"/>
                <a:endCxn id="1338" idx="2"/>
              </p:cNvCxnSpPr>
              <p:nvPr/>
            </p:nvCxnSpPr>
            <p:spPr>
              <a:xfrm rot="8769491">
                <a:off x="2553455" y="2121214"/>
                <a:ext cx="1382290" cy="926908"/>
              </a:xfrm>
              <a:prstGeom prst="straightConnector1">
                <a:avLst/>
              </a:prstGeom>
              <a:noFill/>
              <a:ln cap="flat" cmpd="sng" w="9525">
                <a:solidFill>
                  <a:schemeClr val="dk2"/>
                </a:solidFill>
                <a:prstDash val="solid"/>
                <a:round/>
                <a:headEnd len="med" w="med" type="none"/>
                <a:tailEnd len="med" w="med" type="none"/>
              </a:ln>
            </p:spPr>
          </p:cxnSp>
          <p:cxnSp>
            <p:nvCxnSpPr>
              <p:cNvPr id="1346" name="Google Shape;1346;p22"/>
              <p:cNvCxnSpPr>
                <a:stCxn id="1335" idx="0"/>
                <a:endCxn id="1339" idx="3"/>
              </p:cNvCxnSpPr>
              <p:nvPr/>
            </p:nvCxnSpPr>
            <p:spPr>
              <a:xfrm flipH="1" rot="-2030280">
                <a:off x="3554311" y="2896576"/>
                <a:ext cx="870078" cy="562385"/>
              </a:xfrm>
              <a:prstGeom prst="straightConnector1">
                <a:avLst/>
              </a:prstGeom>
              <a:noFill/>
              <a:ln cap="flat" cmpd="sng" w="9525">
                <a:solidFill>
                  <a:schemeClr val="dk2"/>
                </a:solidFill>
                <a:prstDash val="solid"/>
                <a:round/>
                <a:headEnd len="med" w="med" type="none"/>
                <a:tailEnd len="med" w="med" type="none"/>
              </a:ln>
            </p:spPr>
          </p:cxnSp>
          <p:cxnSp>
            <p:nvCxnSpPr>
              <p:cNvPr id="1347" name="Google Shape;1347;p22"/>
              <p:cNvCxnSpPr>
                <a:stCxn id="1339" idx="7"/>
                <a:endCxn id="1340" idx="2"/>
              </p:cNvCxnSpPr>
              <p:nvPr/>
            </p:nvCxnSpPr>
            <p:spPr>
              <a:xfrm rot="8769605">
                <a:off x="2452857" y="3602445"/>
                <a:ext cx="1208890" cy="513294"/>
              </a:xfrm>
              <a:prstGeom prst="straightConnector1">
                <a:avLst/>
              </a:prstGeom>
              <a:noFill/>
              <a:ln cap="flat" cmpd="sng" w="9525">
                <a:solidFill>
                  <a:schemeClr val="dk2"/>
                </a:solidFill>
                <a:prstDash val="solid"/>
                <a:round/>
                <a:headEnd len="med" w="med" type="none"/>
                <a:tailEnd len="med" w="med" type="none"/>
              </a:ln>
            </p:spPr>
          </p:cxnSp>
          <p:cxnSp>
            <p:nvCxnSpPr>
              <p:cNvPr id="1348" name="Google Shape;1348;p22"/>
              <p:cNvCxnSpPr>
                <a:stCxn id="1340" idx="6"/>
                <a:endCxn id="1336" idx="1"/>
              </p:cNvCxnSpPr>
              <p:nvPr/>
            </p:nvCxnSpPr>
            <p:spPr>
              <a:xfrm rot="8768875">
                <a:off x="1472857" y="3539834"/>
                <a:ext cx="647338" cy="680869"/>
              </a:xfrm>
              <a:prstGeom prst="straightConnector1">
                <a:avLst/>
              </a:prstGeom>
              <a:noFill/>
              <a:ln cap="flat" cmpd="sng" w="9525">
                <a:solidFill>
                  <a:schemeClr val="dk2"/>
                </a:solidFill>
                <a:prstDash val="solid"/>
                <a:round/>
                <a:headEnd len="med" w="med" type="none"/>
                <a:tailEnd len="med" w="med" type="none"/>
              </a:ln>
            </p:spPr>
          </p:cxnSp>
          <p:cxnSp>
            <p:nvCxnSpPr>
              <p:cNvPr id="1349" name="Google Shape;1349;p22"/>
              <p:cNvCxnSpPr>
                <a:stCxn id="1338" idx="7"/>
                <a:endCxn id="1336" idx="3"/>
              </p:cNvCxnSpPr>
              <p:nvPr/>
            </p:nvCxnSpPr>
            <p:spPr>
              <a:xfrm flipH="1" rot="-2030278">
                <a:off x="1147266" y="2984238"/>
                <a:ext cx="1321550" cy="283231"/>
              </a:xfrm>
              <a:prstGeom prst="straightConnector1">
                <a:avLst/>
              </a:prstGeom>
              <a:noFill/>
              <a:ln cap="flat" cmpd="sng" w="9525">
                <a:solidFill>
                  <a:schemeClr val="dk2"/>
                </a:solidFill>
                <a:prstDash val="solid"/>
                <a:round/>
                <a:headEnd len="med" w="med" type="none"/>
                <a:tailEnd len="med" w="med" type="none"/>
              </a:ln>
            </p:spPr>
          </p:cxnSp>
          <p:cxnSp>
            <p:nvCxnSpPr>
              <p:cNvPr id="1350" name="Google Shape;1350;p22"/>
              <p:cNvCxnSpPr>
                <a:stCxn id="1335" idx="5"/>
                <a:endCxn id="1341" idx="1"/>
              </p:cNvCxnSpPr>
              <p:nvPr/>
            </p:nvCxnSpPr>
            <p:spPr>
              <a:xfrm rot="8769493">
                <a:off x="3591334" y="1412692"/>
                <a:ext cx="188543" cy="1247164"/>
              </a:xfrm>
              <a:prstGeom prst="straightConnector1">
                <a:avLst/>
              </a:prstGeom>
              <a:noFill/>
              <a:ln cap="flat" cmpd="sng" w="9525">
                <a:solidFill>
                  <a:schemeClr val="dk2"/>
                </a:solidFill>
                <a:prstDash val="solid"/>
                <a:round/>
                <a:headEnd len="med" w="med" type="none"/>
                <a:tailEnd len="med" w="med" type="none"/>
              </a:ln>
            </p:spPr>
          </p:cxnSp>
          <p:cxnSp>
            <p:nvCxnSpPr>
              <p:cNvPr id="1351" name="Google Shape;1351;p22"/>
              <p:cNvCxnSpPr>
                <a:stCxn id="1341" idx="7"/>
                <a:endCxn id="1338" idx="3"/>
              </p:cNvCxnSpPr>
              <p:nvPr/>
            </p:nvCxnSpPr>
            <p:spPr>
              <a:xfrm flipH="1" rot="-2030495">
                <a:off x="2186803" y="1863549"/>
                <a:ext cx="1164126" cy="372760"/>
              </a:xfrm>
              <a:prstGeom prst="straightConnector1">
                <a:avLst/>
              </a:prstGeom>
              <a:noFill/>
              <a:ln cap="flat" cmpd="sng" w="9525">
                <a:solidFill>
                  <a:schemeClr val="dk2"/>
                </a:solidFill>
                <a:prstDash val="solid"/>
                <a:round/>
                <a:headEnd len="med" w="med" type="none"/>
                <a:tailEnd len="med" w="med" type="none"/>
              </a:ln>
            </p:spPr>
          </p:cxnSp>
          <p:cxnSp>
            <p:nvCxnSpPr>
              <p:cNvPr id="1352" name="Google Shape;1352;p22"/>
              <p:cNvCxnSpPr>
                <a:stCxn id="1341" idx="5"/>
                <a:endCxn id="1337" idx="2"/>
              </p:cNvCxnSpPr>
              <p:nvPr/>
            </p:nvCxnSpPr>
            <p:spPr>
              <a:xfrm rot="8769821">
                <a:off x="2356510" y="999099"/>
                <a:ext cx="651914" cy="701421"/>
              </a:xfrm>
              <a:prstGeom prst="straightConnector1">
                <a:avLst/>
              </a:prstGeom>
              <a:noFill/>
              <a:ln cap="flat" cmpd="sng" w="9525">
                <a:solidFill>
                  <a:schemeClr val="dk2"/>
                </a:solidFill>
                <a:prstDash val="solid"/>
                <a:round/>
                <a:headEnd len="med" w="med" type="none"/>
                <a:tailEnd len="med" w="med" type="none"/>
              </a:ln>
            </p:spPr>
          </p:cxnSp>
          <p:cxnSp>
            <p:nvCxnSpPr>
              <p:cNvPr id="1353" name="Google Shape;1353;p22"/>
              <p:cNvCxnSpPr>
                <a:stCxn id="1337" idx="0"/>
                <a:endCxn id="1338" idx="5"/>
              </p:cNvCxnSpPr>
              <p:nvPr/>
            </p:nvCxnSpPr>
            <p:spPr>
              <a:xfrm flipH="1" rot="-2029195">
                <a:off x="1960847" y="1486358"/>
                <a:ext cx="330408" cy="1038486"/>
              </a:xfrm>
              <a:prstGeom prst="straightConnector1">
                <a:avLst/>
              </a:prstGeom>
              <a:noFill/>
              <a:ln cap="flat" cmpd="sng" w="9525">
                <a:solidFill>
                  <a:schemeClr val="dk2"/>
                </a:solidFill>
                <a:prstDash val="solid"/>
                <a:round/>
                <a:headEnd len="med" w="med" type="none"/>
                <a:tailEnd len="med" w="med" type="none"/>
              </a:ln>
            </p:spPr>
          </p:cxnSp>
          <p:cxnSp>
            <p:nvCxnSpPr>
              <p:cNvPr id="1354" name="Google Shape;1354;p22"/>
              <p:cNvCxnSpPr>
                <a:stCxn id="1337" idx="7"/>
                <a:endCxn id="1342" idx="3"/>
              </p:cNvCxnSpPr>
              <p:nvPr/>
            </p:nvCxnSpPr>
            <p:spPr>
              <a:xfrm flipH="1" rot="-2030477">
                <a:off x="386634" y="1842270"/>
                <a:ext cx="1576242" cy="95353"/>
              </a:xfrm>
              <a:prstGeom prst="straightConnector1">
                <a:avLst/>
              </a:prstGeom>
              <a:noFill/>
              <a:ln cap="flat" cmpd="sng" w="9525">
                <a:solidFill>
                  <a:schemeClr val="dk2"/>
                </a:solidFill>
                <a:prstDash val="solid"/>
                <a:round/>
                <a:headEnd len="med" w="med" type="none"/>
                <a:tailEnd len="med" w="med" type="none"/>
              </a:ln>
            </p:spPr>
          </p:cxnSp>
          <p:cxnSp>
            <p:nvCxnSpPr>
              <p:cNvPr id="1355" name="Google Shape;1355;p22"/>
              <p:cNvCxnSpPr>
                <a:stCxn id="1338" idx="6"/>
                <a:endCxn id="1342" idx="2"/>
              </p:cNvCxnSpPr>
              <p:nvPr/>
            </p:nvCxnSpPr>
            <p:spPr>
              <a:xfrm rot="8769842">
                <a:off x="755690" y="1953080"/>
                <a:ext cx="1307072" cy="1087577"/>
              </a:xfrm>
              <a:prstGeom prst="straightConnector1">
                <a:avLst/>
              </a:prstGeom>
              <a:noFill/>
              <a:ln cap="flat" cmpd="sng" w="9525">
                <a:solidFill>
                  <a:schemeClr val="dk2"/>
                </a:solidFill>
                <a:prstDash val="solid"/>
                <a:round/>
                <a:headEnd len="med" w="med" type="none"/>
                <a:tailEnd len="med" w="med" type="none"/>
              </a:ln>
            </p:spPr>
          </p:cxnSp>
          <p:cxnSp>
            <p:nvCxnSpPr>
              <p:cNvPr id="1356" name="Google Shape;1356;p22"/>
              <p:cNvCxnSpPr>
                <a:stCxn id="1342" idx="0"/>
                <a:endCxn id="1336" idx="5"/>
              </p:cNvCxnSpPr>
              <p:nvPr/>
            </p:nvCxnSpPr>
            <p:spPr>
              <a:xfrm flipH="1" rot="-2024821">
                <a:off x="797015" y="2378694"/>
                <a:ext cx="83704" cy="1321550"/>
              </a:xfrm>
              <a:prstGeom prst="straightConnector1">
                <a:avLst/>
              </a:prstGeom>
              <a:noFill/>
              <a:ln cap="flat" cmpd="sng" w="9525">
                <a:solidFill>
                  <a:schemeClr val="dk2"/>
                </a:solidFill>
                <a:prstDash val="solid"/>
                <a:round/>
                <a:headEnd len="med" w="med" type="none"/>
                <a:tailEnd len="med" w="med" type="none"/>
              </a:ln>
            </p:spPr>
          </p:cxnSp>
          <p:cxnSp>
            <p:nvCxnSpPr>
              <p:cNvPr id="1357" name="Google Shape;1357;p22"/>
              <p:cNvCxnSpPr>
                <a:stCxn id="1339" idx="4"/>
                <a:endCxn id="1337" idx="1"/>
              </p:cNvCxnSpPr>
              <p:nvPr/>
            </p:nvCxnSpPr>
            <p:spPr>
              <a:xfrm rot="8775347">
                <a:off x="2900285" y="1155017"/>
                <a:ext cx="88031" cy="2737955"/>
              </a:xfrm>
              <a:prstGeom prst="straightConnector1">
                <a:avLst/>
              </a:prstGeom>
              <a:noFill/>
              <a:ln cap="flat" cmpd="sng" w="9525">
                <a:solidFill>
                  <a:schemeClr val="dk2"/>
                </a:solidFill>
                <a:prstDash val="solid"/>
                <a:round/>
                <a:headEnd len="med" w="med" type="none"/>
                <a:tailEnd len="med" w="med" type="none"/>
              </a:ln>
            </p:spPr>
          </p:cxnSp>
          <p:cxnSp>
            <p:nvCxnSpPr>
              <p:cNvPr id="1358" name="Google Shape;1358;p22"/>
              <p:cNvCxnSpPr>
                <a:stCxn id="1336" idx="4"/>
                <a:endCxn id="1337" idx="7"/>
              </p:cNvCxnSpPr>
              <p:nvPr/>
            </p:nvCxnSpPr>
            <p:spPr>
              <a:xfrm flipH="1" rot="8769813">
                <a:off x="698488" y="1747510"/>
                <a:ext cx="1661027" cy="1493868"/>
              </a:xfrm>
              <a:prstGeom prst="straightConnector1">
                <a:avLst/>
              </a:prstGeom>
              <a:noFill/>
              <a:ln cap="flat" cmpd="sng" w="9525">
                <a:solidFill>
                  <a:schemeClr val="dk2"/>
                </a:solidFill>
                <a:prstDash val="solid"/>
                <a:round/>
                <a:headEnd len="med" w="med" type="none"/>
                <a:tailEnd len="med" w="med" type="none"/>
              </a:ln>
            </p:spPr>
          </p:cxnSp>
          <p:cxnSp>
            <p:nvCxnSpPr>
              <p:cNvPr id="1359" name="Google Shape;1359;p22"/>
              <p:cNvCxnSpPr>
                <a:stCxn id="1335" idx="5"/>
                <a:endCxn id="1337" idx="1"/>
              </p:cNvCxnSpPr>
              <p:nvPr/>
            </p:nvCxnSpPr>
            <p:spPr>
              <a:xfrm rot="8769113">
                <a:off x="2615603" y="956497"/>
                <a:ext cx="1025506" cy="2000256"/>
              </a:xfrm>
              <a:prstGeom prst="straightConnector1">
                <a:avLst/>
              </a:prstGeom>
              <a:noFill/>
              <a:ln cap="flat" cmpd="sng" w="9525">
                <a:solidFill>
                  <a:schemeClr val="dk2"/>
                </a:solidFill>
                <a:prstDash val="solid"/>
                <a:round/>
                <a:headEnd len="med" w="med" type="none"/>
                <a:tailEnd len="med" w="med" type="none"/>
              </a:ln>
            </p:spPr>
          </p:cxnSp>
          <p:sp>
            <p:nvSpPr>
              <p:cNvPr id="1360" name="Google Shape;1360;p22"/>
              <p:cNvSpPr/>
              <p:nvPr/>
            </p:nvSpPr>
            <p:spPr>
              <a:xfrm rot="10800000">
                <a:off x="873701" y="691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61" name="Google Shape;1361;p22"/>
              <p:cNvCxnSpPr>
                <a:stCxn id="1342" idx="4"/>
                <a:endCxn id="1360" idx="7"/>
              </p:cNvCxnSpPr>
              <p:nvPr/>
            </p:nvCxnSpPr>
            <p:spPr>
              <a:xfrm flipH="1" rot="8769580">
                <a:off x="114237" y="1064376"/>
                <a:ext cx="1173861" cy="1048886"/>
              </a:xfrm>
              <a:prstGeom prst="straightConnector1">
                <a:avLst/>
              </a:prstGeom>
              <a:noFill/>
              <a:ln cap="flat" cmpd="sng" w="9525">
                <a:solidFill>
                  <a:schemeClr val="dk2"/>
                </a:solidFill>
                <a:prstDash val="solid"/>
                <a:round/>
                <a:headEnd len="med" w="med" type="none"/>
                <a:tailEnd len="med" w="med" type="none"/>
              </a:ln>
            </p:spPr>
          </p:cxnSp>
          <p:cxnSp>
            <p:nvCxnSpPr>
              <p:cNvPr id="1362" name="Google Shape;1362;p22"/>
              <p:cNvCxnSpPr>
                <a:stCxn id="1360" idx="2"/>
                <a:endCxn id="1337" idx="5"/>
              </p:cNvCxnSpPr>
              <p:nvPr/>
            </p:nvCxnSpPr>
            <p:spPr>
              <a:xfrm rot="-2029235">
                <a:off x="1179725" y="581031"/>
                <a:ext cx="474852" cy="677375"/>
              </a:xfrm>
              <a:prstGeom prst="straightConnector1">
                <a:avLst/>
              </a:prstGeom>
              <a:noFill/>
              <a:ln cap="flat" cmpd="sng" w="9525">
                <a:solidFill>
                  <a:schemeClr val="dk2"/>
                </a:solidFill>
                <a:prstDash val="solid"/>
                <a:round/>
                <a:headEnd len="med" w="med" type="none"/>
                <a:tailEnd len="med" w="med" type="none"/>
              </a:ln>
            </p:spPr>
          </p:cxnSp>
          <p:cxnSp>
            <p:nvCxnSpPr>
              <p:cNvPr id="1363" name="Google Shape;1363;p22"/>
              <p:cNvCxnSpPr>
                <a:stCxn id="1360" idx="0"/>
                <a:endCxn id="1336" idx="4"/>
              </p:cNvCxnSpPr>
              <p:nvPr/>
            </p:nvCxnSpPr>
            <p:spPr>
              <a:xfrm flipH="1" rot="-2030204">
                <a:off x="469943" y="996108"/>
                <a:ext cx="1267716" cy="2434421"/>
              </a:xfrm>
              <a:prstGeom prst="straightConnector1">
                <a:avLst/>
              </a:prstGeom>
              <a:noFill/>
              <a:ln cap="flat" cmpd="sng" w="9525">
                <a:solidFill>
                  <a:schemeClr val="dk2"/>
                </a:solidFill>
                <a:prstDash val="solid"/>
                <a:round/>
                <a:headEnd len="med" w="med" type="none"/>
                <a:tailEnd len="med" w="med" type="none"/>
              </a:ln>
            </p:spPr>
          </p:cxnSp>
          <p:cxnSp>
            <p:nvCxnSpPr>
              <p:cNvPr id="1364" name="Google Shape;1364;p22"/>
              <p:cNvCxnSpPr>
                <a:stCxn id="1360" idx="1"/>
                <a:endCxn id="1338" idx="5"/>
              </p:cNvCxnSpPr>
              <p:nvPr/>
            </p:nvCxnSpPr>
            <p:spPr>
              <a:xfrm rot="-2032139">
                <a:off x="1589793" y="616894"/>
                <a:ext cx="106586" cy="2121320"/>
              </a:xfrm>
              <a:prstGeom prst="straightConnector1">
                <a:avLst/>
              </a:prstGeom>
              <a:noFill/>
              <a:ln cap="flat" cmpd="sng" w="9525">
                <a:solidFill>
                  <a:schemeClr val="dk2"/>
                </a:solidFill>
                <a:prstDash val="solid"/>
                <a:round/>
                <a:headEnd len="med" w="med" type="none"/>
                <a:tailEnd len="med" w="med" type="none"/>
              </a:ln>
            </p:spPr>
          </p:cxnSp>
          <p:sp>
            <p:nvSpPr>
              <p:cNvPr id="1365" name="Google Shape;1365;p22"/>
              <p:cNvSpPr/>
              <p:nvPr/>
            </p:nvSpPr>
            <p:spPr>
              <a:xfrm rot="10800000">
                <a:off x="2346923" y="285337"/>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66" name="Google Shape;1366;p22"/>
              <p:cNvCxnSpPr>
                <a:stCxn id="1360" idx="2"/>
                <a:endCxn id="1365" idx="6"/>
              </p:cNvCxnSpPr>
              <p:nvPr/>
            </p:nvCxnSpPr>
            <p:spPr>
              <a:xfrm rot="-2030441">
                <a:off x="1040224" y="373064"/>
                <a:ext cx="1297753" cy="427010"/>
              </a:xfrm>
              <a:prstGeom prst="straightConnector1">
                <a:avLst/>
              </a:prstGeom>
              <a:noFill/>
              <a:ln cap="flat" cmpd="sng" w="9525">
                <a:solidFill>
                  <a:schemeClr val="dk2"/>
                </a:solidFill>
                <a:prstDash val="solid"/>
                <a:round/>
                <a:headEnd len="med" w="med" type="none"/>
                <a:tailEnd len="med" w="med" type="none"/>
              </a:ln>
            </p:spPr>
          </p:cxnSp>
          <p:cxnSp>
            <p:nvCxnSpPr>
              <p:cNvPr id="1367" name="Google Shape;1367;p22"/>
              <p:cNvCxnSpPr>
                <a:stCxn id="1365" idx="1"/>
                <a:endCxn id="1341" idx="5"/>
              </p:cNvCxnSpPr>
              <p:nvPr/>
            </p:nvCxnSpPr>
            <p:spPr>
              <a:xfrm flipH="1" rot="-2034703">
                <a:off x="2826258" y="400719"/>
                <a:ext cx="43017" cy="1143823"/>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368" name="Shape 1368"/>
        <p:cNvGrpSpPr/>
        <p:nvPr/>
      </p:nvGrpSpPr>
      <p:grpSpPr>
        <a:xfrm>
          <a:off x="0" y="0"/>
          <a:ext cx="0" cy="0"/>
          <a:chOff x="0" y="0"/>
          <a:chExt cx="0" cy="0"/>
        </a:xfrm>
      </p:grpSpPr>
      <p:grpSp>
        <p:nvGrpSpPr>
          <p:cNvPr id="1369" name="Google Shape;1369;p23"/>
          <p:cNvGrpSpPr/>
          <p:nvPr/>
        </p:nvGrpSpPr>
        <p:grpSpPr>
          <a:xfrm>
            <a:off x="190301" y="174004"/>
            <a:ext cx="8808974" cy="4007621"/>
            <a:chOff x="190301" y="174004"/>
            <a:chExt cx="8808974" cy="4007621"/>
          </a:xfrm>
        </p:grpSpPr>
        <p:grpSp>
          <p:nvGrpSpPr>
            <p:cNvPr id="1370" name="Google Shape;1370;p23"/>
            <p:cNvGrpSpPr/>
            <p:nvPr/>
          </p:nvGrpSpPr>
          <p:grpSpPr>
            <a:xfrm rot="10800000">
              <a:off x="190301" y="3858950"/>
              <a:ext cx="298275" cy="322675"/>
              <a:chOff x="8667225" y="681525"/>
              <a:chExt cx="298275" cy="322675"/>
            </a:xfrm>
          </p:grpSpPr>
          <p:sp>
            <p:nvSpPr>
              <p:cNvPr id="1371" name="Google Shape;1371;p23"/>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2" name="Google Shape;1372;p23"/>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3" name="Google Shape;1373;p23"/>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374" name="Google Shape;1374;p23"/>
            <p:cNvGrpSpPr/>
            <p:nvPr/>
          </p:nvGrpSpPr>
          <p:grpSpPr>
            <a:xfrm rot="-5139163">
              <a:off x="8591694" y="201328"/>
              <a:ext cx="406266" cy="379191"/>
              <a:chOff x="140150" y="4657175"/>
              <a:chExt cx="406275" cy="379200"/>
            </a:xfrm>
          </p:grpSpPr>
          <p:sp>
            <p:nvSpPr>
              <p:cNvPr id="1375" name="Google Shape;1375;p23"/>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6" name="Google Shape;1376;p23"/>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7" name="Google Shape;1377;p23"/>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8" name="Google Shape;1378;p23"/>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1379" name="Google Shape;1379;p23"/>
          <p:cNvGrpSpPr/>
          <p:nvPr/>
        </p:nvGrpSpPr>
        <p:grpSpPr>
          <a:xfrm>
            <a:off x="115024" y="-2374836"/>
            <a:ext cx="8971639" cy="9886184"/>
            <a:chOff x="115024" y="-2374836"/>
            <a:chExt cx="8971639" cy="9886184"/>
          </a:xfrm>
        </p:grpSpPr>
        <p:grpSp>
          <p:nvGrpSpPr>
            <p:cNvPr id="1380" name="Google Shape;1380;p23"/>
            <p:cNvGrpSpPr/>
            <p:nvPr/>
          </p:nvGrpSpPr>
          <p:grpSpPr>
            <a:xfrm flipH="1">
              <a:off x="115024" y="-2374836"/>
              <a:ext cx="3687215" cy="3485542"/>
              <a:chOff x="5337386" y="-2374836"/>
              <a:chExt cx="3687215" cy="3485542"/>
            </a:xfrm>
          </p:grpSpPr>
          <p:sp>
            <p:nvSpPr>
              <p:cNvPr id="1381" name="Google Shape;1381;p23"/>
              <p:cNvSpPr/>
              <p:nvPr/>
            </p:nvSpPr>
            <p:spPr>
              <a:xfrm rot="9698973">
                <a:off x="8256504" y="-2357857"/>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2" name="Google Shape;1382;p23"/>
              <p:cNvSpPr/>
              <p:nvPr/>
            </p:nvSpPr>
            <p:spPr>
              <a:xfrm rot="9699868">
                <a:off x="6325487" y="-94127"/>
                <a:ext cx="164028" cy="164028"/>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3" name="Google Shape;1383;p23"/>
              <p:cNvSpPr/>
              <p:nvPr/>
            </p:nvSpPr>
            <p:spPr>
              <a:xfrm rot="9695130">
                <a:off x="7230532" y="-1291785"/>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4" name="Google Shape;1384;p23"/>
              <p:cNvSpPr/>
              <p:nvPr/>
            </p:nvSpPr>
            <p:spPr>
              <a:xfrm rot="9708981">
                <a:off x="8013809" y="-15157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5" name="Google Shape;1385;p23"/>
              <p:cNvSpPr/>
              <p:nvPr/>
            </p:nvSpPr>
            <p:spPr>
              <a:xfrm rot="9699377">
                <a:off x="8889724" y="131264"/>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6" name="Google Shape;1386;p23"/>
              <p:cNvSpPr/>
              <p:nvPr/>
            </p:nvSpPr>
            <p:spPr>
              <a:xfrm rot="-9307649">
                <a:off x="7169475" y="191656"/>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7" name="Google Shape;1387;p23"/>
              <p:cNvSpPr/>
              <p:nvPr/>
            </p:nvSpPr>
            <p:spPr>
              <a:xfrm rot="9708981">
                <a:off x="7609568" y="-1824766"/>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8" name="Google Shape;1388;p23"/>
              <p:cNvSpPr/>
              <p:nvPr/>
            </p:nvSpPr>
            <p:spPr>
              <a:xfrm rot="9698900">
                <a:off x="5354617" y="277974"/>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89" name="Google Shape;1389;p23"/>
              <p:cNvCxnSpPr>
                <a:stCxn id="1385" idx="5"/>
                <a:endCxn id="1384" idx="1"/>
              </p:cNvCxnSpPr>
              <p:nvPr/>
            </p:nvCxnSpPr>
            <p:spPr>
              <a:xfrm rot="10800000">
                <a:off x="8095656" y="-88788"/>
                <a:ext cx="800400" cy="252900"/>
              </a:xfrm>
              <a:prstGeom prst="straightConnector1">
                <a:avLst/>
              </a:prstGeom>
              <a:noFill/>
              <a:ln cap="flat" cmpd="sng" w="9525">
                <a:solidFill>
                  <a:schemeClr val="dk2"/>
                </a:solidFill>
                <a:prstDash val="solid"/>
                <a:round/>
                <a:headEnd len="med" w="med" type="none"/>
                <a:tailEnd len="med" w="med" type="none"/>
              </a:ln>
            </p:spPr>
          </p:cxnSp>
          <p:cxnSp>
            <p:nvCxnSpPr>
              <p:cNvPr id="1390" name="Google Shape;1390;p23"/>
              <p:cNvCxnSpPr>
                <a:stCxn id="1386" idx="4"/>
                <a:endCxn id="1384" idx="6"/>
              </p:cNvCxnSpPr>
              <p:nvPr/>
            </p:nvCxnSpPr>
            <p:spPr>
              <a:xfrm flipH="1" rot="10800000">
                <a:off x="7230777" y="-9474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1391" name="Google Shape;1391;p23"/>
              <p:cNvCxnSpPr>
                <a:stCxn id="1381" idx="0"/>
                <a:endCxn id="1385" idx="4"/>
              </p:cNvCxnSpPr>
              <p:nvPr/>
            </p:nvCxnSpPr>
            <p:spPr>
              <a:xfrm>
                <a:off x="8341075" y="-2232486"/>
                <a:ext cx="589500" cy="2366700"/>
              </a:xfrm>
              <a:prstGeom prst="straightConnector1">
                <a:avLst/>
              </a:prstGeom>
              <a:noFill/>
              <a:ln cap="flat" cmpd="sng" w="9525">
                <a:solidFill>
                  <a:schemeClr val="dk2"/>
                </a:solidFill>
                <a:prstDash val="solid"/>
                <a:round/>
                <a:headEnd len="med" w="med" type="none"/>
                <a:tailEnd len="med" w="med" type="none"/>
              </a:ln>
            </p:spPr>
          </p:cxnSp>
          <p:cxnSp>
            <p:nvCxnSpPr>
              <p:cNvPr id="1392" name="Google Shape;1392;p23"/>
              <p:cNvCxnSpPr>
                <a:stCxn id="1385" idx="6"/>
                <a:endCxn id="1386" idx="2"/>
              </p:cNvCxnSpPr>
              <p:nvPr/>
            </p:nvCxnSpPr>
            <p:spPr>
              <a:xfrm flipH="1">
                <a:off x="7251752" y="209591"/>
                <a:ext cx="1641000" cy="43500"/>
              </a:xfrm>
              <a:prstGeom prst="straightConnector1">
                <a:avLst/>
              </a:prstGeom>
              <a:noFill/>
              <a:ln cap="flat" cmpd="sng" w="9525">
                <a:solidFill>
                  <a:schemeClr val="dk2"/>
                </a:solidFill>
                <a:prstDash val="solid"/>
                <a:round/>
                <a:headEnd len="med" w="med" type="none"/>
                <a:tailEnd len="med" w="med" type="none"/>
              </a:ln>
            </p:spPr>
          </p:cxnSp>
          <p:cxnSp>
            <p:nvCxnSpPr>
              <p:cNvPr id="1393" name="Google Shape;1393;p23"/>
              <p:cNvCxnSpPr>
                <a:stCxn id="1386" idx="6"/>
                <a:endCxn id="1382" idx="1"/>
              </p:cNvCxnSpPr>
              <p:nvPr/>
            </p:nvCxnSpPr>
            <p:spPr>
              <a:xfrm rot="10800000">
                <a:off x="6480777" y="24658"/>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1394" name="Google Shape;1394;p23"/>
              <p:cNvCxnSpPr>
                <a:stCxn id="1384" idx="6"/>
                <a:endCxn id="1382" idx="1"/>
              </p:cNvCxnSpPr>
              <p:nvPr/>
            </p:nvCxnSpPr>
            <p:spPr>
              <a:xfrm flipH="1">
                <a:off x="6480870" y="-94816"/>
                <a:ext cx="1535100" cy="119400"/>
              </a:xfrm>
              <a:prstGeom prst="straightConnector1">
                <a:avLst/>
              </a:prstGeom>
              <a:noFill/>
              <a:ln cap="flat" cmpd="sng" w="9525">
                <a:solidFill>
                  <a:schemeClr val="dk2"/>
                </a:solidFill>
                <a:prstDash val="solid"/>
                <a:round/>
                <a:headEnd len="med" w="med" type="none"/>
                <a:tailEnd len="med" w="med" type="none"/>
              </a:ln>
            </p:spPr>
          </p:cxnSp>
          <p:cxnSp>
            <p:nvCxnSpPr>
              <p:cNvPr id="1395" name="Google Shape;1395;p23"/>
              <p:cNvCxnSpPr>
                <a:stCxn id="1381" idx="6"/>
                <a:endCxn id="1387" idx="3"/>
              </p:cNvCxnSpPr>
              <p:nvPr/>
            </p:nvCxnSpPr>
            <p:spPr>
              <a:xfrm flipH="1">
                <a:off x="7672375" y="-227328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1396" name="Google Shape;1396;p23"/>
              <p:cNvCxnSpPr>
                <a:stCxn id="1381" idx="7"/>
                <a:endCxn id="1384" idx="4"/>
              </p:cNvCxnSpPr>
              <p:nvPr/>
            </p:nvCxnSpPr>
            <p:spPr>
              <a:xfrm flipH="1">
                <a:off x="8043575" y="-223604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1397" name="Google Shape;1397;p23"/>
              <p:cNvCxnSpPr>
                <a:stCxn id="1387" idx="7"/>
                <a:endCxn id="1383" idx="3"/>
              </p:cNvCxnSpPr>
              <p:nvPr/>
            </p:nvCxnSpPr>
            <p:spPr>
              <a:xfrm flipH="1">
                <a:off x="7423012" y="-174289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1398" name="Google Shape;1398;p23"/>
              <p:cNvCxnSpPr>
                <a:stCxn id="1383" idx="0"/>
                <a:endCxn id="1384" idx="4"/>
              </p:cNvCxnSpPr>
              <p:nvPr/>
            </p:nvCxnSpPr>
            <p:spPr>
              <a:xfrm>
                <a:off x="7405490" y="-103267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1399" name="Google Shape;1399;p23"/>
              <p:cNvCxnSpPr>
                <a:stCxn id="1388" idx="2"/>
                <a:endCxn id="1382" idx="6"/>
              </p:cNvCxnSpPr>
              <p:nvPr/>
            </p:nvCxnSpPr>
            <p:spPr>
              <a:xfrm flipH="1" rot="10800000">
                <a:off x="5481836" y="13694"/>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1400" name="Google Shape;1400;p23"/>
              <p:cNvCxnSpPr>
                <a:stCxn id="1386" idx="7"/>
                <a:endCxn id="1388" idx="1"/>
              </p:cNvCxnSpPr>
              <p:nvPr/>
            </p:nvCxnSpPr>
            <p:spPr>
              <a:xfrm flipH="1">
                <a:off x="5478310" y="249658"/>
                <a:ext cx="1693800" cy="123000"/>
              </a:xfrm>
              <a:prstGeom prst="straightConnector1">
                <a:avLst/>
              </a:prstGeom>
              <a:noFill/>
              <a:ln cap="flat" cmpd="sng" w="9525">
                <a:solidFill>
                  <a:schemeClr val="dk2"/>
                </a:solidFill>
                <a:prstDash val="solid"/>
                <a:round/>
                <a:headEnd len="med" w="med" type="none"/>
                <a:tailEnd len="med" w="med" type="none"/>
              </a:ln>
            </p:spPr>
          </p:cxnSp>
          <p:sp>
            <p:nvSpPr>
              <p:cNvPr id="1401" name="Google Shape;1401;p23"/>
              <p:cNvSpPr/>
              <p:nvPr/>
            </p:nvSpPr>
            <p:spPr>
              <a:xfrm rot="9708981">
                <a:off x="6280042" y="-65569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02" name="Google Shape;1402;p23"/>
              <p:cNvCxnSpPr>
                <a:stCxn id="1388" idx="3"/>
                <a:endCxn id="1401" idx="6"/>
              </p:cNvCxnSpPr>
              <p:nvPr/>
            </p:nvCxnSpPr>
            <p:spPr>
              <a:xfrm flipH="1" rot="10800000">
                <a:off x="5449161" y="-59889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1403" name="Google Shape;1403;p23"/>
              <p:cNvCxnSpPr>
                <a:stCxn id="1401" idx="2"/>
                <a:endCxn id="1383" idx="6"/>
              </p:cNvCxnSpPr>
              <p:nvPr/>
            </p:nvCxnSpPr>
            <p:spPr>
              <a:xfrm flipH="1" rot="10800000">
                <a:off x="6364402" y="-111673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1404" name="Google Shape;1404;p23"/>
              <p:cNvCxnSpPr>
                <a:stCxn id="1401" idx="0"/>
                <a:endCxn id="1382" idx="4"/>
              </p:cNvCxnSpPr>
              <p:nvPr/>
            </p:nvCxnSpPr>
            <p:spPr>
              <a:xfrm>
                <a:off x="6336802" y="-57133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1405" name="Google Shape;1405;p23"/>
              <p:cNvCxnSpPr>
                <a:stCxn id="1401" idx="1"/>
                <a:endCxn id="1384" idx="5"/>
              </p:cNvCxnSpPr>
              <p:nvPr/>
            </p:nvCxnSpPr>
            <p:spPr>
              <a:xfrm>
                <a:off x="6361911" y="-59291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1406" name="Google Shape;1406;p23"/>
              <p:cNvSpPr/>
              <p:nvPr/>
            </p:nvSpPr>
            <p:spPr>
              <a:xfrm rot="9698973">
                <a:off x="7912582" y="-1816833"/>
                <a:ext cx="128642" cy="128642"/>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07" name="Google Shape;1407;p23"/>
              <p:cNvCxnSpPr>
                <a:stCxn id="1383" idx="2"/>
                <a:endCxn id="1406" idx="7"/>
              </p:cNvCxnSpPr>
              <p:nvPr/>
            </p:nvCxnSpPr>
            <p:spPr>
              <a:xfrm flipH="1" rot="10800000">
                <a:off x="7489640" y="-169492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1408" name="Google Shape;1408;p23"/>
              <p:cNvCxnSpPr>
                <a:stCxn id="1406" idx="3"/>
                <a:endCxn id="1381" idx="7"/>
              </p:cNvCxnSpPr>
              <p:nvPr/>
            </p:nvCxnSpPr>
            <p:spPr>
              <a:xfrm flipH="1" rot="10800000">
                <a:off x="8005753" y="-223600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1409" name="Google Shape;1409;p23"/>
              <p:cNvCxnSpPr>
                <a:stCxn id="1384" idx="4"/>
                <a:endCxn id="1406" idx="0"/>
              </p:cNvCxnSpPr>
              <p:nvPr/>
            </p:nvCxnSpPr>
            <p:spPr>
              <a:xfrm rot="10800000">
                <a:off x="7997070" y="-1691416"/>
                <a:ext cx="46500" cy="1542000"/>
              </a:xfrm>
              <a:prstGeom prst="straightConnector1">
                <a:avLst/>
              </a:prstGeom>
              <a:noFill/>
              <a:ln cap="flat" cmpd="sng" w="9525">
                <a:solidFill>
                  <a:schemeClr val="dk2"/>
                </a:solidFill>
                <a:prstDash val="solid"/>
                <a:round/>
                <a:headEnd len="med" w="med" type="none"/>
                <a:tailEnd len="med" w="med" type="none"/>
              </a:ln>
            </p:spPr>
          </p:cxnSp>
          <p:sp>
            <p:nvSpPr>
              <p:cNvPr id="1410" name="Google Shape;1410;p23"/>
              <p:cNvSpPr/>
              <p:nvPr/>
            </p:nvSpPr>
            <p:spPr>
              <a:xfrm rot="9700738">
                <a:off x="8739027" y="840659"/>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11" name="Google Shape;1411;p23"/>
              <p:cNvCxnSpPr>
                <a:stCxn id="1384" idx="0"/>
                <a:endCxn id="1410" idx="4"/>
              </p:cNvCxnSpPr>
              <p:nvPr/>
            </p:nvCxnSpPr>
            <p:spPr>
              <a:xfrm>
                <a:off x="8070570" y="-67216"/>
                <a:ext cx="750300" cy="913800"/>
              </a:xfrm>
              <a:prstGeom prst="straightConnector1">
                <a:avLst/>
              </a:prstGeom>
              <a:noFill/>
              <a:ln cap="flat" cmpd="sng" w="9525">
                <a:solidFill>
                  <a:schemeClr val="dk2"/>
                </a:solidFill>
                <a:prstDash val="solid"/>
                <a:round/>
                <a:headEnd len="med" w="med" type="none"/>
                <a:tailEnd len="med" w="med" type="none"/>
              </a:ln>
            </p:spPr>
          </p:cxnSp>
          <p:cxnSp>
            <p:nvCxnSpPr>
              <p:cNvPr id="1412" name="Google Shape;1412;p23"/>
              <p:cNvCxnSpPr>
                <a:stCxn id="1385" idx="7"/>
                <a:endCxn id="1410" idx="3"/>
              </p:cNvCxnSpPr>
              <p:nvPr/>
            </p:nvCxnSpPr>
            <p:spPr>
              <a:xfrm flipH="1">
                <a:off x="8911773" y="244086"/>
                <a:ext cx="10800" cy="609300"/>
              </a:xfrm>
              <a:prstGeom prst="straightConnector1">
                <a:avLst/>
              </a:prstGeom>
              <a:noFill/>
              <a:ln cap="flat" cmpd="sng" w="9525">
                <a:solidFill>
                  <a:schemeClr val="dk2"/>
                </a:solidFill>
                <a:prstDash val="solid"/>
                <a:round/>
                <a:headEnd len="med" w="med" type="none"/>
                <a:tailEnd len="med" w="med" type="none"/>
              </a:ln>
            </p:spPr>
          </p:cxnSp>
        </p:grpSp>
        <p:grpSp>
          <p:nvGrpSpPr>
            <p:cNvPr id="1413" name="Google Shape;1413;p23"/>
            <p:cNvGrpSpPr/>
            <p:nvPr/>
          </p:nvGrpSpPr>
          <p:grpSpPr>
            <a:xfrm>
              <a:off x="4731484" y="3997585"/>
              <a:ext cx="4355179" cy="3513764"/>
              <a:chOff x="720009" y="3852908"/>
              <a:chExt cx="4355179" cy="3513764"/>
            </a:xfrm>
          </p:grpSpPr>
          <p:sp>
            <p:nvSpPr>
              <p:cNvPr id="1414" name="Google Shape;1414;p23"/>
              <p:cNvSpPr/>
              <p:nvPr/>
            </p:nvSpPr>
            <p:spPr>
              <a:xfrm rot="8759498">
                <a:off x="4842687" y="3890706"/>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5" name="Google Shape;1415;p23"/>
              <p:cNvSpPr/>
              <p:nvPr/>
            </p:nvSpPr>
            <p:spPr>
              <a:xfrm rot="8759498">
                <a:off x="2275964" y="6863806"/>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6" name="Google Shape;1416;p23"/>
              <p:cNvSpPr/>
              <p:nvPr/>
            </p:nvSpPr>
            <p:spPr>
              <a:xfrm rot="8760064">
                <a:off x="1605200" y="4894668"/>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7" name="Google Shape;1417;p23"/>
              <p:cNvSpPr/>
              <p:nvPr/>
            </p:nvSpPr>
            <p:spPr>
              <a:xfrm rot="8752287">
                <a:off x="3601108" y="609149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8" name="Google Shape;1418;p23"/>
              <p:cNvSpPr/>
              <p:nvPr/>
            </p:nvSpPr>
            <p:spPr>
              <a:xfrm rot="8754177">
                <a:off x="4682827" y="4819876"/>
                <a:ext cx="210847" cy="21084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9" name="Google Shape;1419;p23"/>
              <p:cNvSpPr/>
              <p:nvPr/>
            </p:nvSpPr>
            <p:spPr>
              <a:xfrm rot="8752287">
                <a:off x="3494792" y="721083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20" name="Google Shape;1420;p23"/>
              <p:cNvSpPr/>
              <p:nvPr/>
            </p:nvSpPr>
            <p:spPr>
              <a:xfrm rot="8752287">
                <a:off x="3265787" y="4938959"/>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21" name="Google Shape;1421;p23"/>
              <p:cNvSpPr/>
              <p:nvPr/>
            </p:nvSpPr>
            <p:spPr>
              <a:xfrm rot="8754847">
                <a:off x="1467743" y="6207539"/>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22" name="Google Shape;1422;p23"/>
              <p:cNvCxnSpPr>
                <a:stCxn id="1419" idx="4"/>
                <a:endCxn id="1417" idx="0"/>
              </p:cNvCxnSpPr>
              <p:nvPr/>
            </p:nvCxnSpPr>
            <p:spPr>
              <a:xfrm flipH="1" rot="10800000">
                <a:off x="3523426" y="6210771"/>
                <a:ext cx="179400" cy="1011300"/>
              </a:xfrm>
              <a:prstGeom prst="straightConnector1">
                <a:avLst/>
              </a:prstGeom>
              <a:noFill/>
              <a:ln cap="flat" cmpd="sng" w="9525">
                <a:solidFill>
                  <a:schemeClr val="dk2"/>
                </a:solidFill>
                <a:prstDash val="solid"/>
                <a:round/>
                <a:headEnd len="med" w="med" type="none"/>
                <a:tailEnd len="med" w="med" type="none"/>
              </a:ln>
            </p:spPr>
          </p:cxnSp>
          <p:cxnSp>
            <p:nvCxnSpPr>
              <p:cNvPr id="1423" name="Google Shape;1423;p23"/>
              <p:cNvCxnSpPr>
                <a:stCxn id="1414" idx="7"/>
                <a:endCxn id="1418" idx="3"/>
              </p:cNvCxnSpPr>
              <p:nvPr/>
            </p:nvCxnSpPr>
            <p:spPr>
              <a:xfrm flipH="1">
                <a:off x="4808077" y="4083623"/>
                <a:ext cx="113400" cy="738300"/>
              </a:xfrm>
              <a:prstGeom prst="straightConnector1">
                <a:avLst/>
              </a:prstGeom>
              <a:noFill/>
              <a:ln cap="flat" cmpd="sng" w="9525">
                <a:solidFill>
                  <a:schemeClr val="dk2"/>
                </a:solidFill>
                <a:prstDash val="solid"/>
                <a:round/>
                <a:headEnd len="med" w="med" type="none"/>
                <a:tailEnd len="med" w="med" type="none"/>
              </a:ln>
            </p:spPr>
          </p:cxnSp>
          <p:cxnSp>
            <p:nvCxnSpPr>
              <p:cNvPr id="1424" name="Google Shape;1424;p23"/>
              <p:cNvCxnSpPr>
                <a:stCxn id="1418" idx="7"/>
                <a:endCxn id="1419" idx="2"/>
              </p:cNvCxnSpPr>
              <p:nvPr/>
            </p:nvCxnSpPr>
            <p:spPr>
              <a:xfrm flipH="1">
                <a:off x="3613910" y="5028820"/>
                <a:ext cx="1154400" cy="2210700"/>
              </a:xfrm>
              <a:prstGeom prst="straightConnector1">
                <a:avLst/>
              </a:prstGeom>
              <a:noFill/>
              <a:ln cap="flat" cmpd="sng" w="9525">
                <a:solidFill>
                  <a:schemeClr val="dk2"/>
                </a:solidFill>
                <a:prstDash val="solid"/>
                <a:round/>
                <a:headEnd len="med" w="med" type="none"/>
                <a:tailEnd len="med" w="med" type="none"/>
              </a:ln>
            </p:spPr>
          </p:cxnSp>
          <p:cxnSp>
            <p:nvCxnSpPr>
              <p:cNvPr id="1425" name="Google Shape;1425;p23"/>
              <p:cNvCxnSpPr>
                <a:stCxn id="1419" idx="6"/>
                <a:endCxn id="1415" idx="1"/>
              </p:cNvCxnSpPr>
              <p:nvPr/>
            </p:nvCxnSpPr>
            <p:spPr>
              <a:xfrm rot="10800000">
                <a:off x="2468926" y="6979671"/>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1426" name="Google Shape;1426;p23"/>
              <p:cNvCxnSpPr>
                <a:stCxn id="1417" idx="7"/>
                <a:endCxn id="1415" idx="3"/>
              </p:cNvCxnSpPr>
              <p:nvPr/>
            </p:nvCxnSpPr>
            <p:spPr>
              <a:xfrm flipH="1">
                <a:off x="2391939" y="6220795"/>
                <a:ext cx="1262100" cy="644700"/>
              </a:xfrm>
              <a:prstGeom prst="straightConnector1">
                <a:avLst/>
              </a:prstGeom>
              <a:noFill/>
              <a:ln cap="flat" cmpd="sng" w="9525">
                <a:solidFill>
                  <a:schemeClr val="dk2"/>
                </a:solidFill>
                <a:prstDash val="solid"/>
                <a:round/>
                <a:headEnd len="med" w="med" type="none"/>
                <a:tailEnd len="med" w="med" type="none"/>
              </a:ln>
            </p:spPr>
          </p:cxnSp>
          <p:cxnSp>
            <p:nvCxnSpPr>
              <p:cNvPr id="1427" name="Google Shape;1427;p23"/>
              <p:cNvCxnSpPr>
                <a:stCxn id="1414" idx="6"/>
                <a:endCxn id="1420" idx="2"/>
              </p:cNvCxnSpPr>
              <p:nvPr/>
            </p:nvCxnSpPr>
            <p:spPr>
              <a:xfrm flipH="1">
                <a:off x="3385138" y="4042508"/>
                <a:ext cx="1474200" cy="925200"/>
              </a:xfrm>
              <a:prstGeom prst="straightConnector1">
                <a:avLst/>
              </a:prstGeom>
              <a:noFill/>
              <a:ln cap="flat" cmpd="sng" w="9525">
                <a:solidFill>
                  <a:schemeClr val="dk2"/>
                </a:solidFill>
                <a:prstDash val="solid"/>
                <a:round/>
                <a:headEnd len="med" w="med" type="none"/>
                <a:tailEnd len="med" w="med" type="none"/>
              </a:ln>
            </p:spPr>
          </p:cxnSp>
          <p:cxnSp>
            <p:nvCxnSpPr>
              <p:cNvPr id="1428" name="Google Shape;1428;p23"/>
              <p:cNvCxnSpPr>
                <a:stCxn id="1420" idx="0"/>
                <a:endCxn id="1417" idx="2"/>
              </p:cNvCxnSpPr>
              <p:nvPr/>
            </p:nvCxnSpPr>
            <p:spPr>
              <a:xfrm>
                <a:off x="3367622" y="5058194"/>
                <a:ext cx="352800" cy="1062000"/>
              </a:xfrm>
              <a:prstGeom prst="straightConnector1">
                <a:avLst/>
              </a:prstGeom>
              <a:noFill/>
              <a:ln cap="flat" cmpd="sng" w="9525">
                <a:solidFill>
                  <a:schemeClr val="dk2"/>
                </a:solidFill>
                <a:prstDash val="solid"/>
                <a:round/>
                <a:headEnd len="med" w="med" type="none"/>
                <a:tailEnd len="med" w="med" type="none"/>
              </a:ln>
            </p:spPr>
          </p:cxnSp>
          <p:cxnSp>
            <p:nvCxnSpPr>
              <p:cNvPr id="1429" name="Google Shape;1429;p23"/>
              <p:cNvCxnSpPr>
                <a:stCxn id="1420" idx="5"/>
                <a:endCxn id="1416" idx="1"/>
              </p:cNvCxnSpPr>
              <p:nvPr/>
            </p:nvCxnSpPr>
            <p:spPr>
              <a:xfrm flipH="1">
                <a:off x="2002758" y="4991890"/>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1430" name="Google Shape;1430;p23"/>
              <p:cNvCxnSpPr>
                <a:stCxn id="1416" idx="0"/>
                <a:endCxn id="1417" idx="5"/>
              </p:cNvCxnSpPr>
              <p:nvPr/>
            </p:nvCxnSpPr>
            <p:spPr>
              <a:xfrm>
                <a:off x="1918052" y="5261670"/>
                <a:ext cx="1684200" cy="882900"/>
              </a:xfrm>
              <a:prstGeom prst="straightConnector1">
                <a:avLst/>
              </a:prstGeom>
              <a:noFill/>
              <a:ln cap="flat" cmpd="sng" w="9525">
                <a:solidFill>
                  <a:schemeClr val="dk2"/>
                </a:solidFill>
                <a:prstDash val="solid"/>
                <a:round/>
                <a:headEnd len="med" w="med" type="none"/>
                <a:tailEnd len="med" w="med" type="none"/>
              </a:ln>
            </p:spPr>
          </p:cxnSp>
          <p:cxnSp>
            <p:nvCxnSpPr>
              <p:cNvPr id="1431" name="Google Shape;1431;p23"/>
              <p:cNvCxnSpPr>
                <a:stCxn id="1416" idx="7"/>
                <a:endCxn id="1421" idx="3"/>
              </p:cNvCxnSpPr>
              <p:nvPr/>
            </p:nvCxnSpPr>
            <p:spPr>
              <a:xfrm flipH="1">
                <a:off x="1525162" y="5292284"/>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1432" name="Google Shape;1432;p23"/>
              <p:cNvCxnSpPr>
                <a:stCxn id="1417" idx="6"/>
                <a:endCxn id="1421" idx="2"/>
              </p:cNvCxnSpPr>
              <p:nvPr/>
            </p:nvCxnSpPr>
            <p:spPr>
              <a:xfrm flipH="1">
                <a:off x="1555843" y="6193331"/>
                <a:ext cx="2056500" cy="35400"/>
              </a:xfrm>
              <a:prstGeom prst="straightConnector1">
                <a:avLst/>
              </a:prstGeom>
              <a:noFill/>
              <a:ln cap="flat" cmpd="sng" w="9525">
                <a:solidFill>
                  <a:schemeClr val="dk2"/>
                </a:solidFill>
                <a:prstDash val="solid"/>
                <a:round/>
                <a:headEnd len="med" w="med" type="none"/>
                <a:tailEnd len="med" w="med" type="none"/>
              </a:ln>
            </p:spPr>
          </p:cxnSp>
          <p:cxnSp>
            <p:nvCxnSpPr>
              <p:cNvPr id="1433" name="Google Shape;1433;p23"/>
              <p:cNvCxnSpPr>
                <a:stCxn id="1421" idx="0"/>
                <a:endCxn id="1415" idx="4"/>
              </p:cNvCxnSpPr>
              <p:nvPr/>
            </p:nvCxnSpPr>
            <p:spPr>
              <a:xfrm>
                <a:off x="1542920" y="6295616"/>
                <a:ext cx="775800" cy="584700"/>
              </a:xfrm>
              <a:prstGeom prst="straightConnector1">
                <a:avLst/>
              </a:prstGeom>
              <a:noFill/>
              <a:ln cap="flat" cmpd="sng" w="9525">
                <a:solidFill>
                  <a:schemeClr val="dk2"/>
                </a:solidFill>
                <a:prstDash val="solid"/>
                <a:round/>
                <a:headEnd len="med" w="med" type="none"/>
                <a:tailEnd len="med" w="med" type="none"/>
              </a:ln>
            </p:spPr>
          </p:cxnSp>
          <p:cxnSp>
            <p:nvCxnSpPr>
              <p:cNvPr id="1434" name="Google Shape;1434;p23"/>
              <p:cNvCxnSpPr>
                <a:stCxn id="1419" idx="5"/>
                <a:endCxn id="1421" idx="1"/>
              </p:cNvCxnSpPr>
              <p:nvPr/>
            </p:nvCxnSpPr>
            <p:spPr>
              <a:xfrm rot="10800000">
                <a:off x="1563363" y="6264768"/>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1435" name="Google Shape;1435;p23"/>
              <p:cNvCxnSpPr>
                <a:stCxn id="1418" idx="6"/>
                <a:endCxn id="1421" idx="1"/>
              </p:cNvCxnSpPr>
              <p:nvPr/>
            </p:nvCxnSpPr>
            <p:spPr>
              <a:xfrm flipH="1">
                <a:off x="1563250" y="4984400"/>
                <a:ext cx="3137700" cy="1280400"/>
              </a:xfrm>
              <a:prstGeom prst="straightConnector1">
                <a:avLst/>
              </a:prstGeom>
              <a:noFill/>
              <a:ln cap="flat" cmpd="sng" w="9525">
                <a:solidFill>
                  <a:schemeClr val="dk2"/>
                </a:solidFill>
                <a:prstDash val="solid"/>
                <a:round/>
                <a:headEnd len="med" w="med" type="none"/>
                <a:tailEnd len="med" w="med" type="none"/>
              </a:ln>
            </p:spPr>
          </p:cxnSp>
          <p:cxnSp>
            <p:nvCxnSpPr>
              <p:cNvPr id="1436" name="Google Shape;1436;p23"/>
              <p:cNvCxnSpPr>
                <a:stCxn id="1418" idx="5"/>
                <a:endCxn id="1420" idx="2"/>
              </p:cNvCxnSpPr>
              <p:nvPr/>
            </p:nvCxnSpPr>
            <p:spPr>
              <a:xfrm flipH="1">
                <a:off x="3385130" y="4905359"/>
                <a:ext cx="1299600" cy="62100"/>
              </a:xfrm>
              <a:prstGeom prst="straightConnector1">
                <a:avLst/>
              </a:prstGeom>
              <a:noFill/>
              <a:ln cap="flat" cmpd="sng" w="9525">
                <a:solidFill>
                  <a:schemeClr val="dk2"/>
                </a:solidFill>
                <a:prstDash val="solid"/>
                <a:round/>
                <a:headEnd len="med" w="med" type="none"/>
                <a:tailEnd len="med" w="med" type="none"/>
              </a:ln>
            </p:spPr>
          </p:cxnSp>
          <p:cxnSp>
            <p:nvCxnSpPr>
              <p:cNvPr id="1437" name="Google Shape;1437;p23"/>
              <p:cNvCxnSpPr>
                <a:stCxn id="1415" idx="4"/>
                <a:endCxn id="1416" idx="7"/>
              </p:cNvCxnSpPr>
              <p:nvPr/>
            </p:nvCxnSpPr>
            <p:spPr>
              <a:xfrm rot="10800000">
                <a:off x="1767465" y="5292257"/>
                <a:ext cx="551400" cy="1588200"/>
              </a:xfrm>
              <a:prstGeom prst="straightConnector1">
                <a:avLst/>
              </a:prstGeom>
              <a:noFill/>
              <a:ln cap="flat" cmpd="sng" w="9525">
                <a:solidFill>
                  <a:schemeClr val="dk2"/>
                </a:solidFill>
                <a:prstDash val="solid"/>
                <a:round/>
                <a:headEnd len="med" w="med" type="none"/>
                <a:tailEnd len="med" w="med" type="none"/>
              </a:ln>
            </p:spPr>
          </p:cxnSp>
          <p:sp>
            <p:nvSpPr>
              <p:cNvPr id="1438" name="Google Shape;1438;p23"/>
              <p:cNvSpPr/>
              <p:nvPr/>
            </p:nvSpPr>
            <p:spPr>
              <a:xfrm rot="8752287">
                <a:off x="745374" y="487673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39" name="Google Shape;1439;p23"/>
              <p:cNvCxnSpPr>
                <a:stCxn id="1421" idx="4"/>
                <a:endCxn id="1438" idx="7"/>
              </p:cNvCxnSpPr>
              <p:nvPr/>
            </p:nvCxnSpPr>
            <p:spPr>
              <a:xfrm rot="10800000">
                <a:off x="798320" y="5005916"/>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1440" name="Google Shape;1440;p23"/>
              <p:cNvCxnSpPr>
                <a:stCxn id="1438" idx="1"/>
                <a:endCxn id="1416" idx="5"/>
              </p:cNvCxnSpPr>
              <p:nvPr/>
            </p:nvCxnSpPr>
            <p:spPr>
              <a:xfrm>
                <a:off x="874673" y="4954270"/>
                <a:ext cx="734100" cy="102900"/>
              </a:xfrm>
              <a:prstGeom prst="straightConnector1">
                <a:avLst/>
              </a:prstGeom>
              <a:noFill/>
              <a:ln cap="flat" cmpd="sng" w="9525">
                <a:solidFill>
                  <a:schemeClr val="dk2"/>
                </a:solidFill>
                <a:prstDash val="solid"/>
                <a:round/>
                <a:headEnd len="med" w="med" type="none"/>
                <a:tailEnd len="med" w="med" type="none"/>
              </a:ln>
            </p:spPr>
          </p:cxnSp>
          <p:sp>
            <p:nvSpPr>
              <p:cNvPr id="1441" name="Google Shape;1441;p23"/>
              <p:cNvSpPr/>
              <p:nvPr/>
            </p:nvSpPr>
            <p:spPr>
              <a:xfrm rot="8759498">
                <a:off x="1785083" y="4514433"/>
                <a:ext cx="194703" cy="194703"/>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42" name="Google Shape;1442;p23"/>
              <p:cNvCxnSpPr>
                <a:stCxn id="1438" idx="2"/>
                <a:endCxn id="1441" idx="5"/>
              </p:cNvCxnSpPr>
              <p:nvPr/>
            </p:nvCxnSpPr>
            <p:spPr>
              <a:xfrm flipH="1" rot="10800000">
                <a:off x="864609" y="4593367"/>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1443" name="Google Shape;1443;p23"/>
              <p:cNvCxnSpPr>
                <a:stCxn id="1441" idx="1"/>
                <a:endCxn id="1420" idx="5"/>
              </p:cNvCxnSpPr>
              <p:nvPr/>
            </p:nvCxnSpPr>
            <p:spPr>
              <a:xfrm>
                <a:off x="1977999" y="4630346"/>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1444" name="Google Shape;1444;p23"/>
              <p:cNvCxnSpPr>
                <a:stCxn id="1441" idx="7"/>
                <a:endCxn id="1416" idx="3"/>
              </p:cNvCxnSpPr>
              <p:nvPr/>
            </p:nvCxnSpPr>
            <p:spPr>
              <a:xfrm flipH="1">
                <a:off x="1844072" y="4707350"/>
                <a:ext cx="19800" cy="191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448" name="Shape 1448"/>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1449" name="Shape 1449"/>
        <p:cNvGrpSpPr/>
        <p:nvPr/>
      </p:nvGrpSpPr>
      <p:grpSpPr>
        <a:xfrm>
          <a:off x="0" y="0"/>
          <a:ext cx="0" cy="0"/>
          <a:chOff x="0" y="0"/>
          <a:chExt cx="0" cy="0"/>
        </a:xfrm>
      </p:grpSpPr>
      <p:sp>
        <p:nvSpPr>
          <p:cNvPr id="1450" name="Google Shape;1450;p26"/>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Arial"/>
              <a:buNone/>
              <a:defRPr>
                <a:solidFill>
                  <a:schemeClr val="lt1"/>
                </a:solidFill>
                <a:latin typeface="Arial"/>
                <a:ea typeface="Arial"/>
                <a:cs typeface="Arial"/>
                <a:sym typeface="Arial"/>
              </a:defRPr>
            </a:lvl1pPr>
            <a:lvl2pPr lvl="1">
              <a:spcBef>
                <a:spcPts val="0"/>
              </a:spcBef>
              <a:spcAft>
                <a:spcPts val="0"/>
              </a:spcAft>
              <a:buSzPts val="2400"/>
              <a:buFont typeface="Arial"/>
              <a:buNone/>
              <a:defRPr>
                <a:latin typeface="Arial"/>
                <a:ea typeface="Arial"/>
                <a:cs typeface="Arial"/>
                <a:sym typeface="Arial"/>
              </a:defRPr>
            </a:lvl2pPr>
            <a:lvl3pPr lvl="2">
              <a:spcBef>
                <a:spcPts val="0"/>
              </a:spcBef>
              <a:spcAft>
                <a:spcPts val="0"/>
              </a:spcAft>
              <a:buSzPts val="2400"/>
              <a:buFont typeface="Arial"/>
              <a:buNone/>
              <a:defRPr>
                <a:latin typeface="Arial"/>
                <a:ea typeface="Arial"/>
                <a:cs typeface="Arial"/>
                <a:sym typeface="Arial"/>
              </a:defRPr>
            </a:lvl3pPr>
            <a:lvl4pPr lvl="3">
              <a:spcBef>
                <a:spcPts val="0"/>
              </a:spcBef>
              <a:spcAft>
                <a:spcPts val="0"/>
              </a:spcAft>
              <a:buSzPts val="2400"/>
              <a:buFont typeface="Arial"/>
              <a:buNone/>
              <a:defRPr>
                <a:latin typeface="Arial"/>
                <a:ea typeface="Arial"/>
                <a:cs typeface="Arial"/>
                <a:sym typeface="Arial"/>
              </a:defRPr>
            </a:lvl4pPr>
            <a:lvl5pPr lvl="4">
              <a:spcBef>
                <a:spcPts val="0"/>
              </a:spcBef>
              <a:spcAft>
                <a:spcPts val="0"/>
              </a:spcAft>
              <a:buSzPts val="2400"/>
              <a:buFont typeface="Arial"/>
              <a:buNone/>
              <a:defRPr>
                <a:latin typeface="Arial"/>
                <a:ea typeface="Arial"/>
                <a:cs typeface="Arial"/>
                <a:sym typeface="Arial"/>
              </a:defRPr>
            </a:lvl5pPr>
            <a:lvl6pPr lvl="5">
              <a:spcBef>
                <a:spcPts val="0"/>
              </a:spcBef>
              <a:spcAft>
                <a:spcPts val="0"/>
              </a:spcAft>
              <a:buSzPts val="2400"/>
              <a:buFont typeface="Arial"/>
              <a:buNone/>
              <a:defRPr>
                <a:latin typeface="Arial"/>
                <a:ea typeface="Arial"/>
                <a:cs typeface="Arial"/>
                <a:sym typeface="Arial"/>
              </a:defRPr>
            </a:lvl6pPr>
            <a:lvl7pPr lvl="6">
              <a:spcBef>
                <a:spcPts val="0"/>
              </a:spcBef>
              <a:spcAft>
                <a:spcPts val="0"/>
              </a:spcAft>
              <a:buSzPts val="2400"/>
              <a:buFont typeface="Arial"/>
              <a:buNone/>
              <a:defRPr>
                <a:latin typeface="Arial"/>
                <a:ea typeface="Arial"/>
                <a:cs typeface="Arial"/>
                <a:sym typeface="Arial"/>
              </a:defRPr>
            </a:lvl7pPr>
            <a:lvl8pPr lvl="7">
              <a:spcBef>
                <a:spcPts val="0"/>
              </a:spcBef>
              <a:spcAft>
                <a:spcPts val="0"/>
              </a:spcAft>
              <a:buSzPts val="2400"/>
              <a:buFont typeface="Arial"/>
              <a:buNone/>
              <a:defRPr>
                <a:latin typeface="Arial"/>
                <a:ea typeface="Arial"/>
                <a:cs typeface="Arial"/>
                <a:sym typeface="Arial"/>
              </a:defRPr>
            </a:lvl8pPr>
            <a:lvl9pPr lvl="8">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indent="-317500" lvl="1" marL="9144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2pPr>
            <a:lvl3pPr indent="-317500" lvl="2" marL="13716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3pPr>
            <a:lvl4pPr indent="-317500" lvl="3" marL="18288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4pPr>
            <a:lvl5pPr indent="-317500" lvl="4" marL="22860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5pPr>
            <a:lvl6pPr indent="-317500" lvl="5" marL="2743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6pPr>
            <a:lvl7pPr indent="-317500" lvl="6" marL="32004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7pPr>
            <a:lvl8pPr indent="-317500" lvl="7" marL="36576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8pPr>
            <a:lvl9pPr indent="-317500" lvl="8" marL="41148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1445" name="Shape 1445"/>
        <p:cNvGrpSpPr/>
        <p:nvPr/>
      </p:nvGrpSpPr>
      <p:grpSpPr>
        <a:xfrm>
          <a:off x="0" y="0"/>
          <a:ext cx="0" cy="0"/>
          <a:chOff x="0" y="0"/>
          <a:chExt cx="0" cy="0"/>
        </a:xfrm>
      </p:grpSpPr>
      <p:sp>
        <p:nvSpPr>
          <p:cNvPr id="1446" name="Google Shape;1446;p24"/>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1447" name="Google Shape;1447;p24"/>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Tính Đơn Điệu và Cực Trị của Hàm Số</a:t>
            </a:r>
          </a:p>
        </p:txBody>
      </p:sp>
      <p:sp>
        <p:nvSpPr>
          <p:cNvPr id="3" name="Subtitle 2"/>
          <p:cNvSpPr>
            <a:spLocks noGrp="1"/>
          </p:cNvSpPr>
          <p:nvPr>
            <p:ph type="subTitle" idx="1"/>
          </p:nvPr>
        </p:nvSpPr>
        <p:spPr>
          <a:xfrm>
            <a:off x="731520" y="1280160"/>
            <a:ext cx="3931920" cy="3474720"/>
          </a:xfrm>
        </p:spPr>
        <p:txBody>
          <a:bodyPr wrap="square"/>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Khởi động: Quan sát sự biến thiên</a:t>
            </a:r>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a:xfrm>
            <a:off x="731520" y="1280160"/>
            <a:ext cx="3931920" cy="3474720"/>
          </a:xfrm>
        </p:spPr>
        <p:txBody>
          <a:bodyPr wrap="square"/>
          <a:lstStyle/>
          <a:p>
            <a:r>
              <a:rPr sz="1600">
                <a:solidFill>
                  <a:srgbClr val="2C3E50"/>
                </a:solidFill>
                <a:latin typeface="Times New Roman"/>
              </a:rPr>
              <a:t>• Hãy quan sát đồ thị hàm số y = x³ - 3x trên màn hình.</a:t>
            </a:r>
          </a:p>
          <a:p>
            <a:r>
              <a:rPr sz="1600">
                <a:solidFill>
                  <a:srgbClr val="2C3E50"/>
                </a:solidFill>
                <a:latin typeface="Times New Roman"/>
              </a:rPr>
              <a:t>• Xác định các khoảng mà đồ thị đi lên (đồng biến) từ trái sang phải.</a:t>
            </a:r>
          </a:p>
          <a:p>
            <a:r>
              <a:rPr sz="1600">
                <a:solidFill>
                  <a:srgbClr val="2C3E50"/>
                </a:solidFill>
                <a:latin typeface="Times New Roman"/>
              </a:rPr>
              <a:t>• Xác định các khoảng mà đồ thị đi xuống (nghịch biến).</a:t>
            </a:r>
          </a:p>
          <a:p>
            <a:r>
              <a:rPr sz="1600">
                <a:solidFill>
                  <a:srgbClr val="2C3E50"/>
                </a:solidFill>
                <a:latin typeface="Times New Roman"/>
              </a:rPr>
              <a:t>• Chỉ ra tọa độ của các điểm 'đỉnh' và 'đáy' trên đồ thị.</a:t>
            </a:r>
          </a:p>
        </p:txBody>
      </p:sp>
      <p:pic>
        <p:nvPicPr>
          <p:cNvPr id="5" name="Picture 4" descr="image.png"/>
          <p:cNvPicPr>
            <a:picLocks noChangeAspect="1"/>
          </p:cNvPicPr>
          <p:nvPr/>
        </p:nvPicPr>
        <p:blipFill>
          <a:blip r:embed="rId2"/>
          <a:stretch>
            <a:fillRect/>
          </a:stretch>
        </p:blipFill>
        <p:spPr>
          <a:xfrm>
            <a:off x="4846320" y="1280160"/>
            <a:ext cx="3840480" cy="32918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Tính đơn điệu của hàm số</a:t>
            </a:r>
          </a:p>
        </p:txBody>
      </p:sp>
      <p:sp>
        <p:nvSpPr>
          <p:cNvPr id="3" name="Subtitle 2"/>
          <p:cNvSpPr>
            <a:spLocks noGrp="1"/>
          </p:cNvSpPr>
          <p:nvPr>
            <p:ph type="subTitle" idx="1"/>
          </p:nvPr>
        </p:nvSpPr>
        <p:spPr/>
        <p:txBody>
          <a:bodyPr/>
          <a:lstStyle/>
          <a:p>
            <a:r>
              <a:t>Mối liên hệ giữa đạo hàm và tính đơn điệu</a:t>
            </a:r>
          </a:p>
        </p:txBody>
      </p:sp>
      <p:sp>
        <p:nvSpPr>
          <p:cNvPr id="4" name="Subtitle 3"/>
          <p:cNvSpPr>
            <a:spLocks noGrp="1"/>
          </p:cNvSpPr>
          <p:nvPr>
            <p:ph type="subTitle" idx="2"/>
          </p:nvPr>
        </p:nvSpPr>
        <p:spPr>
          <a:xfrm>
            <a:off x="731520" y="1280160"/>
            <a:ext cx="3931920" cy="3474720"/>
          </a:xfrm>
        </p:spPr>
        <p:txBody>
          <a:bodyPr wrap="square"/>
          <a:lstStyle/>
          <a:p>
            <a:r>
              <a:rPr sz="1600">
                <a:solidFill>
                  <a:srgbClr val="2C3E50"/>
                </a:solidFill>
                <a:latin typeface="Times New Roman"/>
              </a:rPr>
              <a:t>• Cho hàm số f(x) có đạo hàm trên khoảng K.</a:t>
            </a:r>
          </a:p>
          <a:p>
            <a:r>
              <a:rPr sz="1600">
                <a:solidFill>
                  <a:srgbClr val="2C3E50"/>
                </a:solidFill>
                <a:latin typeface="Times New Roman"/>
              </a:rPr>
              <a:t>• Nếu f'(x) &gt; 0 với mọi x ∈ K thì hàm số đồng biến trên K.</a:t>
            </a:r>
          </a:p>
          <a:p>
            <a:r>
              <a:rPr sz="1600">
                <a:solidFill>
                  <a:srgbClr val="2C3E50"/>
                </a:solidFill>
                <a:latin typeface="Times New Roman"/>
              </a:rPr>
              <a:t>• Nếu f'(x) &lt; 0 với mọi x ∈ K thì hàm số nghịch biến trên K.</a:t>
            </a:r>
          </a:p>
          <a:p>
            <a:r>
              <a:rPr sz="1600">
                <a:solidFill>
                  <a:srgbClr val="2C3E50"/>
                </a:solidFill>
                <a:latin typeface="Times New Roman"/>
              </a:rPr>
              <a:t>• Nếu f'(x) = 0 với mọi x ∈ K thì hàm số là hàm hằng trên K.</a:t>
            </a:r>
          </a:p>
        </p:txBody>
      </p:sp>
      <p:sp>
        <p:nvSpPr>
          <p:cNvPr id="5" name="Subtitle 4"/>
          <p:cNvSpPr>
            <a:spLocks noGrp="1"/>
          </p:cNvSpPr>
          <p:nvPr>
            <p:ph type="subTitle" idx="3"/>
          </p:nvPr>
        </p:nvSpPr>
        <p:spPr/>
        <p:txBody>
          <a:bodyPr/>
          <a:lstStyle/>
          <a:p/>
        </p:txBody>
      </p:sp>
      <p:sp>
        <p:nvSpPr>
          <p:cNvPr id="6" name="Subtitle 5"/>
          <p:cNvSpPr>
            <a:spLocks noGrp="1"/>
          </p:cNvSpPr>
          <p:nvPr>
            <p:ph type="subTitle" idx="4"/>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Khái niệm Cực trị hàm số</a:t>
            </a:r>
          </a:p>
        </p:txBody>
      </p:sp>
      <p:sp>
        <p:nvSpPr>
          <p:cNvPr id="3" name="Subtitle 2"/>
          <p:cNvSpPr>
            <a:spLocks noGrp="1"/>
          </p:cNvSpPr>
          <p:nvPr>
            <p:ph type="subTitle" idx="1"/>
          </p:nvPr>
        </p:nvSpPr>
        <p:spPr/>
        <p:txBody>
          <a:bodyPr/>
          <a:lstStyle/>
          <a:p>
            <a:r>
              <a:t>Định nghĩa và điều kiện cần</a:t>
            </a:r>
          </a:p>
        </p:txBody>
      </p:sp>
      <p:sp>
        <p:nvSpPr>
          <p:cNvPr id="4" name="Subtitle 3"/>
          <p:cNvSpPr>
            <a:spLocks noGrp="1"/>
          </p:cNvSpPr>
          <p:nvPr>
            <p:ph type="subTitle" idx="2"/>
          </p:nvPr>
        </p:nvSpPr>
        <p:spPr>
          <a:xfrm>
            <a:off x="731520" y="1280160"/>
            <a:ext cx="3931920" cy="3474720"/>
          </a:xfrm>
        </p:spPr>
        <p:txBody>
          <a:bodyPr wrap="square"/>
          <a:lstStyle/>
          <a:p>
            <a:r>
              <a:rPr sz="1600">
                <a:solidFill>
                  <a:srgbClr val="2C3E50"/>
                </a:solidFill>
                <a:latin typeface="Times New Roman"/>
              </a:rPr>
              <a:t>• Điểm x₀ là điểm cực đại nếu tồn tại khoảng lân cận sao cho f(x) &lt; f(x₀) với mọi x ne x₀.</a:t>
            </a:r>
          </a:p>
          <a:p>
            <a:r>
              <a:rPr sz="1600">
                <a:solidFill>
                  <a:srgbClr val="2C3E50"/>
                </a:solidFill>
                <a:latin typeface="Times New Roman"/>
              </a:rPr>
              <a:t>• Điểm x₀ là điểm cực tiểu nếu tồn tại khoảng lân cận sao cho f(x) &gt; f(x₀) với mọi x ne x₀.</a:t>
            </a:r>
          </a:p>
          <a:p>
            <a:r>
              <a:rPr sz="1600">
                <a:solidFill>
                  <a:srgbClr val="2C3E50"/>
                </a:solidFill>
                <a:latin typeface="Times New Roman"/>
              </a:rPr>
              <a:t>• Định lý Fermat (Điều kiện cần): Nếu hàm số đạt cực trị tại x₀ và có đạo hàm tại đó thì đạo hàm bằng 0.</a:t>
            </a:r>
          </a:p>
          <a:p>
            <a:r>
              <a:rPr sz="1600">
                <a:solidFill>
                  <a:srgbClr val="2C3E50"/>
                </a:solidFill>
                <a:latin typeface="Times New Roman"/>
              </a:rPr>
              <a:t>• Chú ý: Đạo hàm bằng 0 chưa chắc là điểm cực trị (ví dụ hàm y = x³ tại x = 0).</a:t>
            </a:r>
          </a:p>
        </p:txBody>
      </p:sp>
      <p:sp>
        <p:nvSpPr>
          <p:cNvPr id="5" name="Subtitle 4"/>
          <p:cNvSpPr>
            <a:spLocks noGrp="1"/>
          </p:cNvSpPr>
          <p:nvPr>
            <p:ph type="subTitle" idx="3"/>
          </p:nvPr>
        </p:nvSpPr>
        <p:spPr/>
        <p:txBody>
          <a:bodyPr/>
          <a:lstStyle/>
          <a:p/>
        </p:txBody>
      </p:sp>
      <p:sp>
        <p:nvSpPr>
          <p:cNvPr id="6" name="Subtitle 5"/>
          <p:cNvSpPr>
            <a:spLocks noGrp="1"/>
          </p:cNvSpPr>
          <p:nvPr>
            <p:ph type="subTitle" idx="4"/>
          </p:nvPr>
        </p:nvSpPr>
        <p:spPr/>
        <p:txBody>
          <a:bodyPr/>
          <a:lstStyle/>
          <a:p/>
        </p:txBody>
      </p:sp>
      <p:pic>
        <p:nvPicPr>
          <p:cNvPr id="7" name="Picture 6" descr="image.png"/>
          <p:cNvPicPr>
            <a:picLocks noChangeAspect="1"/>
          </p:cNvPicPr>
          <p:nvPr/>
        </p:nvPicPr>
        <p:blipFill>
          <a:blip r:embed="rId2"/>
          <a:stretch>
            <a:fillRect/>
          </a:stretch>
        </p:blipFill>
        <p:spPr>
          <a:xfrm>
            <a:off x="731520" y="3291839"/>
            <a:ext cx="1895747" cy="5486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Quy trình khảo sát 4 bước</a:t>
            </a:r>
          </a:p>
        </p:txBody>
      </p:sp>
      <p:sp>
        <p:nvSpPr>
          <p:cNvPr id="3" name="Subtitle 2"/>
          <p:cNvSpPr>
            <a:spLocks noGrp="1"/>
          </p:cNvSpPr>
          <p:nvPr>
            <p:ph type="subTitle" idx="1"/>
          </p:nvPr>
        </p:nvSpPr>
        <p:spPr/>
        <p:txBody>
          <a:bodyPr/>
          <a:lstStyle/>
          <a:p>
            <a:r>
              <a:t>Phương pháp tìm khoảng đơn điệu và cực trị</a:t>
            </a:r>
          </a:p>
        </p:txBody>
      </p:sp>
      <p:sp>
        <p:nvSpPr>
          <p:cNvPr id="4" name="Subtitle 3"/>
          <p:cNvSpPr>
            <a:spLocks noGrp="1"/>
          </p:cNvSpPr>
          <p:nvPr>
            <p:ph type="subTitle" idx="2"/>
          </p:nvPr>
        </p:nvSpPr>
        <p:spPr>
          <a:xfrm>
            <a:off x="731520" y="1280160"/>
            <a:ext cx="3931920" cy="3474720"/>
          </a:xfrm>
        </p:spPr>
        <p:txBody>
          <a:bodyPr wrap="square"/>
          <a:lstStyle/>
          <a:p>
            <a:r>
              <a:rPr sz="1600">
                <a:solidFill>
                  <a:srgbClr val="2C3E50"/>
                </a:solidFill>
                <a:latin typeface="Times New Roman"/>
              </a:rPr>
              <a:t>• Bước 1: Tìm tập xác định D của hàm số đã cho.</a:t>
            </a:r>
          </a:p>
          <a:p>
            <a:r>
              <a:rPr sz="1600">
                <a:solidFill>
                  <a:srgbClr val="2C3E50"/>
                </a:solidFill>
                <a:latin typeface="Times New Roman"/>
              </a:rPr>
              <a:t>• Bước 2: Tính đạo hàm f'(x). Tìm các điểm mà tại đó đạo hàm bằng 0 hoặc không xác định.</a:t>
            </a:r>
          </a:p>
          <a:p>
            <a:r>
              <a:rPr sz="1600">
                <a:solidFill>
                  <a:srgbClr val="2C3E50"/>
                </a:solidFill>
                <a:latin typeface="Times New Roman"/>
              </a:rPr>
              <a:t>• Bước 3: Lập bảng biến thiên: Sắp xếp các điểm đặc biệt theo thứ tự tăng dần và xét dấu đạo hàm.</a:t>
            </a:r>
          </a:p>
          <a:p>
            <a:r>
              <a:rPr sz="1600">
                <a:solidFill>
                  <a:srgbClr val="2C3E50"/>
                </a:solidFill>
                <a:latin typeface="Times New Roman"/>
              </a:rPr>
              <a:t>• Bước 4: Đưa ra kết luận về các khoảng đơn điệu và các điểm cực trị thu được.</a:t>
            </a:r>
          </a:p>
        </p:txBody>
      </p:sp>
      <p:sp>
        <p:nvSpPr>
          <p:cNvPr id="5" name="Subtitle 4"/>
          <p:cNvSpPr>
            <a:spLocks noGrp="1"/>
          </p:cNvSpPr>
          <p:nvPr>
            <p:ph type="subTitle" idx="3"/>
          </p:nvPr>
        </p:nvSpPr>
        <p:spPr/>
        <p:txBody>
          <a:bodyPr/>
          <a:lstStyle/>
          <a:p/>
        </p:txBody>
      </p:sp>
      <p:sp>
        <p:nvSpPr>
          <p:cNvPr id="6" name="Subtitle 5"/>
          <p:cNvSpPr>
            <a:spLocks noGrp="1"/>
          </p:cNvSpPr>
          <p:nvPr>
            <p:ph type="subTitle" idx="4"/>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Ví dụ áp dụng thực tế</a:t>
            </a:r>
          </a:p>
        </p:txBody>
      </p:sp>
      <p:sp>
        <p:nvSpPr>
          <p:cNvPr id="3" name="Subtitle 2"/>
          <p:cNvSpPr>
            <a:spLocks noGrp="1"/>
          </p:cNvSpPr>
          <p:nvPr>
            <p:ph type="subTitle" idx="1"/>
          </p:nvPr>
        </p:nvSpPr>
        <p:spPr/>
        <p:txBody>
          <a:bodyPr/>
          <a:lstStyle/>
          <a:p>
            <a:r>
              <a:t>Khảo sát hàm số $y = -x^3 + 3x^2 - 4$</a:t>
            </a:r>
          </a:p>
        </p:txBody>
      </p:sp>
      <p:sp>
        <p:nvSpPr>
          <p:cNvPr id="4" name="Picture Placeholder 3"/>
          <p:cNvSpPr>
            <a:spLocks noGrp="1"/>
          </p:cNvSpPr>
          <p:nvPr>
            <p:ph type="pic" idx="2"/>
          </p:nvPr>
        </p:nvSpPr>
        <p:spPr>
          <a:xfrm>
            <a:off x="731520" y="1280160"/>
            <a:ext cx="3931920" cy="3474720"/>
          </a:xfrm>
        </p:spPr>
        <p:txBody>
          <a:bodyPr wrap="square"/>
          <a:p>
            <a:r>
              <a:rPr sz="1600">
                <a:solidFill>
                  <a:srgbClr val="2C3E50"/>
                </a:solidFill>
                <a:latin typeface="Times New Roman"/>
              </a:rPr>
              <a:t>• Tập xác định: D = ℝ.</a:t>
            </a:r>
          </a:p>
          <a:p>
            <a:r>
              <a:rPr sz="1600">
                <a:solidFill>
                  <a:srgbClr val="2C3E50"/>
                </a:solidFill>
                <a:latin typeface="Times New Roman"/>
              </a:rPr>
              <a:t>• Đạo hàm: y' = -3x² + 6x. Cho y' = 0 ⇔ x = 0 hoặc x = 2.</a:t>
            </a:r>
          </a:p>
          <a:p>
            <a:r>
              <a:rPr sz="1600">
                <a:solidFill>
                  <a:srgbClr val="2C3E50"/>
                </a:solidFill>
                <a:latin typeface="Times New Roman"/>
              </a:rPr>
              <a:t>• Bảng biến thiên: Đạo hàm dương trên khoảng (0; 2) và âm trên các khoảng còn lại.</a:t>
            </a:r>
          </a:p>
          <a:p>
            <a:r>
              <a:rPr sz="1600">
                <a:solidFill>
                  <a:srgbClr val="2C3E50"/>
                </a:solidFill>
                <a:latin typeface="Times New Roman"/>
              </a:rPr>
              <a:t>• Kết luận: Hàm số đồng biến trên (0; 2), nghịch biến trên (-∞; 0) và (2; +∞).</a:t>
            </a:r>
          </a:p>
          <a:p>
            <a:r>
              <a:rPr sz="1600">
                <a:solidFill>
                  <a:srgbClr val="2C3E50"/>
                </a:solidFill>
                <a:latin typeface="Times New Roman"/>
              </a:rPr>
              <a:t>• Cực trị: Đạt cực tiểu tại x = 0 (yCT = -4), đạt cực đại tại x = 2 (yCĐ = 0).</a:t>
            </a:r>
          </a:p>
        </p:txBody>
      </p:sp>
      <p:pic>
        <p:nvPicPr>
          <p:cNvPr id="5" name="Picture 4" descr="image.png"/>
          <p:cNvPicPr>
            <a:picLocks noChangeAspect="1"/>
          </p:cNvPicPr>
          <p:nvPr/>
        </p:nvPicPr>
        <p:blipFill>
          <a:blip r:embed="rId2"/>
          <a:stretch>
            <a:fillRect/>
          </a:stretch>
        </p:blipFill>
        <p:spPr>
          <a:xfrm>
            <a:off x="731520" y="3703320"/>
            <a:ext cx="5778708" cy="548640"/>
          </a:xfrm>
          <a:prstGeom prst="rect">
            <a:avLst/>
          </a:prstGeom>
        </p:spPr>
      </p:pic>
      <p:pic>
        <p:nvPicPr>
          <p:cNvPr id="6" name="Picture 5" descr="image.png"/>
          <p:cNvPicPr>
            <a:picLocks noChangeAspect="1"/>
          </p:cNvPicPr>
          <p:nvPr/>
        </p:nvPicPr>
        <p:blipFill>
          <a:blip r:embed="rId3"/>
          <a:stretch>
            <a:fillRect/>
          </a:stretch>
        </p:blipFill>
        <p:spPr>
          <a:xfrm>
            <a:off x="4846320" y="1280160"/>
            <a:ext cx="3840480" cy="32918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Các sai lầm thường gặp</a:t>
            </a:r>
          </a:p>
        </p:txBody>
      </p:sp>
      <p:sp>
        <p:nvSpPr>
          <p:cNvPr id="3" name="Subtitle 2"/>
          <p:cNvSpPr>
            <a:spLocks noGrp="1"/>
          </p:cNvSpPr>
          <p:nvPr>
            <p:ph type="subTitle" idx="1"/>
          </p:nvPr>
        </p:nvSpPr>
        <p:spPr/>
        <p:txBody>
          <a:bodyPr/>
          <a:lstStyle/>
          <a:p>
            <a:r>
              <a:t>Lưu ý quan trọng để tránh mất điểm thi</a:t>
            </a:r>
          </a:p>
        </p:txBody>
      </p:sp>
      <p:sp>
        <p:nvSpPr>
          <p:cNvPr id="4" name="Picture Placeholder 3"/>
          <p:cNvSpPr>
            <a:spLocks noGrp="1"/>
          </p:cNvSpPr>
          <p:nvPr>
            <p:ph type="pic" idx="2"/>
          </p:nvPr>
        </p:nvSpPr>
        <p:spPr>
          <a:xfrm>
            <a:off x="731520" y="1280160"/>
            <a:ext cx="3931920" cy="3474720"/>
          </a:xfrm>
        </p:spPr>
        <p:txBody>
          <a:bodyPr wrap="square"/>
          <a:p>
            <a:r>
              <a:rPr sz="1600">
                <a:solidFill>
                  <a:srgbClr val="2C3E50"/>
                </a:solidFill>
                <a:latin typeface="Times New Roman"/>
              </a:rPr>
              <a:t>• Sai lầm 1: Dùng ký hiệu hợp ∪ để kết luận khoảng đơn điệu. Phải dùng chữ 'và' hoặc dấu chấm phẩy ';'.</a:t>
            </a:r>
          </a:p>
          <a:p>
            <a:r>
              <a:rPr sz="1600">
                <a:solidFill>
                  <a:srgbClr val="2C3E50"/>
                </a:solidFill>
                <a:latin typeface="Times New Roman"/>
              </a:rPr>
              <a:t>• Sai lầm 2: Nhầm lẫn giữa 'điểm cực trị của hàm số' (x) và 'giá trị cực trị' (y hoặc f(x)).</a:t>
            </a:r>
          </a:p>
          <a:p>
            <a:r>
              <a:rPr sz="1600">
                <a:solidFill>
                  <a:srgbClr val="2C3E50"/>
                </a:solidFill>
                <a:latin typeface="Times New Roman"/>
              </a:rPr>
              <a:t>• Sai lầm 3: Quên không xét các điểm làm cho đạo hàm không xác định nhưng hàm số vẫn liên tục.</a:t>
            </a:r>
          </a:p>
          <a:p>
            <a:r>
              <a:rPr sz="1600">
                <a:solidFill>
                  <a:srgbClr val="2C3E50"/>
                </a:solidFill>
                <a:latin typeface="Times New Roman"/>
              </a:rPr>
              <a:t>• Sai lầm 4: Không đổi dấu đạo hàm khi đi qua nghiệm kép hoặc nghiệm bội chẵn.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Tổng kết &amp; Nhiệm vụ về nhà</a:t>
            </a:r>
          </a:p>
        </p:txBody>
      </p:sp>
      <p:sp>
        <p:nvSpPr>
          <p:cNvPr id="3" name="Subtitle 2"/>
          <p:cNvSpPr>
            <a:spLocks noGrp="1"/>
          </p:cNvSpPr>
          <p:nvPr>
            <p:ph type="subTitle" idx="1"/>
          </p:nvPr>
        </p:nvSpPr>
        <p:spPr/>
        <p:txBody>
          <a:bodyPr/>
          <a:lstStyle/>
          <a:p>
            <a:r>
              <a:t>Hệ thống hóa kiến thức bài học</a:t>
            </a:r>
          </a:p>
        </p:txBody>
      </p:sp>
      <p:sp>
        <p:nvSpPr>
          <p:cNvPr id="4" name="Subtitle 3"/>
          <p:cNvSpPr>
            <a:spLocks noGrp="1"/>
          </p:cNvSpPr>
          <p:nvPr>
            <p:ph type="subTitle" idx="2"/>
          </p:nvPr>
        </p:nvSpPr>
        <p:spPr>
          <a:xfrm>
            <a:off x="731520" y="1280160"/>
            <a:ext cx="3931920" cy="3474720"/>
          </a:xfrm>
        </p:spPr>
        <p:txBody>
          <a:bodyPr wrap="square"/>
          <a:lstStyle/>
          <a:p>
            <a:r>
              <a:rPr sz="1600">
                <a:solidFill>
                  <a:srgbClr val="2C3E50"/>
                </a:solidFill>
                <a:latin typeface="Times New Roman"/>
              </a:rPr>
              <a:t>• Ghi nhớ mối quan hệ mật thiết giữa dấu đạo hàm f'(x) và chiều biến thiên của hàm số.</a:t>
            </a:r>
          </a:p>
          <a:p>
            <a:r>
              <a:rPr sz="1600">
                <a:solidFill>
                  <a:srgbClr val="2C3E50"/>
                </a:solidFill>
                <a:latin typeface="Times New Roman"/>
              </a:rPr>
              <a:t>• Nắm vững quy tắc xét dấu và quy trình 4 bước lập bảng biến thiên tìm cực trị.</a:t>
            </a:r>
          </a:p>
          <a:p>
            <a:r>
              <a:rPr sz="1600">
                <a:solidFill>
                  <a:srgbClr val="2C3E50"/>
                </a:solidFill>
                <a:latin typeface="Times New Roman"/>
              </a:rPr>
              <a:t>• Phân biệt rõ ràng các khái niệm: điểm cực trị, cực trị và điểm cực trị của đồ thị hàm số.</a:t>
            </a:r>
          </a:p>
          <a:p>
            <a:r>
              <a:rPr sz="1600">
                <a:solidFill>
                  <a:srgbClr val="2C3E50"/>
                </a:solidFill>
                <a:latin typeface="Times New Roman"/>
              </a:rPr>
              <a:t>• Bài tập về nhà: Làm các bài tập 1, 2, 3, 4 trang 15 Sách giáo khoa Toán 12.</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iscrete Mathematics: Graph Theory and Networks - 12th Grade by Slidesgo">
  <a:themeElements>
    <a:clrScheme name="Simple Light">
      <a:dk1>
        <a:srgbClr val="1A1A1A"/>
      </a:dk1>
      <a:lt1>
        <a:srgbClr val="FEFDFA"/>
      </a:lt1>
      <a:dk2>
        <a:srgbClr val="434343"/>
      </a:dk2>
      <a:lt2>
        <a:srgbClr val="FF2E20"/>
      </a:lt2>
      <a:accent1>
        <a:srgbClr val="FFD966"/>
      </a:accent1>
      <a:accent2>
        <a:srgbClr val="86CF64"/>
      </a:accent2>
      <a:accent3>
        <a:srgbClr val="04B4D8"/>
      </a:accent3>
      <a:accent4>
        <a:srgbClr val="FFFFFF"/>
      </a:accent4>
      <a:accent5>
        <a:srgbClr val="FFFFFF"/>
      </a:accent5>
      <a:accent6>
        <a:srgbClr val="FFFFFF"/>
      </a:accent6>
      <a:hlink>
        <a:srgbClr val="1A1A1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