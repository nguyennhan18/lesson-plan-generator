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38"/>
    <p:sldId id="257" r:id="rId39"/>
    <p:sldId id="258" r:id="rId40"/>
    <p:sldId id="259" r:id="rId41"/>
    <p:sldId id="260" r:id="rId42"/>
    <p:sldId id="261" r:id="rId43"/>
    <p:sldId id="262" r:id="rId44"/>
  </p:sldIdLst>
  <p:sldSz cy="5143500" cx="9144000"/>
  <p:notesSz cx="6858000" cy="9144000"/>
  <p:embeddedFontLst>
    <p:embeddedFont>
      <p:font typeface="Mulish"/>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Lato"/>
      <p:regular r:id="rId61"/>
      <p:bold r:id="rId62"/>
      <p:italic r:id="rId63"/>
      <p:boldItalic r:id="rId64"/>
    </p:embeddedFont>
    <p:embeddedFont>
      <p:font typeface="Anaheim"/>
      <p:regular r:id="rId65"/>
      <p:bold r:id="rId66"/>
    </p:embeddedFont>
    <p:embeddedFont>
      <p:font typeface="Proxima Nova Semibold"/>
      <p:regular r:id="rId67"/>
      <p:bold r:id="rId68"/>
      <p:boldItalic r:id="rId69"/>
    </p:embeddedFont>
    <p:embeddedFont>
      <p:font typeface="Albert Sans"/>
      <p:regular r:id="rId70"/>
      <p:bold r:id="rId71"/>
      <p:italic r:id="rId72"/>
      <p:boldItalic r:id="rId73"/>
    </p:embeddedFont>
    <p:embeddedFont>
      <p:font typeface="DM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B23887-AB03-4546-9AEC-DF8FEB11CAE1}">
  <a:tblStyle styleId="{8BB23887-AB03-4546-9AEC-DF8FEB11CA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13E5F-0A40-43D7-A909-D912CE89E9F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xml"/><Relationship Id="rId39" Type="http://schemas.openxmlformats.org/officeDocument/2006/relationships/slide" Target="slides/slide2.xml"/><Relationship Id="rId40" Type="http://schemas.openxmlformats.org/officeDocument/2006/relationships/slide" Target="slides/slide3.xml"/><Relationship Id="rId41" Type="http://schemas.openxmlformats.org/officeDocument/2006/relationships/slide" Target="slides/slide4.xml"/><Relationship Id="rId42" Type="http://schemas.openxmlformats.org/officeDocument/2006/relationships/slide" Target="slides/slide5.xml"/><Relationship Id="rId43" Type="http://schemas.openxmlformats.org/officeDocument/2006/relationships/slide" Target="slides/slide6.xml"/><Relationship Id="rId44" Type="http://schemas.openxmlformats.org/officeDocument/2006/relationships/slide" Target="slides/slide7.xml"/><Relationship Id="rId47" Type="http://schemas.openxmlformats.org/officeDocument/2006/relationships/font" Target="fonts/Mulish-regular.fntdata"/><Relationship Id="rId48" Type="http://schemas.openxmlformats.org/officeDocument/2006/relationships/font" Target="fonts/Mulish-bold.fntdata"/><Relationship Id="rId49" Type="http://schemas.openxmlformats.org/officeDocument/2006/relationships/font" Target="fonts/Mulish-italic.fntdata"/><Relationship Id="rId50" Type="http://schemas.openxmlformats.org/officeDocument/2006/relationships/font" Target="fonts/Mulish-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Lato-regular.fntdata"/><Relationship Id="rId62" Type="http://schemas.openxmlformats.org/officeDocument/2006/relationships/font" Target="fonts/Lato-bold.fntdata"/><Relationship Id="rId63" Type="http://schemas.openxmlformats.org/officeDocument/2006/relationships/font" Target="fonts/Lato-italic.fntdata"/><Relationship Id="rId64" Type="http://schemas.openxmlformats.org/officeDocument/2006/relationships/font" Target="fonts/Lato-boldItalic.fntdata"/><Relationship Id="rId65" Type="http://schemas.openxmlformats.org/officeDocument/2006/relationships/font" Target="fonts/Anaheim-regular.fntdata"/><Relationship Id="rId66" Type="http://schemas.openxmlformats.org/officeDocument/2006/relationships/font" Target="fonts/Anaheim-bold.fntdata"/><Relationship Id="rId67" Type="http://schemas.openxmlformats.org/officeDocument/2006/relationships/font" Target="fonts/ProximaNovaSemibold-regular.fntdata"/><Relationship Id="rId68" Type="http://schemas.openxmlformats.org/officeDocument/2006/relationships/font" Target="fonts/ProximaNovaSemibold-bold.fntdata"/><Relationship Id="rId69" Type="http://schemas.openxmlformats.org/officeDocument/2006/relationships/font" Target="fonts/ProximaNovaSemibold-boldItalic.fntdata"/><Relationship Id="rId70" Type="http://schemas.openxmlformats.org/officeDocument/2006/relationships/font" Target="fonts/AlbertSans-regular.fntdata"/><Relationship Id="rId71" Type="http://schemas.openxmlformats.org/officeDocument/2006/relationships/font" Target="fonts/AlbertSans-bold.fntdata"/><Relationship Id="rId72" Type="http://schemas.openxmlformats.org/officeDocument/2006/relationships/font" Target="fonts/AlbertSans-italic.fntdata"/><Relationship Id="rId73" Type="http://schemas.openxmlformats.org/officeDocument/2006/relationships/font" Target="fonts/AlbertSans-boldItalic.fntdata"/><Relationship Id="rId74" Type="http://schemas.openxmlformats.org/officeDocument/2006/relationships/font" Target="fonts/DMSans-regular.fntdata"/><Relationship Id="rId75" Type="http://schemas.openxmlformats.org/officeDocument/2006/relationships/font" Target="fonts/DMSans-bold.fntdata"/><Relationship Id="rId76" Type="http://schemas.openxmlformats.org/officeDocument/2006/relationships/font" Target="fonts/DMSans-italic.fntdata"/><Relationship Id="rId77"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chào cả lớp, giới thiệu chương mới về ứng dụng đạo hàm. Đây là chương nền tảng quan trọng nhất của giải tích lớp 12, mở đầu bằng bài học về tính đơn điệu và cực trị của hàm số.</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chiếu đồ thị hàm số bậc ba, yêu cầu học sinh thảo luận nhóm đôi trong 2 phút để tìm các khoảng đi lên, đi xuống và các điểm đặc biệt. GV dẫn dắt: Làm thế nào để tìm chính xác các khoảng này bằng công cụ đại số? Chúng ta cùng vào bài học.</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phát biểu định lý thừa nhận về mối quan hệ giữa dấu của đạo hàm và tính đơn điệu. Nhấn mạnh: Dấu của đạo hàm dương thì đồ thị đi lên, đạo hàm âm thì đồ thị đi xuống. Mở rộng thêm trường hợp đạo hàm bằng 0 tại hữu hạn điểm.</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giải thích khái niệm cực trị bằng hình ảnh đỉnh đồi (cực đại) và thung lũng (cực tiểu). Nhấn mạnh điều kiện đủ: Đạo hàm đổi dấu từ dương sang âm thì đạt cực đại, từ âm sang dương thì đạt cực tiểu.</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giới thiệu thuật toán 4 bước để khảo sát hàm số. Nhắc nhở HS cực kỳ lưu ý Bước 1 (Tập xác định) và việc xét dấu đạo hàm chính xác ở Bước 3.</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trình bày lời giải chi tiết từng bước. Cho học sinh đối chiếu kết quả tính toán này với đồ thị trực quan ở phần khởi động để thấy sự trùng khớp hoàn hảo giữa lý thuyết và thực tiễn hình học.</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tóm tắt lại các điểm mấu chốt của bài học, nhấn mạnh kỹ năng xét dấu đạo hàm và lập bảng biến thiên. Giao bài tập về nhà và dặn dò chuẩn bị bài tiếp theo.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00325" y="1468875"/>
            <a:ext cx="7543800" cy="1730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275875" y="3198825"/>
            <a:ext cx="4592400" cy="475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a:stCxn id="18" idx="4"/>
                <a:endCxn id="16" idx="0"/>
              </p:cNvCxnSpPr>
              <p:nvPr/>
            </p:nvCxnSpPr>
            <p:spPr>
              <a:xfrm rot="10800000">
                <a:off x="8125628" y="54754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a:stCxn id="13" idx="6"/>
                <a:endCxn id="16" idx="2"/>
              </p:cNvCxnSpPr>
              <p:nvPr/>
            </p:nvCxnSpPr>
            <p:spPr>
              <a:xfrm rot="10800000">
                <a:off x="8190898" y="54101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a:stCxn id="13" idx="0"/>
                <a:endCxn id="17" idx="3"/>
              </p:cNvCxnSpPr>
              <p:nvPr/>
            </p:nvCxnSpPr>
            <p:spPr>
              <a:xfrm flipH="1">
                <a:off x="9327298" y="55073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a:stCxn id="17" idx="7"/>
                <a:endCxn id="18" idx="2"/>
              </p:cNvCxnSpPr>
              <p:nvPr/>
            </p:nvCxnSpPr>
            <p:spPr>
              <a:xfrm flipH="1">
                <a:off x="8190868" y="63635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a:stCxn id="16" idx="7"/>
                <a:endCxn id="14" idx="3"/>
              </p:cNvCxnSpPr>
              <p:nvPr/>
            </p:nvCxnSpPr>
            <p:spPr>
              <a:xfrm flipH="1">
                <a:off x="7300989" y="54563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a:stCxn id="19" idx="7"/>
                <a:endCxn id="16" idx="3"/>
              </p:cNvCxnSpPr>
              <p:nvPr/>
            </p:nvCxnSpPr>
            <p:spPr>
              <a:xfrm flipH="1">
                <a:off x="8171720" y="45146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a:stCxn id="15" idx="0"/>
                <a:endCxn id="16" idx="5"/>
              </p:cNvCxnSpPr>
              <p:nvPr/>
            </p:nvCxnSpPr>
            <p:spPr>
              <a:xfrm>
                <a:off x="7763819" y="4152640"/>
                <a:ext cx="315600" cy="12114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a:stCxn id="15" idx="7"/>
                <a:endCxn id="20" idx="2"/>
              </p:cNvCxnSpPr>
              <p:nvPr/>
            </p:nvCxnSpPr>
            <p:spPr>
              <a:xfrm flipH="1">
                <a:off x="4449703" y="4093857"/>
                <a:ext cx="3172200" cy="6378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a:stCxn id="20" idx="1"/>
                <a:endCxn id="14" idx="5"/>
              </p:cNvCxnSpPr>
              <p:nvPr/>
            </p:nvCxnSpPr>
            <p:spPr>
              <a:xfrm>
                <a:off x="4435731" y="47655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a:stCxn id="14" idx="4"/>
                <a:endCxn id="15" idx="0"/>
              </p:cNvCxnSpPr>
              <p:nvPr/>
            </p:nvCxnSpPr>
            <p:spPr>
              <a:xfrm flipH="1" rot="10800000">
                <a:off x="7232226" y="4152748"/>
                <a:ext cx="531600" cy="20796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cap="flat" cmpd="sng" w="9525">
                <a:solidFill>
                  <a:schemeClr val="dk2"/>
                </a:solidFill>
                <a:prstDash val="solid"/>
                <a:round/>
                <a:headEnd len="med" w="med" type="none"/>
                <a:tailEnd len="med" w="med" type="none"/>
              </a:ln>
            </p:spPr>
          </p:cxnSp>
          <p:sp>
            <p:nvSpPr>
              <p:cNvPr id="37" name="Google Shape;37;p2"/>
              <p:cNvSpPr/>
              <p:nvPr/>
            </p:nvSpPr>
            <p:spPr>
              <a:xfrm rot="10800000">
                <a:off x="5902359" y="40694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 name="Google Shape;38;p2"/>
              <p:cNvCxnSpPr>
                <a:stCxn id="20" idx="2"/>
                <a:endCxn id="37" idx="7"/>
              </p:cNvCxnSpPr>
              <p:nvPr/>
            </p:nvCxnSpPr>
            <p:spPr>
              <a:xfrm flipH="1" rot="10800000">
                <a:off x="4449834" y="41807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2"/>
              <p:cNvCxnSpPr>
                <a:stCxn id="37" idx="2"/>
                <a:endCxn id="15" idx="6"/>
              </p:cNvCxnSpPr>
              <p:nvPr/>
            </p:nvCxnSpPr>
            <p:spPr>
              <a:xfrm flipH="1" rot="10800000">
                <a:off x="6032859" y="3952013"/>
                <a:ext cx="1530300" cy="1827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2"/>
              <p:cNvCxnSpPr>
                <a:stCxn id="37" idx="0"/>
                <a:endCxn id="14" idx="4"/>
              </p:cNvCxnSpPr>
              <p:nvPr/>
            </p:nvCxnSpPr>
            <p:spPr>
              <a:xfrm>
                <a:off x="5967609" y="41999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a:stCxn id="37" idx="1"/>
                <a:endCxn id="16" idx="5"/>
              </p:cNvCxnSpPr>
              <p:nvPr/>
            </p:nvCxnSpPr>
            <p:spPr>
              <a:xfrm>
                <a:off x="6013748" y="41808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 name="Google Shape;43;p2"/>
              <p:cNvCxnSpPr>
                <a:stCxn id="15" idx="2"/>
                <a:endCxn id="42" idx="6"/>
              </p:cNvCxnSpPr>
              <p:nvPr/>
            </p:nvCxnSpPr>
            <p:spPr>
              <a:xfrm flipH="1" rot="10800000">
                <a:off x="7964519" y="3286840"/>
                <a:ext cx="818400" cy="665100"/>
              </a:xfrm>
              <a:prstGeom prst="straightConnector1">
                <a:avLst/>
              </a:prstGeom>
              <a:noFill/>
              <a:ln cap="flat" cmpd="sng" w="9525">
                <a:solidFill>
                  <a:schemeClr val="dk2"/>
                </a:solidFill>
                <a:prstDash val="solid"/>
                <a:round/>
                <a:headEnd len="med" w="med" type="none"/>
                <a:tailEnd len="med" w="med" type="none"/>
              </a:ln>
            </p:spPr>
          </p:cxnSp>
          <p:cxnSp>
            <p:nvCxnSpPr>
              <p:cNvPr id="44" name="Google Shape;44;p2"/>
              <p:cNvCxnSpPr>
                <a:stCxn id="42" idx="1"/>
                <a:endCxn id="19" idx="5"/>
              </p:cNvCxnSpPr>
              <p:nvPr/>
            </p:nvCxnSpPr>
            <p:spPr>
              <a:xfrm>
                <a:off x="8948847" y="3355675"/>
                <a:ext cx="19200" cy="1066800"/>
              </a:xfrm>
              <a:prstGeom prst="straightConnector1">
                <a:avLst/>
              </a:prstGeom>
              <a:noFill/>
              <a:ln cap="flat" cmpd="sng" w="9525">
                <a:solidFill>
                  <a:schemeClr val="dk2"/>
                </a:solidFill>
                <a:prstDash val="solid"/>
                <a:round/>
                <a:headEnd len="med" w="med" type="none"/>
                <a:tailEnd len="med" w="med" type="none"/>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2"/>
              <p:cNvCxnSpPr>
                <a:stCxn id="51" idx="4"/>
                <a:endCxn id="49" idx="0"/>
              </p:cNvCxnSpPr>
              <p:nvPr/>
            </p:nvCxnSpPr>
            <p:spPr>
              <a:xfrm flipH="1" rot="10800000">
                <a:off x="354078" y="792908"/>
                <a:ext cx="86100" cy="1713600"/>
              </a:xfrm>
              <a:prstGeom prst="straightConnector1">
                <a:avLst/>
              </a:prstGeom>
              <a:noFill/>
              <a:ln cap="flat" cmpd="sng" w="9525">
                <a:solidFill>
                  <a:schemeClr val="dk2"/>
                </a:solidFill>
                <a:prstDash val="solid"/>
                <a:round/>
                <a:headEnd len="med" w="med" type="none"/>
                <a:tailEnd len="med" w="med" type="none"/>
              </a:ln>
            </p:spPr>
          </p:cxnSp>
          <p:cxnSp>
            <p:nvCxnSpPr>
              <p:cNvPr id="56" name="Google Shape;56;p2"/>
              <p:cNvCxnSpPr>
                <a:stCxn id="46" idx="6"/>
                <a:endCxn id="50" idx="3"/>
              </p:cNvCxnSpPr>
              <p:nvPr/>
            </p:nvCxnSpPr>
            <p:spPr>
              <a:xfrm flipH="1">
                <a:off x="1184598" y="420121"/>
                <a:ext cx="1856400" cy="811800"/>
              </a:xfrm>
              <a:prstGeom prst="straightConnector1">
                <a:avLst/>
              </a:prstGeom>
              <a:noFill/>
              <a:ln cap="flat" cmpd="sng" w="9525">
                <a:solidFill>
                  <a:schemeClr val="dk2"/>
                </a:solidFill>
                <a:prstDash val="solid"/>
                <a:round/>
                <a:headEnd len="med" w="med" type="none"/>
                <a:tailEnd len="med" w="med" type="none"/>
              </a:ln>
            </p:spPr>
          </p:cxnSp>
          <p:cxnSp>
            <p:nvCxnSpPr>
              <p:cNvPr id="57" name="Google Shape;57;p2"/>
              <p:cNvCxnSpPr>
                <a:stCxn id="50" idx="7"/>
                <a:endCxn id="51" idx="2"/>
              </p:cNvCxnSpPr>
              <p:nvPr/>
            </p:nvCxnSpPr>
            <p:spPr>
              <a:xfrm flipH="1">
                <a:off x="419293" y="1300080"/>
                <a:ext cx="697200" cy="12717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2"/>
              <p:cNvCxnSpPr>
                <a:stCxn id="49" idx="7"/>
                <a:endCxn id="47" idx="3"/>
              </p:cNvCxnSpPr>
              <p:nvPr/>
            </p:nvCxnSpPr>
            <p:spPr>
              <a:xfrm flipH="1">
                <a:off x="-384486" y="773825"/>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 name="Google Shape;60;p2"/>
              <p:cNvCxnSpPr>
                <a:stCxn id="46" idx="6"/>
                <a:endCxn id="52" idx="1"/>
              </p:cNvCxnSpPr>
              <p:nvPr/>
            </p:nvCxnSpPr>
            <p:spPr>
              <a:xfrm flipH="1">
                <a:off x="1566798" y="420121"/>
                <a:ext cx="1474200" cy="6030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2"/>
              <p:cNvCxnSpPr>
                <a:stCxn id="52" idx="7"/>
                <a:endCxn id="49" idx="2"/>
              </p:cNvCxnSpPr>
              <p:nvPr/>
            </p:nvCxnSpPr>
            <p:spPr>
              <a:xfrm flipH="1">
                <a:off x="505308" y="480503"/>
                <a:ext cx="969300" cy="24720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2"/>
              <p:cNvCxnSpPr>
                <a:stCxn id="48" idx="0"/>
                <a:endCxn id="49" idx="5"/>
              </p:cNvCxnSpPr>
              <p:nvPr/>
            </p:nvCxnSpPr>
            <p:spPr>
              <a:xfrm>
                <a:off x="142294" y="-185260"/>
                <a:ext cx="251700" cy="866700"/>
              </a:xfrm>
              <a:prstGeom prst="straightConnector1">
                <a:avLst/>
              </a:prstGeom>
              <a:noFill/>
              <a:ln cap="flat" cmpd="sng" w="9525">
                <a:solidFill>
                  <a:schemeClr val="dk2"/>
                </a:solidFill>
                <a:prstDash val="solid"/>
                <a:round/>
                <a:headEnd len="med" w="med" type="none"/>
                <a:tailEnd len="med" w="med" type="none"/>
              </a:ln>
            </p:spPr>
          </p:cxnSp>
          <p:cxnSp>
            <p:nvCxnSpPr>
              <p:cNvPr id="64" name="Google Shape;64;p2"/>
              <p:cNvCxnSpPr>
                <a:stCxn id="48" idx="7"/>
                <a:endCxn id="53" idx="3"/>
              </p:cNvCxnSpPr>
              <p:nvPr/>
            </p:nvCxnSpPr>
            <p:spPr>
              <a:xfrm flipH="1">
                <a:off x="-735222" y="-244043"/>
                <a:ext cx="735600" cy="7923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2"/>
              <p:cNvCxnSpPr>
                <a:stCxn id="53" idx="0"/>
                <a:endCxn id="47" idx="5"/>
              </p:cNvCxnSpPr>
              <p:nvPr/>
            </p:nvCxnSpPr>
            <p:spPr>
              <a:xfrm>
                <a:off x="-769191" y="630590"/>
                <a:ext cx="247200" cy="9477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2"/>
              <p:cNvCxnSpPr>
                <a:stCxn id="47" idx="4"/>
                <a:endCxn id="48" idx="7"/>
              </p:cNvCxnSpPr>
              <p:nvPr/>
            </p:nvCxnSpPr>
            <p:spPr>
              <a:xfrm flipH="1" rot="10800000">
                <a:off x="-453249" y="-244140"/>
                <a:ext cx="453600" cy="17940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 name="Google Shape;73;p2"/>
              <p:cNvCxnSpPr>
                <a:stCxn id="53" idx="4"/>
                <a:endCxn id="72" idx="7"/>
              </p:cNvCxnSpPr>
              <p:nvPr/>
            </p:nvCxnSpPr>
            <p:spPr>
              <a:xfrm flipH="1" rot="10800000">
                <a:off x="-769191" y="-728710"/>
                <a:ext cx="19200" cy="12630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2"/>
              <p:cNvCxnSpPr>
                <a:stCxn id="72" idx="2"/>
                <a:endCxn id="48" idx="5"/>
              </p:cNvCxnSpPr>
              <p:nvPr/>
            </p:nvCxnSpPr>
            <p:spPr>
              <a:xfrm>
                <a:off x="-638666" y="-774850"/>
                <a:ext cx="639000" cy="2469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2"/>
              <p:cNvCxnSpPr>
                <a:stCxn id="72" idx="0"/>
                <a:endCxn id="47" idx="4"/>
              </p:cNvCxnSpPr>
              <p:nvPr/>
            </p:nvCxnSpPr>
            <p:spPr>
              <a:xfrm>
                <a:off x="-703916" y="-709600"/>
                <a:ext cx="250800" cy="22596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2"/>
              <p:cNvCxnSpPr>
                <a:stCxn id="72" idx="1"/>
                <a:endCxn id="49" idx="5"/>
              </p:cNvCxnSpPr>
              <p:nvPr/>
            </p:nvCxnSpPr>
            <p:spPr>
              <a:xfrm>
                <a:off x="-657777" y="-728711"/>
                <a:ext cx="1051800" cy="1410300"/>
              </a:xfrm>
              <a:prstGeom prst="straightConnector1">
                <a:avLst/>
              </a:prstGeom>
              <a:noFill/>
              <a:ln cap="flat" cmpd="sng" w="9525">
                <a:solidFill>
                  <a:schemeClr val="dk2"/>
                </a:solidFill>
                <a:prstDash val="solid"/>
                <a:round/>
                <a:headEnd len="med" w="med" type="none"/>
                <a:tailEnd len="med" w="med" type="none"/>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2"/>
              <p:cNvCxnSpPr>
                <a:stCxn id="77" idx="1"/>
                <a:endCxn id="52" idx="5"/>
              </p:cNvCxnSpPr>
              <p:nvPr/>
            </p:nvCxnSpPr>
            <p:spPr>
              <a:xfrm>
                <a:off x="540797" y="-706138"/>
                <a:ext cx="933900" cy="10944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3"/>
          <p:cNvSpPr txBox="1"/>
          <p:nvPr>
            <p:ph type="title"/>
          </p:nvPr>
        </p:nvSpPr>
        <p:spPr>
          <a:xfrm>
            <a:off x="1463100" y="2046250"/>
            <a:ext cx="6217800" cy="16764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745950" y="809625"/>
            <a:ext cx="1652100" cy="112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8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1463100" y="3797250"/>
            <a:ext cx="6217800" cy="43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a:stCxn id="86" idx="6"/>
                <a:endCxn id="9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a:stCxn id="90" idx="7"/>
                <a:endCxn id="9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a:stCxn id="89" idx="7"/>
                <a:endCxn id="8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a:stCxn id="92" idx="6"/>
                <a:endCxn id="8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a:stCxn id="92" idx="6"/>
                <a:endCxn id="8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a:stCxn id="88" idx="7"/>
                <a:endCxn id="9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a:stCxn id="89" idx="6"/>
                <a:endCxn id="9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3"/>
              <p:cNvCxnSpPr>
                <a:stCxn id="109" idx="1"/>
                <a:endCxn id="8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3"/>
              <p:cNvCxnSpPr>
                <a:stCxn id="109" idx="1"/>
                <a:endCxn id="8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3"/>
              <p:cNvCxnSpPr>
                <a:stCxn id="87" idx="0"/>
                <a:endCxn id="11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3"/>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3"/>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 name="Google Shape;120;p3"/>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3"/>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3"/>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3"/>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4" name="Google Shape;124;p3"/>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 name="Google Shape;125;p3"/>
              <p:cNvCxnSpPr>
                <a:stCxn id="121" idx="5"/>
                <a:endCxn id="12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3"/>
              <p:cNvCxnSpPr>
                <a:stCxn id="117" idx="6"/>
                <a:endCxn id="12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3"/>
              <p:cNvCxnSpPr>
                <a:stCxn id="117" idx="0"/>
                <a:endCxn id="12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3"/>
              <p:cNvCxnSpPr>
                <a:stCxn id="121" idx="7"/>
                <a:endCxn id="12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3"/>
              <p:cNvCxnSpPr>
                <a:stCxn id="122" idx="6"/>
                <a:endCxn id="11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3"/>
              <p:cNvCxnSpPr>
                <a:stCxn id="120" idx="7"/>
                <a:endCxn id="11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3"/>
              <p:cNvCxnSpPr>
                <a:stCxn id="117" idx="5"/>
                <a:endCxn id="12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3"/>
              <p:cNvCxnSpPr>
                <a:stCxn id="123" idx="7"/>
                <a:endCxn id="12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3"/>
              <p:cNvCxnSpPr>
                <a:stCxn id="123" idx="7"/>
                <a:endCxn id="11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3"/>
              <p:cNvCxnSpPr>
                <a:stCxn id="121" idx="6"/>
                <a:endCxn id="12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39" name="Google Shape;139;p3"/>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cap="flat" cmpd="sng" w="9525">
                <a:solidFill>
                  <a:srgbClr val="434343"/>
                </a:solidFill>
                <a:prstDash val="solid"/>
                <a:round/>
                <a:headEnd len="med" w="med" type="none"/>
                <a:tailEnd len="med" w="med" type="none"/>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3"/>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3"/>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8" name="Google Shape;148;p3"/>
              <p:cNvCxnSpPr>
                <a:stCxn id="117" idx="6"/>
                <a:endCxn id="14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3"/>
              <p:cNvCxnSpPr>
                <a:stCxn id="123" idx="0"/>
                <a:endCxn id="14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3"/>
              <p:cNvCxnSpPr>
                <a:stCxn id="147" idx="6"/>
                <a:endCxn id="12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3"/>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2" name="Google Shape;152;p3"/>
              <p:cNvCxnSpPr>
                <a:stCxn id="144" idx="5"/>
                <a:endCxn id="15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3"/>
              <p:cNvCxnSpPr>
                <a:stCxn id="151" idx="7"/>
                <a:endCxn id="11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3"/>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3"/>
              <p:cNvCxnSpPr>
                <a:stCxn id="154" idx="6"/>
                <a:endCxn id="11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8" name="Shape 158"/>
        <p:cNvGrpSpPr/>
        <p:nvPr/>
      </p:nvGrpSpPr>
      <p:grpSpPr>
        <a:xfrm>
          <a:off x="0" y="0"/>
          <a:ext cx="0" cy="0"/>
          <a:chOff x="0" y="0"/>
          <a:chExt cx="0" cy="0"/>
        </a:xfrm>
      </p:grpSpPr>
      <p:sp>
        <p:nvSpPr>
          <p:cNvPr id="159" name="Google Shape;15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4"/>
          <p:cNvSpPr txBox="1"/>
          <p:nvPr>
            <p:ph idx="1" type="body"/>
          </p:nvPr>
        </p:nvSpPr>
        <p:spPr>
          <a:xfrm>
            <a:off x="720000" y="1215751"/>
            <a:ext cx="7704000" cy="1709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61" name="Google Shape;161;p4"/>
          <p:cNvGrpSpPr/>
          <p:nvPr/>
        </p:nvGrpSpPr>
        <p:grpSpPr>
          <a:xfrm>
            <a:off x="-497962" y="-2402532"/>
            <a:ext cx="9442425" cy="8210276"/>
            <a:chOff x="-497962" y="-2402532"/>
            <a:chExt cx="9442425" cy="8210276"/>
          </a:xfrm>
        </p:grpSpPr>
        <p:grpSp>
          <p:nvGrpSpPr>
            <p:cNvPr id="162" name="Google Shape;162;p4"/>
            <p:cNvGrpSpPr/>
            <p:nvPr/>
          </p:nvGrpSpPr>
          <p:grpSpPr>
            <a:xfrm>
              <a:off x="4589284" y="-2402532"/>
              <a:ext cx="4355179" cy="2890037"/>
              <a:chOff x="4589284" y="-2402532"/>
              <a:chExt cx="4355179" cy="2890037"/>
            </a:xfrm>
          </p:grpSpPr>
          <p:sp>
            <p:nvSpPr>
              <p:cNvPr id="163" name="Google Shape;163;p4"/>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4"/>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4"/>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4"/>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4"/>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4"/>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4"/>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4"/>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4"/>
              <p:cNvCxnSpPr>
                <a:stCxn id="167" idx="5"/>
                <a:endCxn id="166"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4"/>
              <p:cNvCxnSpPr>
                <a:stCxn id="168" idx="4"/>
                <a:endCxn id="166"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4"/>
              <p:cNvCxnSpPr>
                <a:stCxn id="163" idx="6"/>
                <a:endCxn id="167"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4"/>
              <p:cNvCxnSpPr>
                <a:stCxn id="167" idx="7"/>
                <a:endCxn id="168"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4"/>
              <p:cNvCxnSpPr>
                <a:stCxn id="168" idx="6"/>
                <a:endCxn id="164"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a:stCxn id="166" idx="7"/>
                <a:endCxn id="164"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a:stCxn id="163" idx="6"/>
                <a:endCxn id="169"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4"/>
              <p:cNvCxnSpPr>
                <a:stCxn id="169" idx="6"/>
                <a:endCxn id="166"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4"/>
              <p:cNvCxnSpPr>
                <a:stCxn id="169" idx="5"/>
                <a:endCxn id="165"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4"/>
              <p:cNvCxnSpPr>
                <a:stCxn id="165" idx="0"/>
                <a:endCxn id="166"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4"/>
              <p:cNvCxnSpPr>
                <a:stCxn id="165" idx="7"/>
                <a:endCxn id="170"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4"/>
              <p:cNvCxnSpPr>
                <a:stCxn id="166" idx="6"/>
                <a:endCxn id="170"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4"/>
              <p:cNvCxnSpPr>
                <a:stCxn id="170" idx="0"/>
                <a:endCxn id="164"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4"/>
              <p:cNvCxnSpPr>
                <a:stCxn id="168" idx="5"/>
                <a:endCxn id="170"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4"/>
              <p:cNvCxnSpPr>
                <a:stCxn id="167" idx="6"/>
                <a:endCxn id="170"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4"/>
              <p:cNvCxnSpPr>
                <a:stCxn id="167" idx="4"/>
                <a:endCxn id="165"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4"/>
              <p:cNvCxnSpPr>
                <a:stCxn id="164" idx="4"/>
                <a:endCxn id="165"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4"/>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9" name="Google Shape;189;p4"/>
              <p:cNvCxnSpPr>
                <a:stCxn id="170" idx="4"/>
                <a:endCxn id="188"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4"/>
              <p:cNvCxnSpPr>
                <a:stCxn id="188" idx="1"/>
                <a:endCxn id="165"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4"/>
              <p:cNvCxnSpPr>
                <a:stCxn id="188" idx="0"/>
                <a:endCxn id="164"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4"/>
              <p:cNvCxnSpPr>
                <a:stCxn id="188" idx="1"/>
                <a:endCxn id="166"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193" name="Google Shape;193;p4"/>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94" name="Google Shape;194;p4"/>
              <p:cNvCxnSpPr>
                <a:stCxn id="188" idx="2"/>
                <a:endCxn id="193"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4"/>
              <p:cNvCxnSpPr>
                <a:stCxn id="193" idx="1"/>
                <a:endCxn id="169"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4"/>
              <p:cNvCxnSpPr>
                <a:stCxn id="193" idx="7"/>
                <a:endCxn id="165"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197" name="Google Shape;197;p4"/>
            <p:cNvGrpSpPr/>
            <p:nvPr/>
          </p:nvGrpSpPr>
          <p:grpSpPr>
            <a:xfrm flipH="1" rot="10800000">
              <a:off x="-497962" y="2486033"/>
              <a:ext cx="3063625" cy="3321711"/>
              <a:chOff x="-460575" y="-671217"/>
              <a:chExt cx="3063625" cy="3321711"/>
            </a:xfrm>
          </p:grpSpPr>
          <p:cxnSp>
            <p:nvCxnSpPr>
              <p:cNvPr id="198" name="Google Shape;198;p4"/>
              <p:cNvCxnSpPr>
                <a:stCxn id="199" idx="6"/>
                <a:endCxn id="200"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4"/>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4"/>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4"/>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4"/>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4"/>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5" name="Google Shape;205;p4"/>
              <p:cNvCxnSpPr>
                <a:stCxn id="204" idx="4"/>
                <a:endCxn id="202"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4"/>
              <p:cNvCxnSpPr>
                <a:stCxn id="203" idx="4"/>
                <a:endCxn id="202"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4"/>
              <p:cNvCxnSpPr>
                <a:stCxn id="203" idx="5"/>
                <a:endCxn id="204"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4"/>
              <p:cNvCxnSpPr>
                <a:stCxn id="203" idx="0"/>
                <a:endCxn id="201"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4"/>
              <p:cNvCxnSpPr>
                <a:stCxn id="203" idx="7"/>
                <a:endCxn id="199"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4"/>
              <p:cNvCxnSpPr>
                <a:stCxn id="201" idx="5"/>
                <a:endCxn id="199"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4"/>
              <p:cNvCxnSpPr>
                <a:stCxn id="201" idx="6"/>
                <a:endCxn id="200"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4"/>
              <p:cNvCxnSpPr>
                <a:stCxn id="213" idx="1"/>
                <a:endCxn id="201"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4"/>
              <p:cNvCxnSpPr>
                <a:stCxn id="204" idx="0"/>
                <a:endCxn id="199"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4"/>
              <p:cNvCxnSpPr>
                <a:stCxn id="204" idx="0"/>
                <a:endCxn id="213"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4"/>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7" name="Google Shape;217;p4"/>
              <p:cNvCxnSpPr>
                <a:stCxn id="201" idx="5"/>
                <a:endCxn id="216"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4"/>
              <p:cNvCxnSpPr>
                <a:stCxn id="213" idx="7"/>
                <a:endCxn id="216"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4"/>
              <p:cNvCxnSpPr>
                <a:stCxn id="216" idx="6"/>
                <a:endCxn id="200"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4"/>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21" name="Google Shape;221;p4"/>
              <p:cNvCxnSpPr>
                <a:stCxn id="220" idx="0"/>
                <a:endCxn id="201"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4"/>
              <p:cNvCxnSpPr>
                <a:stCxn id="220" idx="6"/>
                <a:endCxn id="199"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4"/>
              <p:cNvCxnSpPr>
                <a:stCxn id="220" idx="5"/>
                <a:endCxn id="203"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4"/>
              <p:cNvCxnSpPr>
                <a:stCxn id="220" idx="5"/>
                <a:endCxn id="202"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4"/>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4"/>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225" name="Google Shape;225;p4"/>
          <p:cNvGrpSpPr/>
          <p:nvPr/>
        </p:nvGrpSpPr>
        <p:grpSpPr>
          <a:xfrm flipH="1" rot="10800000">
            <a:off x="144013" y="213488"/>
            <a:ext cx="406275" cy="563575"/>
            <a:chOff x="140150" y="4340075"/>
            <a:chExt cx="406275" cy="563575"/>
          </a:xfrm>
        </p:grpSpPr>
        <p:sp>
          <p:nvSpPr>
            <p:cNvPr id="226" name="Google Shape;226;p4"/>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9" name="Google Shape;229;p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sp>
        <p:nvSpPr>
          <p:cNvPr id="231" name="Google Shape;23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5"/>
          <p:cNvSpPr txBox="1"/>
          <p:nvPr>
            <p:ph idx="1" type="subTitle"/>
          </p:nvPr>
        </p:nvSpPr>
        <p:spPr>
          <a:xfrm>
            <a:off x="4951702"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3" name="Google Shape;233;p5"/>
          <p:cNvSpPr txBox="1"/>
          <p:nvPr>
            <p:ph idx="2" type="subTitle"/>
          </p:nvPr>
        </p:nvSpPr>
        <p:spPr>
          <a:xfrm>
            <a:off x="1050400"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5"/>
          <p:cNvSpPr txBox="1"/>
          <p:nvPr>
            <p:ph idx="3" type="subTitle"/>
          </p:nvPr>
        </p:nvSpPr>
        <p:spPr>
          <a:xfrm>
            <a:off x="1050400"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 name="Google Shape;235;p5"/>
          <p:cNvSpPr txBox="1"/>
          <p:nvPr>
            <p:ph idx="4" type="subTitle"/>
          </p:nvPr>
        </p:nvSpPr>
        <p:spPr>
          <a:xfrm>
            <a:off x="4951707"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5"/>
              <p:cNvCxnSpPr>
                <a:stCxn id="243" idx="4"/>
                <a:endCxn id="24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5"/>
              <p:cNvCxnSpPr>
                <a:stCxn id="238" idx="6"/>
                <a:endCxn id="24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5"/>
              <p:cNvCxnSpPr>
                <a:stCxn id="243" idx="6"/>
                <a:endCxn id="23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5"/>
              <p:cNvCxnSpPr>
                <a:stCxn id="241" idx="7"/>
                <a:endCxn id="23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5"/>
              <p:cNvCxnSpPr>
                <a:stCxn id="238" idx="6"/>
                <a:endCxn id="24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5"/>
              <p:cNvCxnSpPr>
                <a:stCxn id="244" idx="6"/>
                <a:endCxn id="24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5"/>
              <p:cNvCxnSpPr>
                <a:stCxn id="244" idx="5"/>
                <a:endCxn id="24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5"/>
              <p:cNvCxnSpPr>
                <a:stCxn id="240" idx="7"/>
                <a:endCxn id="24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5"/>
              <p:cNvCxnSpPr>
                <a:stCxn id="241" idx="6"/>
                <a:endCxn id="24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5"/>
              <p:cNvCxnSpPr>
                <a:stCxn id="243" idx="5"/>
                <a:endCxn id="24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5"/>
              <p:cNvCxnSpPr>
                <a:stCxn id="242" idx="6"/>
                <a:endCxn id="24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5"/>
              <p:cNvCxnSpPr>
                <a:stCxn id="242" idx="4"/>
                <a:endCxn id="24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5"/>
              <p:cNvCxnSpPr>
                <a:stCxn id="239" idx="4"/>
                <a:endCxn id="24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5"/>
              <p:cNvCxnSpPr>
                <a:stCxn id="268" idx="7"/>
                <a:endCxn id="24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5"/>
            <p:cNvGrpSpPr/>
            <p:nvPr/>
          </p:nvGrpSpPr>
          <p:grpSpPr>
            <a:xfrm flipH="1" rot="10800000">
              <a:off x="-497962" y="2260383"/>
              <a:ext cx="3063625" cy="3321711"/>
              <a:chOff x="-460575" y="-671217"/>
              <a:chExt cx="3063625" cy="3321711"/>
            </a:xfrm>
          </p:grpSpPr>
          <p:cxnSp>
            <p:nvCxnSpPr>
              <p:cNvPr id="273" name="Google Shape;273;p5"/>
              <p:cNvCxnSpPr>
                <a:stCxn id="274" idx="6"/>
                <a:endCxn id="27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5"/>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5"/>
              <p:cNvCxnSpPr>
                <a:stCxn id="278" idx="4"/>
                <a:endCxn id="27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5"/>
              <p:cNvCxnSpPr>
                <a:stCxn id="278" idx="5"/>
                <a:endCxn id="27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5"/>
              <p:cNvCxnSpPr>
                <a:stCxn id="278" idx="7"/>
                <a:endCxn id="27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5"/>
              <p:cNvCxnSpPr>
                <a:stCxn id="276" idx="5"/>
                <a:endCxn id="27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5"/>
              <p:cNvCxnSpPr>
                <a:stCxn id="276" idx="6"/>
                <a:endCxn id="27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5"/>
              <p:cNvCxnSpPr>
                <a:stCxn id="279" idx="0"/>
                <a:endCxn id="28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5"/>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5"/>
              <p:cNvCxnSpPr>
                <a:stCxn id="288" idx="7"/>
                <a:endCxn id="29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5"/>
              <p:cNvCxnSpPr>
                <a:stCxn id="291" idx="6"/>
                <a:endCxn id="27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5"/>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6" name="Google Shape;296;p5"/>
              <p:cNvCxnSpPr>
                <a:stCxn id="295" idx="0"/>
                <a:endCxn id="27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5"/>
              <p:cNvCxnSpPr>
                <a:stCxn id="295" idx="6"/>
                <a:endCxn id="27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5"/>
              <p:cNvCxnSpPr>
                <a:stCxn id="295" idx="5"/>
                <a:endCxn id="27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5"/>
              <p:cNvCxnSpPr>
                <a:stCxn id="295" idx="5"/>
                <a:endCxn id="27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5"/>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flipH="1" rot="10800000">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12" name="Google Shape;312;p6"/>
          <p:cNvCxnSpPr>
            <a:stCxn id="313" idx="6"/>
            <a:endCxn id="314" idx="2"/>
          </p:cNvCxnSpPr>
          <p:nvPr/>
        </p:nvCxnSpPr>
        <p:spPr>
          <a:xfrm flipH="1" rot="10800000">
            <a:off x="193201" y="280868"/>
            <a:ext cx="388800" cy="117000"/>
          </a:xfrm>
          <a:prstGeom prst="straightConnector1">
            <a:avLst/>
          </a:prstGeom>
          <a:noFill/>
          <a:ln cap="flat" cmpd="sng" w="9525">
            <a:solidFill>
              <a:schemeClr val="dk2"/>
            </a:solidFill>
            <a:prstDash val="solid"/>
            <a:round/>
            <a:headEnd len="med" w="med" type="none"/>
            <a:tailEnd len="med" w="med" type="none"/>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flipH="1" rot="10800000">
                <a:off x="936740" y="3228"/>
                <a:ext cx="518100" cy="2406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p6"/>
              <p:cNvSpPr/>
              <p:nvPr/>
            </p:nvSpPr>
            <p:spPr>
              <a:xfrm>
                <a:off x="1454950" y="-75631"/>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6"/>
              <p:cNvCxnSpPr>
                <a:stCxn id="321" idx="4"/>
                <a:endCxn id="320" idx="0"/>
              </p:cNvCxnSpPr>
              <p:nvPr/>
            </p:nvCxnSpPr>
            <p:spPr>
              <a:xfrm>
                <a:off x="138575" y="1034626"/>
                <a:ext cx="194100" cy="1257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6"/>
              <p:cNvCxnSpPr>
                <a:stCxn id="321" idx="5"/>
                <a:endCxn id="322" idx="1"/>
              </p:cNvCxnSpPr>
              <p:nvPr/>
            </p:nvCxnSpPr>
            <p:spPr>
              <a:xfrm>
                <a:off x="190866" y="1012967"/>
                <a:ext cx="190200" cy="579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6"/>
              <p:cNvCxnSpPr>
                <a:stCxn id="321" idx="0"/>
                <a:endCxn id="313" idx="3"/>
              </p:cNvCxnSpPr>
              <p:nvPr/>
            </p:nvCxnSpPr>
            <p:spPr>
              <a:xfrm flipH="1" rot="10800000">
                <a:off x="138575" y="443626"/>
                <a:ext cx="209100" cy="4431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6"/>
              <p:cNvCxnSpPr>
                <a:stCxn id="319" idx="5"/>
                <a:endCxn id="313" idx="1"/>
              </p:cNvCxnSpPr>
              <p:nvPr/>
            </p:nvCxnSpPr>
            <p:spPr>
              <a:xfrm>
                <a:off x="-644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6"/>
              <p:cNvCxnSpPr>
                <a:stCxn id="319" idx="6"/>
                <a:endCxn id="318" idx="2"/>
              </p:cNvCxnSpPr>
              <p:nvPr/>
            </p:nvCxnSpPr>
            <p:spPr>
              <a:xfrm>
                <a:off x="-49824" y="-142087"/>
                <a:ext cx="1504800" cy="145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6"/>
              <p:cNvCxnSpPr>
                <a:stCxn id="322" idx="0"/>
                <a:endCxn id="314" idx="3"/>
              </p:cNvCxnSpPr>
              <p:nvPr/>
            </p:nvCxnSpPr>
            <p:spPr>
              <a:xfrm flipH="1" rot="10800000">
                <a:off x="411626" y="348287"/>
                <a:ext cx="420600" cy="709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6"/>
              <p:cNvSpPr/>
              <p:nvPr/>
            </p:nvSpPr>
            <p:spPr>
              <a:xfrm>
                <a:off x="335101" y="369758"/>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6"/>
              <p:cNvCxnSpPr>
                <a:stCxn id="335" idx="0"/>
                <a:endCxn id="339" idx="5"/>
              </p:cNvCxnSpPr>
              <p:nvPr/>
            </p:nvCxnSpPr>
            <p:spPr>
              <a:xfrm>
                <a:off x="8730125" y="3677875"/>
                <a:ext cx="103500" cy="562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6"/>
              <p:cNvCxnSpPr>
                <a:stCxn id="336" idx="4"/>
                <a:endCxn id="339" idx="0"/>
              </p:cNvCxnSpPr>
              <p:nvPr/>
            </p:nvCxnSpPr>
            <p:spPr>
              <a:xfrm flipH="1" rot="10800000">
                <a:off x="8830026" y="4351769"/>
                <a:ext cx="49500" cy="4992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6"/>
              <p:cNvCxnSpPr>
                <a:stCxn id="338" idx="2"/>
                <a:endCxn id="336" idx="6"/>
              </p:cNvCxnSpPr>
              <p:nvPr/>
            </p:nvCxnSpPr>
            <p:spPr>
              <a:xfrm>
                <a:off x="8373800" y="4722375"/>
                <a:ext cx="377400" cy="207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6"/>
              <p:cNvCxnSpPr>
                <a:stCxn id="337" idx="2"/>
                <a:endCxn id="336" idx="6"/>
              </p:cNvCxnSpPr>
              <p:nvPr/>
            </p:nvCxnSpPr>
            <p:spPr>
              <a:xfrm flipH="1" rot="10800000">
                <a:off x="7833175" y="4929600"/>
                <a:ext cx="918000" cy="3387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6"/>
              <p:cNvCxnSpPr>
                <a:stCxn id="334" idx="1"/>
                <a:endCxn id="337" idx="5"/>
              </p:cNvCxnSpPr>
              <p:nvPr/>
            </p:nvCxnSpPr>
            <p:spPr>
              <a:xfrm>
                <a:off x="7395861" y="4916854"/>
                <a:ext cx="363300" cy="3207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6"/>
              <p:cNvCxnSpPr>
                <a:stCxn id="334" idx="2"/>
                <a:endCxn id="338" idx="6"/>
              </p:cNvCxnSpPr>
              <p:nvPr/>
            </p:nvCxnSpPr>
            <p:spPr>
              <a:xfrm flipH="1" rot="10800000">
                <a:off x="7418926" y="4722269"/>
                <a:ext cx="817500" cy="1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6"/>
              <p:cNvCxnSpPr>
                <a:stCxn id="337" idx="3"/>
                <a:endCxn id="338" idx="7"/>
              </p:cNvCxnSpPr>
              <p:nvPr/>
            </p:nvCxnSpPr>
            <p:spPr>
              <a:xfrm flipH="1" rot="10800000">
                <a:off x="7820478" y="4770847"/>
                <a:ext cx="435900" cy="4668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6"/>
              <p:cNvCxnSpPr>
                <a:stCxn id="338" idx="3"/>
                <a:endCxn id="335" idx="7"/>
              </p:cNvCxnSpPr>
              <p:nvPr/>
            </p:nvCxnSpPr>
            <p:spPr>
              <a:xfrm flipH="1" rot="10800000">
                <a:off x="8353678" y="3663097"/>
                <a:ext cx="341100" cy="1010700"/>
              </a:xfrm>
              <a:prstGeom prst="straightConnector1">
                <a:avLst/>
              </a:prstGeom>
              <a:noFill/>
              <a:ln cap="flat" cmpd="sng" w="9525">
                <a:solidFill>
                  <a:schemeClr val="dk2"/>
                </a:solidFill>
                <a:prstDash val="solid"/>
                <a:round/>
                <a:headEnd len="med" w="med" type="none"/>
                <a:tailEnd len="med" w="med" type="none"/>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6"/>
              <p:cNvCxnSpPr>
                <a:stCxn id="339" idx="3"/>
                <a:endCxn id="351" idx="7"/>
              </p:cNvCxnSpPr>
              <p:nvPr/>
            </p:nvCxnSpPr>
            <p:spPr>
              <a:xfrm flipH="1" rot="10800000">
                <a:off x="8925402" y="3603217"/>
                <a:ext cx="309300" cy="6375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6"/>
              <p:cNvCxnSpPr>
                <a:stCxn id="351" idx="0"/>
                <a:endCxn id="354" idx="4"/>
              </p:cNvCxnSpPr>
              <p:nvPr/>
            </p:nvCxnSpPr>
            <p:spPr>
              <a:xfrm>
                <a:off x="9270150" y="3617775"/>
                <a:ext cx="155100" cy="1600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6"/>
              <p:cNvCxnSpPr>
                <a:stCxn id="336" idx="2"/>
                <a:endCxn id="354" idx="6"/>
              </p:cNvCxnSpPr>
              <p:nvPr/>
            </p:nvCxnSpPr>
            <p:spPr>
              <a:xfrm>
                <a:off x="8908776" y="4929719"/>
                <a:ext cx="426000" cy="3942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6"/>
              <p:cNvCxnSpPr>
                <a:stCxn id="337" idx="2"/>
                <a:endCxn id="354" idx="6"/>
              </p:cNvCxnSpPr>
              <p:nvPr/>
            </p:nvCxnSpPr>
            <p:spPr>
              <a:xfrm>
                <a:off x="7833175" y="5268300"/>
                <a:ext cx="1501800" cy="55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6"/>
              <p:cNvCxnSpPr>
                <a:stCxn id="334" idx="2"/>
                <a:endCxn id="336" idx="6"/>
              </p:cNvCxnSpPr>
              <p:nvPr/>
            </p:nvCxnSpPr>
            <p:spPr>
              <a:xfrm>
                <a:off x="7418926" y="4861169"/>
                <a:ext cx="1332300" cy="68700"/>
              </a:xfrm>
              <a:prstGeom prst="straightConnector1">
                <a:avLst/>
              </a:prstGeom>
              <a:noFill/>
              <a:ln cap="flat" cmpd="sng" w="9525">
                <a:solidFill>
                  <a:schemeClr val="dk2"/>
                </a:solidFill>
                <a:prstDash val="solid"/>
                <a:round/>
                <a:headEnd len="med" w="med" type="none"/>
                <a:tailEnd len="med" w="med" type="none"/>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0" name="Shape 370"/>
        <p:cNvGrpSpPr/>
        <p:nvPr/>
      </p:nvGrpSpPr>
      <p:grpSpPr>
        <a:xfrm>
          <a:off x="0" y="0"/>
          <a:ext cx="0" cy="0"/>
          <a:chOff x="0" y="0"/>
          <a:chExt cx="0" cy="0"/>
        </a:xfrm>
      </p:grpSpPr>
      <p:sp>
        <p:nvSpPr>
          <p:cNvPr id="371" name="Google Shape;371;p7"/>
          <p:cNvSpPr txBox="1"/>
          <p:nvPr>
            <p:ph type="title"/>
          </p:nvPr>
        </p:nvSpPr>
        <p:spPr>
          <a:xfrm>
            <a:off x="865625" y="539500"/>
            <a:ext cx="3668400" cy="10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 name="Google Shape;372;p7"/>
          <p:cNvSpPr txBox="1"/>
          <p:nvPr>
            <p:ph idx="1" type="subTitle"/>
          </p:nvPr>
        </p:nvSpPr>
        <p:spPr>
          <a:xfrm>
            <a:off x="865625" y="1621843"/>
            <a:ext cx="3668400" cy="298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73" name="Google Shape;373;p7"/>
          <p:cNvSpPr/>
          <p:nvPr>
            <p:ph idx="2" type="pic"/>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377" name="Google Shape;377;p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7"/>
            <p:cNvCxnSpPr>
              <a:stCxn id="381" idx="4"/>
              <a:endCxn id="37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7"/>
            <p:cNvCxnSpPr>
              <a:stCxn id="381" idx="5"/>
              <a:endCxn id="38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7"/>
            <p:cNvCxnSpPr>
              <a:stCxn id="381" idx="7"/>
              <a:endCxn id="37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7"/>
            <p:cNvCxnSpPr>
              <a:stCxn id="378" idx="5"/>
              <a:endCxn id="37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7"/>
            <p:cNvCxnSpPr>
              <a:stCxn id="378" idx="6"/>
              <a:endCxn id="37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7"/>
            <p:cNvCxnSpPr>
              <a:stCxn id="382" idx="0"/>
              <a:endCxn id="38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8" name="Shape 398"/>
        <p:cNvGrpSpPr/>
        <p:nvPr/>
      </p:nvGrpSpPr>
      <p:grpSpPr>
        <a:xfrm>
          <a:off x="0" y="0"/>
          <a:ext cx="0" cy="0"/>
          <a:chOff x="0" y="0"/>
          <a:chExt cx="0" cy="0"/>
        </a:xfrm>
      </p:grpSpPr>
      <p:sp>
        <p:nvSpPr>
          <p:cNvPr id="399" name="Google Shape;399;p8"/>
          <p:cNvSpPr txBox="1"/>
          <p:nvPr>
            <p:ph type="title"/>
          </p:nvPr>
        </p:nvSpPr>
        <p:spPr>
          <a:xfrm>
            <a:off x="713325" y="1485796"/>
            <a:ext cx="7717500" cy="217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flipH="1" rot="10800000">
                <a:off x="-436341" y="5541596"/>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8"/>
              <p:cNvSpPr/>
              <p:nvPr/>
            </p:nvSpPr>
            <p:spPr>
              <a:xfrm flipH="1" rot="10800000">
                <a:off x="1998031" y="64609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4" name="Google Shape;404;p8"/>
              <p:cNvSpPr/>
              <p:nvPr/>
            </p:nvSpPr>
            <p:spPr>
              <a:xfrm flipH="1" rot="10800000">
                <a:off x="1331188" y="39798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8"/>
              <p:cNvSpPr/>
              <p:nvPr/>
            </p:nvSpPr>
            <p:spPr>
              <a:xfrm flipH="1" rot="10800000">
                <a:off x="1136579" y="55735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8"/>
              <p:cNvSpPr/>
              <p:nvPr/>
            </p:nvSpPr>
            <p:spPr>
              <a:xfrm flipH="1" rot="10800000">
                <a:off x="-13908" y="6509971"/>
                <a:ext cx="96300" cy="96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8"/>
              <p:cNvSpPr/>
              <p:nvPr/>
            </p:nvSpPr>
            <p:spPr>
              <a:xfrm flipH="1" rot="10800000">
                <a:off x="1136579" y="67315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8"/>
              <p:cNvSpPr/>
              <p:nvPr/>
            </p:nvSpPr>
            <p:spPr>
              <a:xfrm flipH="1" rot="10800000">
                <a:off x="248148" y="4631902"/>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8"/>
              <p:cNvSpPr/>
              <p:nvPr/>
            </p:nvSpPr>
            <p:spPr>
              <a:xfrm flipH="1" rot="10800000">
                <a:off x="4877623" y="49119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10" name="Google Shape;410;p8"/>
              <p:cNvCxnSpPr>
                <a:stCxn id="406" idx="5"/>
                <a:endCxn id="405" idx="1"/>
              </p:cNvCxnSpPr>
              <p:nvPr/>
            </p:nvCxnSpPr>
            <p:spPr>
              <a:xfrm flipH="1" rot="10800000">
                <a:off x="68289" y="56849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8"/>
              <p:cNvCxnSpPr>
                <a:stCxn id="402" idx="6"/>
                <a:endCxn id="405" idx="2"/>
              </p:cNvCxnSpPr>
              <p:nvPr/>
            </p:nvCxnSpPr>
            <p:spPr>
              <a:xfrm>
                <a:off x="-241941" y="56387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8"/>
              <p:cNvCxnSpPr>
                <a:stCxn id="402" idx="0"/>
                <a:endCxn id="406" idx="3"/>
              </p:cNvCxnSpPr>
              <p:nvPr/>
            </p:nvCxnSpPr>
            <p:spPr>
              <a:xfrm>
                <a:off x="-339141" y="57359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8"/>
              <p:cNvCxnSpPr>
                <a:stCxn id="406" idx="7"/>
                <a:endCxn id="407" idx="2"/>
              </p:cNvCxnSpPr>
              <p:nvPr/>
            </p:nvCxnSpPr>
            <p:spPr>
              <a:xfrm>
                <a:off x="68289" y="65921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8"/>
              <p:cNvCxnSpPr>
                <a:stCxn id="407" idx="6"/>
                <a:endCxn id="403" idx="2"/>
              </p:cNvCxnSpPr>
              <p:nvPr/>
            </p:nvCxnSpPr>
            <p:spPr>
              <a:xfrm flipH="1" rot="10800000">
                <a:off x="1267079" y="65580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8"/>
              <p:cNvCxnSpPr>
                <a:stCxn id="405" idx="7"/>
                <a:endCxn id="403" idx="3"/>
              </p:cNvCxnSpPr>
              <p:nvPr/>
            </p:nvCxnSpPr>
            <p:spPr>
              <a:xfrm>
                <a:off x="1247968" y="56849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8"/>
              <p:cNvCxnSpPr>
                <a:stCxn id="402" idx="5"/>
                <a:endCxn id="408" idx="1"/>
              </p:cNvCxnSpPr>
              <p:nvPr/>
            </p:nvCxnSpPr>
            <p:spPr>
              <a:xfrm flipH="1" rot="10800000">
                <a:off x="-270410" y="47432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8"/>
              <p:cNvCxnSpPr>
                <a:stCxn id="408" idx="7"/>
                <a:endCxn id="405" idx="3"/>
              </p:cNvCxnSpPr>
              <p:nvPr/>
            </p:nvCxnSpPr>
            <p:spPr>
              <a:xfrm>
                <a:off x="359537" y="47432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8"/>
              <p:cNvCxnSpPr>
                <a:stCxn id="408" idx="6"/>
                <a:endCxn id="404" idx="2"/>
              </p:cNvCxnSpPr>
              <p:nvPr/>
            </p:nvCxnSpPr>
            <p:spPr>
              <a:xfrm flipH="1" rot="10800000">
                <a:off x="378648" y="4180552"/>
                <a:ext cx="952500" cy="5166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8"/>
              <p:cNvCxnSpPr>
                <a:stCxn id="406" idx="6"/>
                <a:endCxn id="409" idx="1"/>
              </p:cNvCxnSpPr>
              <p:nvPr/>
            </p:nvCxnSpPr>
            <p:spPr>
              <a:xfrm flipH="1" rot="10800000">
                <a:off x="82392" y="49942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8"/>
              <p:cNvCxnSpPr>
                <a:stCxn id="402" idx="5"/>
                <a:endCxn id="404" idx="1"/>
              </p:cNvCxnSpPr>
              <p:nvPr/>
            </p:nvCxnSpPr>
            <p:spPr>
              <a:xfrm flipH="1" rot="10800000">
                <a:off x="-270410" y="4322365"/>
                <a:ext cx="1660500" cy="12477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8"/>
              <p:cNvSpPr/>
              <p:nvPr/>
            </p:nvSpPr>
            <p:spPr>
              <a:xfrm flipH="1" rot="10800000">
                <a:off x="3294598" y="42980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30" name="Google Shape;430;p8"/>
              <p:cNvSpPr/>
              <p:nvPr/>
            </p:nvSpPr>
            <p:spPr>
              <a:xfrm flipH="1" rot="10800000">
                <a:off x="350141" y="34183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cap="flat" cmpd="sng" w="9525">
                <a:solidFill>
                  <a:schemeClr val="dk2"/>
                </a:solidFill>
                <a:prstDash val="solid"/>
                <a:round/>
                <a:headEnd len="med" w="med" type="none"/>
                <a:tailEnd len="med" w="med" type="none"/>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flipH="1" rot="9591490">
                <a:off x="5098516" y="540093"/>
                <a:ext cx="194282" cy="19428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5" name="Google Shape;435;p8"/>
              <p:cNvSpPr/>
              <p:nvPr/>
            </p:nvSpPr>
            <p:spPr>
              <a:xfrm flipH="1" rot="9591490">
                <a:off x="8892779" y="453876"/>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6" name="Google Shape;436;p8"/>
              <p:cNvSpPr/>
              <p:nvPr/>
            </p:nvSpPr>
            <p:spPr>
              <a:xfrm flipH="1" rot="9590696">
                <a:off x="7529429" y="-1352882"/>
                <a:ext cx="401379" cy="401379"/>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7" name="Google Shape;437;p8"/>
              <p:cNvSpPr/>
              <p:nvPr/>
            </p:nvSpPr>
            <p:spPr>
              <a:xfrm flipH="1" rot="9588852">
                <a:off x="7769090" y="-69319"/>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8" name="Google Shape;438;p8"/>
              <p:cNvSpPr/>
              <p:nvPr/>
            </p:nvSpPr>
            <p:spPr>
              <a:xfrm flipH="1" rot="9585450">
                <a:off x="7304847" y="697939"/>
                <a:ext cx="96244" cy="9624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9" name="Google Shape;439;p8"/>
              <p:cNvSpPr/>
              <p:nvPr/>
            </p:nvSpPr>
            <p:spPr>
              <a:xfrm flipH="1" rot="9588852">
                <a:off x="8485536" y="1632066"/>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0" name="Google Shape;440;p8"/>
              <p:cNvSpPr/>
              <p:nvPr/>
            </p:nvSpPr>
            <p:spPr>
              <a:xfrm flipH="1" rot="9588852">
                <a:off x="6653615" y="27813"/>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1" name="Google Shape;441;p8"/>
              <p:cNvSpPr/>
              <p:nvPr/>
            </p:nvSpPr>
            <p:spPr>
              <a:xfrm flipH="1" rot="9585450">
                <a:off x="8871292" y="-605485"/>
                <a:ext cx="96244" cy="9624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42" name="Google Shape;442;p8"/>
              <p:cNvCxnSpPr>
                <a:stCxn id="438" idx="5"/>
                <a:endCxn id="437" idx="1"/>
              </p:cNvCxnSpPr>
              <p:nvPr/>
            </p:nvCxnSpPr>
            <p:spPr>
              <a:xfrm flipH="1" rot="10800000">
                <a:off x="7373121" y="54962"/>
                <a:ext cx="433800" cy="6474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8"/>
              <p:cNvCxnSpPr>
                <a:stCxn id="434" idx="6"/>
                <a:endCxn id="438" idx="3"/>
              </p:cNvCxnSpPr>
              <p:nvPr/>
            </p:nvCxnSpPr>
            <p:spPr>
              <a:xfrm>
                <a:off x="5286857" y="603783"/>
                <a:ext cx="2022300" cy="122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8"/>
              <p:cNvCxnSpPr>
                <a:stCxn id="438" idx="7"/>
                <a:endCxn id="439" idx="2"/>
              </p:cNvCxnSpPr>
              <p:nvPr/>
            </p:nvCxnSpPr>
            <p:spPr>
              <a:xfrm>
                <a:off x="7396668" y="766214"/>
                <a:ext cx="1092900" cy="9537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8"/>
              <p:cNvCxnSpPr>
                <a:stCxn id="439" idx="6"/>
                <a:endCxn id="435" idx="1"/>
              </p:cNvCxnSpPr>
              <p:nvPr/>
            </p:nvCxnSpPr>
            <p:spPr>
              <a:xfrm flipH="1" rot="10800000">
                <a:off x="8611941" y="639171"/>
                <a:ext cx="337200" cy="1035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8"/>
              <p:cNvCxnSpPr>
                <a:stCxn id="437" idx="7"/>
                <a:endCxn id="435" idx="3"/>
              </p:cNvCxnSpPr>
              <p:nvPr/>
            </p:nvCxnSpPr>
            <p:spPr>
              <a:xfrm>
                <a:off x="7893480" y="23251"/>
                <a:ext cx="1008300" cy="486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8"/>
              <p:cNvCxnSpPr>
                <a:stCxn id="434" idx="6"/>
                <a:endCxn id="440" idx="1"/>
              </p:cNvCxnSpPr>
              <p:nvPr/>
            </p:nvCxnSpPr>
            <p:spPr>
              <a:xfrm flipH="1" rot="10800000">
                <a:off x="5286857" y="152283"/>
                <a:ext cx="1404600" cy="4515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8"/>
              <p:cNvCxnSpPr>
                <a:stCxn id="440" idx="7"/>
                <a:endCxn id="437" idx="2"/>
              </p:cNvCxnSpPr>
              <p:nvPr/>
            </p:nvCxnSpPr>
            <p:spPr>
              <a:xfrm flipH="1" rot="10800000">
                <a:off x="6778004" y="18383"/>
                <a:ext cx="995100" cy="1020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8"/>
              <p:cNvCxnSpPr>
                <a:stCxn id="440" idx="5"/>
                <a:endCxn id="436" idx="2"/>
              </p:cNvCxnSpPr>
              <p:nvPr/>
            </p:nvCxnSpPr>
            <p:spPr>
              <a:xfrm flipH="1" rot="10800000">
                <a:off x="6746185" y="-1083067"/>
                <a:ext cx="795600" cy="1116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8"/>
              <p:cNvCxnSpPr>
                <a:stCxn id="436" idx="0"/>
                <a:endCxn id="437" idx="5"/>
              </p:cNvCxnSpPr>
              <p:nvPr/>
            </p:nvCxnSpPr>
            <p:spPr>
              <a:xfrm>
                <a:off x="7799269" y="-963792"/>
                <a:ext cx="62400" cy="9006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8"/>
              <p:cNvCxnSpPr>
                <a:stCxn id="436" idx="7"/>
                <a:endCxn id="441" idx="3"/>
              </p:cNvCxnSpPr>
              <p:nvPr/>
            </p:nvCxnSpPr>
            <p:spPr>
              <a:xfrm>
                <a:off x="7912234" y="-1067870"/>
                <a:ext cx="963600" cy="4905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8"/>
              <p:cNvCxnSpPr>
                <a:stCxn id="437" idx="6"/>
                <a:endCxn id="441" idx="2"/>
              </p:cNvCxnSpPr>
              <p:nvPr/>
            </p:nvCxnSpPr>
            <p:spPr>
              <a:xfrm flipH="1" rot="10800000">
                <a:off x="7895495" y="-540814"/>
                <a:ext cx="978900" cy="514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8"/>
              <p:cNvCxnSpPr>
                <a:stCxn id="441" idx="0"/>
                <a:endCxn id="435" idx="5"/>
              </p:cNvCxnSpPr>
              <p:nvPr/>
            </p:nvCxnSpPr>
            <p:spPr>
              <a:xfrm>
                <a:off x="8936064" y="-512213"/>
                <a:ext cx="94800" cy="97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8"/>
              <p:cNvCxnSpPr>
                <a:stCxn id="439" idx="5"/>
                <a:endCxn id="441" idx="1"/>
              </p:cNvCxnSpPr>
              <p:nvPr/>
            </p:nvCxnSpPr>
            <p:spPr>
              <a:xfrm flipH="1" rot="10800000">
                <a:off x="8578106" y="-513814"/>
                <a:ext cx="321300" cy="2151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8"/>
              <p:cNvCxnSpPr>
                <a:stCxn id="438" idx="6"/>
                <a:endCxn id="441" idx="1"/>
              </p:cNvCxnSpPr>
              <p:nvPr/>
            </p:nvCxnSpPr>
            <p:spPr>
              <a:xfrm flipH="1" rot="10800000">
                <a:off x="7398119" y="-513788"/>
                <a:ext cx="1501200" cy="1243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8"/>
              <p:cNvCxnSpPr>
                <a:stCxn id="438" idx="4"/>
                <a:endCxn id="436" idx="1"/>
              </p:cNvCxnSpPr>
              <p:nvPr/>
            </p:nvCxnSpPr>
            <p:spPr>
              <a:xfrm flipH="1" rot="10800000">
                <a:off x="7336319" y="-970088"/>
                <a:ext cx="309600" cy="1671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8"/>
              <p:cNvCxnSpPr>
                <a:stCxn id="434" idx="6"/>
                <a:endCxn id="436" idx="1"/>
              </p:cNvCxnSpPr>
              <p:nvPr/>
            </p:nvCxnSpPr>
            <p:spPr>
              <a:xfrm flipH="1" rot="10800000">
                <a:off x="5286857" y="-970017"/>
                <a:ext cx="2358900" cy="15738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8"/>
              <p:cNvSpPr/>
              <p:nvPr/>
            </p:nvSpPr>
            <p:spPr>
              <a:xfrm flipH="1" rot="9588852">
                <a:off x="8325123" y="-1874128"/>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8"/>
              <p:cNvCxnSpPr>
                <a:stCxn id="460" idx="0"/>
                <a:endCxn id="435" idx="4"/>
              </p:cNvCxnSpPr>
              <p:nvPr/>
            </p:nvCxnSpPr>
            <p:spPr>
              <a:xfrm>
                <a:off x="8412828" y="-1747723"/>
                <a:ext cx="543600" cy="22074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cap="flat" cmpd="sng" w="9525">
                <a:solidFill>
                  <a:schemeClr val="dk2"/>
                </a:solidFill>
                <a:prstDash val="solid"/>
                <a:round/>
                <a:headEnd len="med" w="med" type="none"/>
                <a:tailEnd len="med" w="med" type="none"/>
              </a:ln>
            </p:spPr>
          </p:cxnSp>
          <p:sp>
            <p:nvSpPr>
              <p:cNvPr id="465" name="Google Shape;465;p8"/>
              <p:cNvSpPr/>
              <p:nvPr/>
            </p:nvSpPr>
            <p:spPr>
              <a:xfrm flipH="1" rot="9591490">
                <a:off x="7189341" y="-1500669"/>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8" name="Shape 468"/>
        <p:cNvGrpSpPr/>
        <p:nvPr/>
      </p:nvGrpSpPr>
      <p:grpSpPr>
        <a:xfrm>
          <a:off x="0" y="0"/>
          <a:ext cx="0" cy="0"/>
          <a:chOff x="0" y="0"/>
          <a:chExt cx="0" cy="0"/>
        </a:xfrm>
      </p:grpSpPr>
      <p:sp>
        <p:nvSpPr>
          <p:cNvPr id="469" name="Google Shape;469;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0" name="Google Shape;470;p9"/>
          <p:cNvSpPr txBox="1"/>
          <p:nvPr>
            <p:ph idx="1" type="subTitle"/>
          </p:nvPr>
        </p:nvSpPr>
        <p:spPr>
          <a:xfrm>
            <a:off x="4731475"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1" name="Google Shape;471;p9"/>
          <p:cNvSpPr txBox="1"/>
          <p:nvPr>
            <p:ph idx="2" type="subTitle"/>
          </p:nvPr>
        </p:nvSpPr>
        <p:spPr>
          <a:xfrm>
            <a:off x="720000"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9"/>
              <p:cNvCxnSpPr>
                <a:stCxn id="489" idx="4"/>
                <a:endCxn id="48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9"/>
              <p:cNvCxnSpPr>
                <a:stCxn id="484" idx="0"/>
                <a:endCxn id="48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9"/>
              <p:cNvCxnSpPr>
                <a:stCxn id="486" idx="0"/>
                <a:endCxn id="48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9"/>
              <p:cNvCxnSpPr>
                <a:stCxn id="491" idx="2"/>
                <a:endCxn id="48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9"/>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05" name="Google Shape;505;p9"/>
              <p:cNvCxnSpPr>
                <a:stCxn id="491" idx="3"/>
                <a:endCxn id="50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9"/>
              <p:cNvCxnSpPr>
                <a:stCxn id="504" idx="2"/>
                <a:endCxn id="48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9"/>
              <p:cNvCxnSpPr>
                <a:stCxn id="504" idx="0"/>
                <a:endCxn id="48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9"/>
              <p:cNvCxnSpPr>
                <a:stCxn id="504" idx="1"/>
                <a:endCxn id="48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0" name="Google Shape;510;p9"/>
              <p:cNvCxnSpPr>
                <a:stCxn id="486" idx="2"/>
                <a:endCxn id="50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9"/>
              <p:cNvCxnSpPr>
                <a:stCxn id="509" idx="3"/>
                <a:endCxn id="48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25" name="Google Shape;525;p9"/>
              <p:cNvCxnSpPr>
                <a:stCxn id="522" idx="4"/>
                <a:endCxn id="52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9"/>
              <p:cNvCxnSpPr>
                <a:stCxn id="523" idx="0"/>
                <a:endCxn id="52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9"/>
              <p:cNvCxnSpPr>
                <a:stCxn id="519" idx="0"/>
                <a:endCxn id="52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9"/>
              <p:cNvCxnSpPr>
                <a:stCxn id="524" idx="0"/>
                <a:endCxn id="51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9"/>
              <p:cNvCxnSpPr>
                <a:stCxn id="541" idx="1"/>
                <a:endCxn id="51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5" name="Google Shape;545;p9"/>
              <p:cNvCxnSpPr>
                <a:stCxn id="541" idx="2"/>
                <a:endCxn id="54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9"/>
              <p:cNvCxnSpPr>
                <a:stCxn id="544" idx="1"/>
                <a:endCxn id="52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10"/>
          <p:cNvSpPr/>
          <p:nvPr>
            <p:ph idx="2" type="pic"/>
          </p:nvPr>
        </p:nvSpPr>
        <p:spPr>
          <a:xfrm>
            <a:off x="-25" y="-13725"/>
            <a:ext cx="9144000" cy="5157300"/>
          </a:xfrm>
          <a:prstGeom prst="rect">
            <a:avLst/>
          </a:prstGeom>
          <a:noFill/>
          <a:ln>
            <a:noFill/>
          </a:ln>
        </p:spPr>
      </p:sp>
      <p:sp>
        <p:nvSpPr>
          <p:cNvPr id="550" name="Google Shape;550;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1" name="Shape 551"/>
        <p:cNvGrpSpPr/>
        <p:nvPr/>
      </p:nvGrpSpPr>
      <p:grpSpPr>
        <a:xfrm>
          <a:off x="0" y="0"/>
          <a:ext cx="0" cy="0"/>
          <a:chOff x="0" y="0"/>
          <a:chExt cx="0" cy="0"/>
        </a:xfrm>
      </p:grpSpPr>
      <p:sp>
        <p:nvSpPr>
          <p:cNvPr id="552" name="Google Shape;552;p11"/>
          <p:cNvSpPr txBox="1"/>
          <p:nvPr>
            <p:ph hasCustomPrompt="1" type="title"/>
          </p:nvPr>
        </p:nvSpPr>
        <p:spPr>
          <a:xfrm>
            <a:off x="1284000" y="1714512"/>
            <a:ext cx="6576000" cy="1207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p:nvPr>
            <p:ph idx="1" type="subTitle"/>
          </p:nvPr>
        </p:nvSpPr>
        <p:spPr>
          <a:xfrm>
            <a:off x="1284000" y="2922288"/>
            <a:ext cx="6576000" cy="5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1"/>
              <p:cNvCxnSpPr>
                <a:stCxn id="579" idx="1"/>
                <a:endCxn id="55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1"/>
              <p:cNvCxnSpPr>
                <a:stCxn id="579" idx="1"/>
                <a:endCxn id="55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1"/>
              <p:cNvCxnSpPr>
                <a:stCxn id="557" idx="0"/>
                <a:endCxn id="58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8" name="Google Shape;588;p1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9" name="Google Shape;589;p1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0" name="Google Shape;590;p1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1" name="Google Shape;591;p1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2" name="Google Shape;592;p11"/>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3" name="Google Shape;593;p1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1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5" name="Google Shape;595;p11"/>
              <p:cNvCxnSpPr>
                <a:stCxn id="591" idx="5"/>
                <a:endCxn id="59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11"/>
              <p:cNvCxnSpPr>
                <a:stCxn id="587" idx="6"/>
                <a:endCxn id="59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11"/>
              <p:cNvCxnSpPr>
                <a:stCxn id="587" idx="0"/>
                <a:endCxn id="59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11"/>
              <p:cNvCxnSpPr>
                <a:stCxn id="591" idx="7"/>
                <a:endCxn id="59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11"/>
              <p:cNvCxnSpPr>
                <a:stCxn id="592" idx="6"/>
                <a:endCxn id="58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11"/>
              <p:cNvCxnSpPr>
                <a:stCxn id="590" idx="7"/>
                <a:endCxn id="58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11"/>
              <p:cNvCxnSpPr>
                <a:stCxn id="587" idx="5"/>
                <a:endCxn id="59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1"/>
              <p:cNvCxnSpPr>
                <a:stCxn id="593" idx="7"/>
                <a:endCxn id="59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1"/>
              <p:cNvCxnSpPr>
                <a:stCxn id="593" idx="7"/>
                <a:endCxn id="58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1"/>
              <p:cNvCxnSpPr>
                <a:stCxn id="591" idx="6"/>
                <a:endCxn id="59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1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1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617" name="Google Shape;617;p1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8" name="Google Shape;618;p11"/>
              <p:cNvCxnSpPr>
                <a:stCxn id="587" idx="6"/>
                <a:endCxn id="61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1"/>
              <p:cNvCxnSpPr>
                <a:stCxn id="593" idx="0"/>
                <a:endCxn id="61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1"/>
              <p:cNvCxnSpPr>
                <a:stCxn id="617" idx="6"/>
                <a:endCxn id="59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621" name="Google Shape;621;p1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2" name="Google Shape;622;p11"/>
              <p:cNvCxnSpPr>
                <a:stCxn id="614" idx="5"/>
                <a:endCxn id="62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1"/>
              <p:cNvCxnSpPr>
                <a:stCxn id="621" idx="7"/>
                <a:endCxn id="58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624" name="Google Shape;624;p1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1"/>
              <p:cNvCxnSpPr>
                <a:stCxn id="624" idx="6"/>
                <a:endCxn id="58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28" name="Shape 6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29" name="Shape 629"/>
        <p:cNvGrpSpPr/>
        <p:nvPr/>
      </p:nvGrpSpPr>
      <p:grpSpPr>
        <a:xfrm>
          <a:off x="0" y="0"/>
          <a:ext cx="0" cy="0"/>
          <a:chOff x="0" y="0"/>
          <a:chExt cx="0" cy="0"/>
        </a:xfrm>
      </p:grpSpPr>
      <p:sp>
        <p:nvSpPr>
          <p:cNvPr id="630" name="Google Shape;630;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flipH="1" rot="10800000">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36" name="Google Shape;636;p13"/>
            <p:cNvGrpSpPr/>
            <p:nvPr/>
          </p:nvGrpSpPr>
          <p:grpSpPr>
            <a:xfrm flipH="1" rot="10800000">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13"/>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3"/>
              <p:cNvCxnSpPr>
                <a:stCxn id="648" idx="4"/>
                <a:endCxn id="64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3"/>
              <p:cNvCxnSpPr>
                <a:stCxn id="648" idx="5"/>
                <a:endCxn id="649"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3"/>
              <p:cNvCxnSpPr>
                <a:stCxn id="648" idx="7"/>
                <a:endCxn id="64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3"/>
              <p:cNvCxnSpPr>
                <a:stCxn id="646" idx="5"/>
                <a:endCxn id="64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3"/>
              <p:cNvCxnSpPr>
                <a:stCxn id="646" idx="6"/>
                <a:endCxn id="64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3"/>
              <p:cNvCxnSpPr>
                <a:stCxn id="649" idx="0"/>
                <a:endCxn id="658"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661" name="Google Shape;661;p13"/>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3"/>
              <p:cNvCxnSpPr>
                <a:stCxn id="658" idx="7"/>
                <a:endCxn id="66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3"/>
              <p:cNvCxnSpPr>
                <a:stCxn id="661" idx="6"/>
                <a:endCxn id="64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665" name="Google Shape;665;p13"/>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6" name="Google Shape;666;p13"/>
              <p:cNvCxnSpPr>
                <a:stCxn id="665" idx="0"/>
                <a:endCxn id="64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a:stCxn id="665" idx="6"/>
                <a:endCxn id="64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3"/>
              <p:cNvCxnSpPr>
                <a:stCxn id="665" idx="5"/>
                <a:endCxn id="64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3"/>
              <p:cNvCxnSpPr>
                <a:stCxn id="665" idx="5"/>
                <a:endCxn id="64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658" name="Google Shape;658;p13"/>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13"/>
              <p:cNvCxnSpPr>
                <a:stCxn id="671" idx="0"/>
                <a:endCxn id="675" idx="3"/>
              </p:cNvCxnSpPr>
              <p:nvPr/>
            </p:nvCxnSpPr>
            <p:spPr>
              <a:xfrm flipH="1" rot="-459979">
                <a:off x="3359205" y="4907332"/>
                <a:ext cx="1362781" cy="1904031"/>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13"/>
              <p:cNvCxnSpPr>
                <a:stCxn id="676" idx="6"/>
                <a:endCxn id="672" idx="1"/>
              </p:cNvCxnSpPr>
              <p:nvPr/>
            </p:nvCxnSpPr>
            <p:spPr>
              <a:xfrm flipH="1" rot="10342167">
                <a:off x="1735733" y="5068157"/>
                <a:ext cx="189781" cy="1123022"/>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13"/>
              <p:cNvCxnSpPr>
                <a:stCxn id="671" idx="7"/>
                <a:endCxn id="674" idx="3"/>
              </p:cNvCxnSpPr>
              <p:nvPr/>
            </p:nvCxnSpPr>
            <p:spPr>
              <a:xfrm flipH="1" rot="-459621">
                <a:off x="2953399" y="4896950"/>
                <a:ext cx="1676663" cy="1022849"/>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13"/>
              <p:cNvCxnSpPr>
                <a:stCxn id="677" idx="7"/>
                <a:endCxn id="673" idx="3"/>
              </p:cNvCxnSpPr>
              <p:nvPr/>
            </p:nvCxnSpPr>
            <p:spPr>
              <a:xfrm flipH="1" rot="-458883">
                <a:off x="3256947" y="4756715"/>
                <a:ext cx="489151" cy="146206"/>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13"/>
              <p:cNvCxnSpPr>
                <a:stCxn id="673" idx="0"/>
                <a:endCxn id="674" idx="5"/>
              </p:cNvCxnSpPr>
              <p:nvPr/>
            </p:nvCxnSpPr>
            <p:spPr>
              <a:xfrm flipH="1" rot="-457956">
                <a:off x="2913686" y="5119069"/>
                <a:ext cx="239421" cy="872103"/>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cap="flat" cmpd="sng" w="9525">
                <a:solidFill>
                  <a:schemeClr val="dk2"/>
                </a:solidFill>
                <a:prstDash val="solid"/>
                <a:round/>
                <a:headEnd len="med" w="med" type="none"/>
                <a:tailEnd len="med" w="med" type="none"/>
              </a:ln>
            </p:spPr>
          </p:cxnSp>
          <p:sp>
            <p:nvSpPr>
              <p:cNvPr id="691" name="Google Shape;691;p13"/>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13"/>
              <p:cNvCxnSpPr>
                <a:stCxn id="691" idx="0"/>
                <a:endCxn id="672" idx="4"/>
              </p:cNvCxnSpPr>
              <p:nvPr/>
            </p:nvCxnSpPr>
            <p:spPr>
              <a:xfrm flipH="1" rot="-463310">
                <a:off x="1838574" y="4757163"/>
                <a:ext cx="160758" cy="174674"/>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cap="flat" cmpd="sng" w="9525">
                <a:solidFill>
                  <a:schemeClr val="dk2"/>
                </a:solidFill>
                <a:prstDash val="solid"/>
                <a:round/>
                <a:headEnd len="med" w="med" type="none"/>
                <a:tailEnd len="med" w="med" type="none"/>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3"/>
              <p:cNvCxnSpPr>
                <a:stCxn id="696" idx="3"/>
                <a:endCxn id="671" idx="7"/>
              </p:cNvCxnSpPr>
              <p:nvPr/>
            </p:nvCxnSpPr>
            <p:spPr>
              <a:xfrm flipH="1" rot="10340841">
                <a:off x="4051630" y="4823477"/>
                <a:ext cx="509135" cy="6326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3"/>
              <p:cNvCxnSpPr>
                <a:stCxn id="674" idx="4"/>
                <a:endCxn id="696" idx="0"/>
              </p:cNvCxnSpPr>
              <p:nvPr/>
            </p:nvCxnSpPr>
            <p:spPr>
              <a:xfrm flipH="1" rot="10339578">
                <a:off x="2943686" y="5072692"/>
                <a:ext cx="1091878" cy="8617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00" name="Shape 700"/>
        <p:cNvGrpSpPr/>
        <p:nvPr/>
      </p:nvGrpSpPr>
      <p:grpSpPr>
        <a:xfrm>
          <a:off x="0" y="0"/>
          <a:ext cx="0" cy="0"/>
          <a:chOff x="0" y="0"/>
          <a:chExt cx="0" cy="0"/>
        </a:xfrm>
      </p:grpSpPr>
      <p:sp>
        <p:nvSpPr>
          <p:cNvPr id="701" name="Google Shape;701;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02" name="Google Shape;702;p14"/>
          <p:cNvGrpSpPr/>
          <p:nvPr/>
        </p:nvGrpSpPr>
        <p:grpSpPr>
          <a:xfrm>
            <a:off x="190301" y="174004"/>
            <a:ext cx="8808974" cy="4007621"/>
            <a:chOff x="190301" y="174004"/>
            <a:chExt cx="8808974" cy="4007621"/>
          </a:xfrm>
        </p:grpSpPr>
        <p:grpSp>
          <p:nvGrpSpPr>
            <p:cNvPr id="703" name="Google Shape;703;p14"/>
            <p:cNvGrpSpPr/>
            <p:nvPr/>
          </p:nvGrpSpPr>
          <p:grpSpPr>
            <a:xfrm rot="10800000">
              <a:off x="190301" y="3858950"/>
              <a:ext cx="298275" cy="322675"/>
              <a:chOff x="8667225" y="681525"/>
              <a:chExt cx="298275" cy="322675"/>
            </a:xfrm>
          </p:grpSpPr>
          <p:sp>
            <p:nvSpPr>
              <p:cNvPr id="704" name="Google Shape;704;p14"/>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5" name="Google Shape;705;p14"/>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6" name="Google Shape;706;p14"/>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07" name="Google Shape;707;p14"/>
            <p:cNvGrpSpPr/>
            <p:nvPr/>
          </p:nvGrpSpPr>
          <p:grpSpPr>
            <a:xfrm rot="-5139163">
              <a:off x="8591694" y="201328"/>
              <a:ext cx="406266" cy="379191"/>
              <a:chOff x="140150" y="4657175"/>
              <a:chExt cx="406275" cy="379200"/>
            </a:xfrm>
          </p:grpSpPr>
          <p:sp>
            <p:nvSpPr>
              <p:cNvPr id="708" name="Google Shape;708;p14"/>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9" name="Google Shape;709;p1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0" name="Google Shape;710;p1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1" name="Google Shape;711;p1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12" name="Google Shape;712;p14"/>
          <p:cNvGrpSpPr/>
          <p:nvPr/>
        </p:nvGrpSpPr>
        <p:grpSpPr>
          <a:xfrm>
            <a:off x="115024" y="-2374836"/>
            <a:ext cx="8971639" cy="9886184"/>
            <a:chOff x="115024" y="-2374836"/>
            <a:chExt cx="8971639" cy="9886184"/>
          </a:xfrm>
        </p:grpSpPr>
        <p:grpSp>
          <p:nvGrpSpPr>
            <p:cNvPr id="713" name="Google Shape;713;p14"/>
            <p:cNvGrpSpPr/>
            <p:nvPr/>
          </p:nvGrpSpPr>
          <p:grpSpPr>
            <a:xfrm flipH="1">
              <a:off x="115024" y="-2374836"/>
              <a:ext cx="3687215" cy="3485542"/>
              <a:chOff x="5337386" y="-2374836"/>
              <a:chExt cx="3687215" cy="3485542"/>
            </a:xfrm>
          </p:grpSpPr>
          <p:sp>
            <p:nvSpPr>
              <p:cNvPr id="714" name="Google Shape;714;p14"/>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5" name="Google Shape;715;p14"/>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6" name="Google Shape;716;p14"/>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7" name="Google Shape;717;p14"/>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8" name="Google Shape;718;p14"/>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9" name="Google Shape;719;p14"/>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0" name="Google Shape;720;p14"/>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1" name="Google Shape;721;p14"/>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22" name="Google Shape;722;p14"/>
              <p:cNvCxnSpPr>
                <a:stCxn id="718" idx="5"/>
                <a:endCxn id="71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14"/>
              <p:cNvCxnSpPr>
                <a:stCxn id="719" idx="4"/>
                <a:endCxn id="71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14"/>
              <p:cNvCxnSpPr>
                <a:stCxn id="714" idx="0"/>
                <a:endCxn id="71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14"/>
              <p:cNvCxnSpPr>
                <a:stCxn id="718" idx="6"/>
                <a:endCxn id="71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14"/>
              <p:cNvCxnSpPr>
                <a:stCxn id="719" idx="6"/>
                <a:endCxn id="71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14"/>
              <p:cNvCxnSpPr>
                <a:stCxn id="717" idx="6"/>
                <a:endCxn id="71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14"/>
              <p:cNvCxnSpPr>
                <a:stCxn id="714" idx="6"/>
                <a:endCxn id="72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14"/>
              <p:cNvCxnSpPr>
                <a:stCxn id="714" idx="7"/>
                <a:endCxn id="71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4"/>
              <p:cNvCxnSpPr>
                <a:stCxn id="720" idx="7"/>
                <a:endCxn id="71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4"/>
              <p:cNvCxnSpPr>
                <a:stCxn id="716" idx="0"/>
                <a:endCxn id="71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4"/>
              <p:cNvCxnSpPr>
                <a:stCxn id="721" idx="2"/>
                <a:endCxn id="71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a:stCxn id="719" idx="7"/>
                <a:endCxn id="72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734" name="Google Shape;734;p14"/>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5" name="Google Shape;735;p14"/>
              <p:cNvCxnSpPr>
                <a:stCxn id="721" idx="3"/>
                <a:endCxn id="73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4"/>
              <p:cNvCxnSpPr>
                <a:stCxn id="734" idx="2"/>
                <a:endCxn id="71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a:stCxn id="734" idx="0"/>
                <a:endCxn id="71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a:stCxn id="734" idx="1"/>
                <a:endCxn id="71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739" name="Google Shape;739;p14"/>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0" name="Google Shape;740;p14"/>
              <p:cNvCxnSpPr>
                <a:stCxn id="716" idx="2"/>
                <a:endCxn id="73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4"/>
              <p:cNvCxnSpPr>
                <a:stCxn id="739" idx="3"/>
                <a:endCxn id="71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4"/>
              <p:cNvCxnSpPr>
                <a:stCxn id="717" idx="4"/>
                <a:endCxn id="73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14"/>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4" name="Google Shape;744;p14"/>
              <p:cNvCxnSpPr>
                <a:stCxn id="717" idx="0"/>
                <a:endCxn id="74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4"/>
              <p:cNvCxnSpPr>
                <a:stCxn id="718" idx="7"/>
                <a:endCxn id="74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746" name="Google Shape;746;p14"/>
            <p:cNvGrpSpPr/>
            <p:nvPr/>
          </p:nvGrpSpPr>
          <p:grpSpPr>
            <a:xfrm>
              <a:off x="4731484" y="3997585"/>
              <a:ext cx="4355179" cy="3513764"/>
              <a:chOff x="720009" y="3852908"/>
              <a:chExt cx="4355179" cy="3513764"/>
            </a:xfrm>
          </p:grpSpPr>
          <p:sp>
            <p:nvSpPr>
              <p:cNvPr id="747" name="Google Shape;747;p14"/>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8" name="Google Shape;748;p14"/>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9" name="Google Shape;749;p14"/>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0" name="Google Shape;750;p14"/>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1" name="Google Shape;751;p14"/>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2" name="Google Shape;752;p14"/>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3" name="Google Shape;753;p14"/>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4" name="Google Shape;754;p14"/>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55" name="Google Shape;755;p14"/>
              <p:cNvCxnSpPr>
                <a:stCxn id="752" idx="4"/>
                <a:endCxn id="75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4"/>
              <p:cNvCxnSpPr>
                <a:stCxn id="747" idx="7"/>
                <a:endCxn id="75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14"/>
              <p:cNvCxnSpPr>
                <a:stCxn id="751" idx="7"/>
                <a:endCxn id="75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14"/>
              <p:cNvCxnSpPr>
                <a:stCxn id="752" idx="6"/>
                <a:endCxn id="74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14"/>
              <p:cNvCxnSpPr>
                <a:stCxn id="750" idx="7"/>
                <a:endCxn id="74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14"/>
              <p:cNvCxnSpPr>
                <a:stCxn id="747" idx="6"/>
                <a:endCxn id="75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14"/>
              <p:cNvCxnSpPr>
                <a:stCxn id="753" idx="0"/>
                <a:endCxn id="75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14"/>
              <p:cNvCxnSpPr>
                <a:stCxn id="753" idx="5"/>
                <a:endCxn id="74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a:stCxn id="749" idx="0"/>
                <a:endCxn id="75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a:stCxn id="749" idx="7"/>
                <a:endCxn id="75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14"/>
              <p:cNvCxnSpPr>
                <a:stCxn id="750" idx="6"/>
                <a:endCxn id="75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14"/>
              <p:cNvCxnSpPr>
                <a:stCxn id="754" idx="0"/>
                <a:endCxn id="74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14"/>
              <p:cNvCxnSpPr>
                <a:stCxn id="752" idx="5"/>
                <a:endCxn id="75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14"/>
              <p:cNvCxnSpPr>
                <a:stCxn id="751" idx="6"/>
                <a:endCxn id="75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14"/>
              <p:cNvCxnSpPr>
                <a:stCxn id="751" idx="5"/>
                <a:endCxn id="75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14"/>
              <p:cNvCxnSpPr>
                <a:stCxn id="748" idx="4"/>
                <a:endCxn id="74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771" name="Google Shape;771;p14"/>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2" name="Google Shape;772;p14"/>
              <p:cNvCxnSpPr>
                <a:stCxn id="754" idx="4"/>
                <a:endCxn id="77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14"/>
              <p:cNvCxnSpPr>
                <a:stCxn id="771" idx="1"/>
                <a:endCxn id="74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14"/>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5" name="Google Shape;775;p14"/>
              <p:cNvCxnSpPr>
                <a:stCxn id="771" idx="2"/>
                <a:endCxn id="77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14"/>
              <p:cNvCxnSpPr>
                <a:stCxn id="774" idx="1"/>
                <a:endCxn id="75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14"/>
              <p:cNvCxnSpPr>
                <a:stCxn id="774" idx="7"/>
                <a:endCxn id="74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778" name="Shape 778"/>
        <p:cNvGrpSpPr/>
        <p:nvPr/>
      </p:nvGrpSpPr>
      <p:grpSpPr>
        <a:xfrm>
          <a:off x="0" y="0"/>
          <a:ext cx="0" cy="0"/>
          <a:chOff x="0" y="0"/>
          <a:chExt cx="0" cy="0"/>
        </a:xfrm>
      </p:grpSpPr>
      <p:sp>
        <p:nvSpPr>
          <p:cNvPr id="779" name="Google Shape;779;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794" name="Google Shape;794;p15"/>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801" name="Google Shape;801;p15"/>
              <p:cNvCxnSpPr>
                <a:stCxn id="798" idx="4"/>
                <a:endCxn id="796"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15"/>
              <p:cNvCxnSpPr>
                <a:stCxn id="798" idx="5"/>
                <a:endCxn id="799"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5"/>
              <p:cNvCxnSpPr>
                <a:stCxn id="798" idx="7"/>
                <a:endCxn id="793"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5"/>
              <p:cNvCxnSpPr>
                <a:stCxn id="795" idx="5"/>
                <a:endCxn id="793"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5"/>
              <p:cNvCxnSpPr>
                <a:stCxn id="795" idx="6"/>
                <a:endCxn id="794"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5"/>
              <p:cNvCxnSpPr>
                <a:stCxn id="799" idx="0"/>
                <a:endCxn id="797"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793" name="Google Shape;793;p15"/>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15"/>
              <p:cNvCxnSpPr>
                <a:stCxn id="816" idx="4"/>
                <a:endCxn id="814"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15"/>
              <p:cNvCxnSpPr>
                <a:stCxn id="811" idx="0"/>
                <a:endCxn id="815"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15"/>
              <p:cNvCxnSpPr>
                <a:stCxn id="814" idx="7"/>
                <a:endCxn id="812"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15"/>
              <p:cNvCxnSpPr>
                <a:stCxn id="817" idx="7"/>
                <a:endCxn id="814"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15"/>
              <p:cNvCxnSpPr>
                <a:stCxn id="813" idx="0"/>
                <a:endCxn id="814"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15"/>
              <p:cNvCxnSpPr>
                <a:stCxn id="813" idx="7"/>
                <a:endCxn id="818"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15"/>
              <p:cNvCxnSpPr>
                <a:stCxn id="818" idx="0"/>
                <a:endCxn id="812"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15"/>
              <p:cNvCxnSpPr>
                <a:stCxn id="812" idx="4"/>
                <a:endCxn id="813"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37" name="Google Shape;837;p15"/>
              <p:cNvCxnSpPr>
                <a:stCxn id="818" idx="4"/>
                <a:endCxn id="836"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15"/>
              <p:cNvCxnSpPr>
                <a:stCxn id="836" idx="0"/>
                <a:endCxn id="812"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15"/>
              <p:cNvCxnSpPr>
                <a:stCxn id="841" idx="1"/>
                <a:endCxn id="817"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
    <p:spTree>
      <p:nvGrpSpPr>
        <p:cNvPr id="844" name="Shape 844"/>
        <p:cNvGrpSpPr/>
        <p:nvPr/>
      </p:nvGrpSpPr>
      <p:grpSpPr>
        <a:xfrm>
          <a:off x="0" y="0"/>
          <a:ext cx="0" cy="0"/>
          <a:chOff x="0" y="0"/>
          <a:chExt cx="0" cy="0"/>
        </a:xfrm>
      </p:grpSpPr>
      <p:sp>
        <p:nvSpPr>
          <p:cNvPr id="845" name="Google Shape;845;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46" name="Google Shape;846;p16"/>
          <p:cNvGrpSpPr/>
          <p:nvPr/>
        </p:nvGrpSpPr>
        <p:grpSpPr>
          <a:xfrm>
            <a:off x="3132451" y="3639438"/>
            <a:ext cx="5812012" cy="1415987"/>
            <a:chOff x="3132451" y="3639438"/>
            <a:chExt cx="5812012" cy="1415987"/>
          </a:xfrm>
        </p:grpSpPr>
        <p:grpSp>
          <p:nvGrpSpPr>
            <p:cNvPr id="847" name="Google Shape;847;p16"/>
            <p:cNvGrpSpPr/>
            <p:nvPr/>
          </p:nvGrpSpPr>
          <p:grpSpPr>
            <a:xfrm flipH="1" rot="10800000">
              <a:off x="8538188" y="3639438"/>
              <a:ext cx="406275" cy="563575"/>
              <a:chOff x="140150" y="4340075"/>
              <a:chExt cx="406275" cy="563575"/>
            </a:xfrm>
          </p:grpSpPr>
          <p:sp>
            <p:nvSpPr>
              <p:cNvPr id="848" name="Google Shape;848;p1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9" name="Google Shape;849;p16"/>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0" name="Google Shape;850;p16"/>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1" name="Google Shape;851;p16"/>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52" name="Google Shape;852;p16"/>
            <p:cNvGrpSpPr/>
            <p:nvPr/>
          </p:nvGrpSpPr>
          <p:grpSpPr>
            <a:xfrm rot="10800000">
              <a:off x="3132451" y="4732750"/>
              <a:ext cx="298275" cy="322675"/>
              <a:chOff x="8667225" y="681525"/>
              <a:chExt cx="298275" cy="322675"/>
            </a:xfrm>
          </p:grpSpPr>
          <p:sp>
            <p:nvSpPr>
              <p:cNvPr id="853" name="Google Shape;853;p1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4" name="Google Shape;854;p1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5" name="Google Shape;855;p1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856" name="Google Shape;856;p16"/>
          <p:cNvGrpSpPr/>
          <p:nvPr/>
        </p:nvGrpSpPr>
        <p:grpSpPr>
          <a:xfrm>
            <a:off x="-497962" y="-2402532"/>
            <a:ext cx="9442425" cy="7984626"/>
            <a:chOff x="-497962" y="-2402532"/>
            <a:chExt cx="9442425" cy="7984626"/>
          </a:xfrm>
        </p:grpSpPr>
        <p:grpSp>
          <p:nvGrpSpPr>
            <p:cNvPr id="857" name="Google Shape;857;p16"/>
            <p:cNvGrpSpPr/>
            <p:nvPr/>
          </p:nvGrpSpPr>
          <p:grpSpPr>
            <a:xfrm>
              <a:off x="4589284" y="-2402532"/>
              <a:ext cx="4355179" cy="2890037"/>
              <a:chOff x="4589284" y="-2402532"/>
              <a:chExt cx="4355179" cy="2890037"/>
            </a:xfrm>
          </p:grpSpPr>
          <p:sp>
            <p:nvSpPr>
              <p:cNvPr id="858" name="Google Shape;858;p16"/>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9" name="Google Shape;859;p16"/>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0" name="Google Shape;860;p16"/>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1" name="Google Shape;861;p16"/>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2" name="Google Shape;862;p16"/>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3" name="Google Shape;863;p16"/>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4" name="Google Shape;864;p16"/>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5" name="Google Shape;865;p16"/>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66" name="Google Shape;866;p16"/>
              <p:cNvCxnSpPr>
                <a:stCxn id="862" idx="5"/>
                <a:endCxn id="86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6"/>
              <p:cNvCxnSpPr>
                <a:stCxn id="863" idx="4"/>
                <a:endCxn id="86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6"/>
              <p:cNvCxnSpPr>
                <a:stCxn id="858" idx="6"/>
                <a:endCxn id="86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6"/>
              <p:cNvCxnSpPr>
                <a:stCxn id="862" idx="7"/>
                <a:endCxn id="86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6"/>
              <p:cNvCxnSpPr>
                <a:stCxn id="863" idx="6"/>
                <a:endCxn id="85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6"/>
              <p:cNvCxnSpPr>
                <a:stCxn id="861" idx="7"/>
                <a:endCxn id="85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a:stCxn id="858" idx="6"/>
                <a:endCxn id="86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a:stCxn id="864" idx="6"/>
                <a:endCxn id="86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6"/>
              <p:cNvCxnSpPr>
                <a:stCxn id="864" idx="5"/>
                <a:endCxn id="86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16"/>
              <p:cNvCxnSpPr>
                <a:stCxn id="860" idx="0"/>
                <a:endCxn id="86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a:stCxn id="860" idx="7"/>
                <a:endCxn id="86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a:stCxn id="861" idx="6"/>
                <a:endCxn id="86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16"/>
              <p:cNvCxnSpPr>
                <a:stCxn id="865" idx="0"/>
                <a:endCxn id="85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16"/>
              <p:cNvCxnSpPr>
                <a:stCxn id="863" idx="5"/>
                <a:endCxn id="86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6"/>
              <p:cNvCxnSpPr>
                <a:stCxn id="862" idx="6"/>
                <a:endCxn id="86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6"/>
              <p:cNvCxnSpPr>
                <a:stCxn id="862" idx="4"/>
                <a:endCxn id="86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6"/>
              <p:cNvCxnSpPr>
                <a:stCxn id="859" idx="4"/>
                <a:endCxn id="86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883" name="Google Shape;883;p16"/>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4" name="Google Shape;884;p16"/>
              <p:cNvCxnSpPr>
                <a:stCxn id="865" idx="4"/>
                <a:endCxn id="88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16"/>
              <p:cNvCxnSpPr>
                <a:stCxn id="883" idx="1"/>
                <a:endCxn id="86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16"/>
              <p:cNvCxnSpPr>
                <a:stCxn id="883" idx="0"/>
                <a:endCxn id="85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16"/>
              <p:cNvCxnSpPr>
                <a:stCxn id="883" idx="1"/>
                <a:endCxn id="86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16"/>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9" name="Google Shape;889;p16"/>
              <p:cNvCxnSpPr>
                <a:stCxn id="883" idx="2"/>
                <a:endCxn id="88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16"/>
              <p:cNvCxnSpPr>
                <a:stCxn id="888" idx="1"/>
                <a:endCxn id="86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16"/>
              <p:cNvCxnSpPr>
                <a:stCxn id="888" idx="7"/>
                <a:endCxn id="86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892" name="Google Shape;892;p16"/>
            <p:cNvGrpSpPr/>
            <p:nvPr/>
          </p:nvGrpSpPr>
          <p:grpSpPr>
            <a:xfrm flipH="1" rot="10800000">
              <a:off x="-497962" y="2260383"/>
              <a:ext cx="3063625" cy="3321711"/>
              <a:chOff x="-460575" y="-671217"/>
              <a:chExt cx="3063625" cy="3321711"/>
            </a:xfrm>
          </p:grpSpPr>
          <p:cxnSp>
            <p:nvCxnSpPr>
              <p:cNvPr id="893" name="Google Shape;893;p16"/>
              <p:cNvCxnSpPr>
                <a:stCxn id="894" idx="6"/>
                <a:endCxn id="89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895" name="Google Shape;895;p16"/>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6" name="Google Shape;896;p16"/>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7" name="Google Shape;897;p16"/>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8" name="Google Shape;898;p16"/>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9" name="Google Shape;899;p16"/>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00" name="Google Shape;900;p16"/>
              <p:cNvCxnSpPr>
                <a:stCxn id="899" idx="4"/>
                <a:endCxn id="89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16"/>
              <p:cNvCxnSpPr>
                <a:stCxn id="898" idx="4"/>
                <a:endCxn id="89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16"/>
              <p:cNvCxnSpPr>
                <a:stCxn id="898" idx="5"/>
                <a:endCxn id="89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16"/>
              <p:cNvCxnSpPr>
                <a:stCxn id="898" idx="0"/>
                <a:endCxn id="89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16"/>
              <p:cNvCxnSpPr>
                <a:stCxn id="898" idx="7"/>
                <a:endCxn id="89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16"/>
              <p:cNvCxnSpPr>
                <a:stCxn id="896" idx="5"/>
                <a:endCxn id="89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16"/>
              <p:cNvCxnSpPr>
                <a:stCxn id="896" idx="6"/>
                <a:endCxn id="89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16"/>
              <p:cNvCxnSpPr>
                <a:stCxn id="908" idx="1"/>
                <a:endCxn id="89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16"/>
              <p:cNvCxnSpPr>
                <a:stCxn id="899" idx="0"/>
                <a:endCxn id="89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16"/>
              <p:cNvCxnSpPr>
                <a:stCxn id="899" idx="0"/>
                <a:endCxn id="90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911" name="Google Shape;911;p16"/>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2" name="Google Shape;912;p16"/>
              <p:cNvCxnSpPr>
                <a:stCxn id="896" idx="5"/>
                <a:endCxn id="91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16"/>
              <p:cNvCxnSpPr>
                <a:stCxn id="908" idx="7"/>
                <a:endCxn id="91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914" name="Google Shape;914;p16"/>
              <p:cNvCxnSpPr>
                <a:stCxn id="911" idx="6"/>
                <a:endCxn id="89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915" name="Google Shape;915;p16"/>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6" name="Google Shape;916;p16"/>
              <p:cNvCxnSpPr>
                <a:stCxn id="915" idx="0"/>
                <a:endCxn id="89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6"/>
              <p:cNvCxnSpPr>
                <a:stCxn id="915" idx="6"/>
                <a:endCxn id="89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6"/>
              <p:cNvCxnSpPr>
                <a:stCxn id="915" idx="5"/>
                <a:endCxn id="89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16"/>
              <p:cNvCxnSpPr>
                <a:stCxn id="915" idx="5"/>
                <a:endCxn id="89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16"/>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4" name="Google Shape;894;p16"/>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920" name="Shape 920"/>
        <p:cNvGrpSpPr/>
        <p:nvPr/>
      </p:nvGrpSpPr>
      <p:grpSpPr>
        <a:xfrm>
          <a:off x="0" y="0"/>
          <a:ext cx="0" cy="0"/>
          <a:chOff x="0" y="0"/>
          <a:chExt cx="0" cy="0"/>
        </a:xfrm>
      </p:grpSpPr>
      <p:sp>
        <p:nvSpPr>
          <p:cNvPr id="921" name="Google Shape;92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2" name="Google Shape;922;p17"/>
          <p:cNvSpPr txBox="1"/>
          <p:nvPr>
            <p:ph idx="1" type="body"/>
          </p:nvPr>
        </p:nvSpPr>
        <p:spPr>
          <a:xfrm>
            <a:off x="720000" y="1215751"/>
            <a:ext cx="7704000" cy="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23" name="Google Shape;923;p17"/>
          <p:cNvGrpSpPr/>
          <p:nvPr/>
        </p:nvGrpSpPr>
        <p:grpSpPr>
          <a:xfrm>
            <a:off x="119476" y="1141150"/>
            <a:ext cx="7318880" cy="3862644"/>
            <a:chOff x="119476" y="1141150"/>
            <a:chExt cx="7318880" cy="3862644"/>
          </a:xfrm>
        </p:grpSpPr>
        <p:grpSp>
          <p:nvGrpSpPr>
            <p:cNvPr id="924" name="Google Shape;924;p17"/>
            <p:cNvGrpSpPr/>
            <p:nvPr/>
          </p:nvGrpSpPr>
          <p:grpSpPr>
            <a:xfrm rot="10800000">
              <a:off x="119476" y="1141150"/>
              <a:ext cx="298275" cy="322675"/>
              <a:chOff x="8667225" y="681525"/>
              <a:chExt cx="298275" cy="322675"/>
            </a:xfrm>
          </p:grpSpPr>
          <p:sp>
            <p:nvSpPr>
              <p:cNvPr id="925" name="Google Shape;925;p17"/>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6" name="Google Shape;926;p17"/>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7" name="Google Shape;927;p17"/>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28" name="Google Shape;928;p17"/>
            <p:cNvGrpSpPr/>
            <p:nvPr/>
          </p:nvGrpSpPr>
          <p:grpSpPr>
            <a:xfrm rot="-5139163">
              <a:off x="6960991" y="4509560"/>
              <a:ext cx="254304" cy="683114"/>
              <a:chOff x="140150" y="4353245"/>
              <a:chExt cx="254310" cy="683130"/>
            </a:xfrm>
          </p:grpSpPr>
          <p:sp>
            <p:nvSpPr>
              <p:cNvPr id="929" name="Google Shape;929;p17"/>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0" name="Google Shape;930;p17"/>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1" name="Google Shape;931;p17"/>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2" name="Google Shape;932;p17"/>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933" name="Google Shape;933;p17"/>
          <p:cNvGrpSpPr/>
          <p:nvPr/>
        </p:nvGrpSpPr>
        <p:grpSpPr>
          <a:xfrm>
            <a:off x="-3264108" y="1062527"/>
            <a:ext cx="12699758" cy="5125916"/>
            <a:chOff x="-3264108" y="1062527"/>
            <a:chExt cx="12699758" cy="5125916"/>
          </a:xfrm>
        </p:grpSpPr>
        <p:grpSp>
          <p:nvGrpSpPr>
            <p:cNvPr id="934" name="Google Shape;934;p17"/>
            <p:cNvGrpSpPr/>
            <p:nvPr/>
          </p:nvGrpSpPr>
          <p:grpSpPr>
            <a:xfrm rot="10800000">
              <a:off x="7825876" y="2716263"/>
              <a:ext cx="1609774" cy="2641456"/>
              <a:chOff x="-225924" y="-192037"/>
              <a:chExt cx="1609774" cy="2641456"/>
            </a:xfrm>
          </p:grpSpPr>
          <p:cxnSp>
            <p:nvCxnSpPr>
              <p:cNvPr id="935" name="Google Shape;935;p17"/>
              <p:cNvCxnSpPr>
                <a:stCxn id="936" idx="7"/>
                <a:endCxn id="93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937" name="Google Shape;937;p1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1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1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1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1" name="Google Shape;941;p1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2" name="Google Shape;942;p1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3" name="Google Shape;943;p17"/>
              <p:cNvCxnSpPr>
                <a:stCxn id="942" idx="4"/>
                <a:endCxn id="93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7"/>
              <p:cNvCxnSpPr>
                <a:stCxn id="941" idx="4"/>
                <a:endCxn id="93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7"/>
              <p:cNvCxnSpPr>
                <a:stCxn id="941" idx="5"/>
                <a:endCxn id="94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7"/>
              <p:cNvCxnSpPr>
                <a:stCxn id="941" idx="0"/>
                <a:endCxn id="93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17"/>
              <p:cNvCxnSpPr>
                <a:stCxn id="941" idx="7"/>
                <a:endCxn id="93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7"/>
              <p:cNvCxnSpPr>
                <a:stCxn id="938" idx="5"/>
                <a:endCxn id="93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a:stCxn id="938" idx="6"/>
                <a:endCxn id="93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a:stCxn id="940" idx="2"/>
                <a:endCxn id="93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17"/>
              <p:cNvCxnSpPr>
                <a:stCxn id="942" idx="0"/>
                <a:endCxn id="93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17"/>
              <p:cNvCxnSpPr>
                <a:stCxn id="942" idx="0"/>
                <a:endCxn id="94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936" name="Google Shape;936;p1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53" name="Google Shape;953;p17"/>
            <p:cNvGrpSpPr/>
            <p:nvPr/>
          </p:nvGrpSpPr>
          <p:grpSpPr>
            <a:xfrm rot="2030497">
              <a:off x="-2581586" y="1819329"/>
              <a:ext cx="3816850" cy="3612312"/>
              <a:chOff x="-100549" y="47919"/>
              <a:chExt cx="4607849" cy="4360923"/>
            </a:xfrm>
          </p:grpSpPr>
          <p:sp>
            <p:nvSpPr>
              <p:cNvPr id="954" name="Google Shape;954;p17"/>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5" name="Google Shape;955;p17"/>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6" name="Google Shape;956;p17"/>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7" name="Google Shape;957;p17"/>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8" name="Google Shape;958;p17"/>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9" name="Google Shape;959;p17"/>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0" name="Google Shape;960;p17"/>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1" name="Google Shape;961;p17"/>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62" name="Google Shape;962;p17"/>
              <p:cNvCxnSpPr>
                <a:stCxn id="958" idx="5"/>
                <a:endCxn id="957"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17"/>
              <p:cNvCxnSpPr>
                <a:stCxn id="959" idx="4"/>
                <a:endCxn id="957"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17"/>
              <p:cNvCxnSpPr>
                <a:stCxn id="954" idx="6"/>
                <a:endCxn id="957"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17"/>
              <p:cNvCxnSpPr>
                <a:stCxn id="954" idx="0"/>
                <a:endCxn id="958"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17"/>
              <p:cNvCxnSpPr>
                <a:stCxn id="958" idx="7"/>
                <a:endCxn id="959"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17"/>
              <p:cNvCxnSpPr>
                <a:stCxn id="959" idx="6"/>
                <a:endCxn id="955"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17"/>
              <p:cNvCxnSpPr>
                <a:stCxn id="957" idx="7"/>
                <a:endCxn id="955"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17"/>
              <p:cNvCxnSpPr>
                <a:stCxn id="954" idx="5"/>
                <a:endCxn id="960"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17"/>
              <p:cNvCxnSpPr>
                <a:stCxn id="960" idx="7"/>
                <a:endCxn id="957"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17"/>
              <p:cNvCxnSpPr>
                <a:stCxn id="960" idx="5"/>
                <a:endCxn id="956"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17"/>
              <p:cNvCxnSpPr>
                <a:stCxn id="956" idx="0"/>
                <a:endCxn id="957"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17"/>
              <p:cNvCxnSpPr>
                <a:stCxn id="956" idx="7"/>
                <a:endCxn id="961"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17"/>
              <p:cNvCxnSpPr>
                <a:stCxn id="957" idx="6"/>
                <a:endCxn id="961"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17"/>
              <p:cNvCxnSpPr>
                <a:stCxn id="961" idx="0"/>
                <a:endCxn id="955"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a:stCxn id="958" idx="4"/>
                <a:endCxn id="956"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a:stCxn id="955" idx="4"/>
                <a:endCxn id="956"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7"/>
              <p:cNvCxnSpPr>
                <a:stCxn id="954" idx="5"/>
                <a:endCxn id="956"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7"/>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0" name="Google Shape;980;p17"/>
              <p:cNvCxnSpPr>
                <a:stCxn id="961" idx="4"/>
                <a:endCxn id="979"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17"/>
              <p:cNvCxnSpPr>
                <a:stCxn id="979" idx="2"/>
                <a:endCxn id="956"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982" name="Google Shape;982;p17"/>
              <p:cNvCxnSpPr>
                <a:stCxn id="979" idx="0"/>
                <a:endCxn id="955"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983" name="Google Shape;983;p17"/>
              <p:cNvCxnSpPr>
                <a:stCxn id="979" idx="1"/>
                <a:endCxn id="957"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984" name="Google Shape;984;p17"/>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5" name="Google Shape;985;p17"/>
              <p:cNvCxnSpPr>
                <a:stCxn id="979" idx="2"/>
                <a:endCxn id="984"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986" name="Google Shape;986;p17"/>
              <p:cNvCxnSpPr>
                <a:stCxn id="984" idx="1"/>
                <a:endCxn id="960"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87" name="Shape 987"/>
        <p:cNvGrpSpPr/>
        <p:nvPr/>
      </p:nvGrpSpPr>
      <p:grpSpPr>
        <a:xfrm>
          <a:off x="0" y="0"/>
          <a:ext cx="0" cy="0"/>
          <a:chOff x="0" y="0"/>
          <a:chExt cx="0" cy="0"/>
        </a:xfrm>
      </p:grpSpPr>
      <p:sp>
        <p:nvSpPr>
          <p:cNvPr id="988" name="Google Shape;9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9" name="Google Shape;989;p18"/>
          <p:cNvSpPr txBox="1"/>
          <p:nvPr>
            <p:ph idx="1" type="subTitle"/>
          </p:nvPr>
        </p:nvSpPr>
        <p:spPr>
          <a:xfrm>
            <a:off x="1200900" y="170655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0" name="Google Shape;990;p18"/>
          <p:cNvSpPr txBox="1"/>
          <p:nvPr>
            <p:ph idx="2" type="subTitle"/>
          </p:nvPr>
        </p:nvSpPr>
        <p:spPr>
          <a:xfrm>
            <a:off x="1200900" y="277580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18"/>
          <p:cNvSpPr txBox="1"/>
          <p:nvPr>
            <p:ph idx="3" type="subTitle"/>
          </p:nvPr>
        </p:nvSpPr>
        <p:spPr>
          <a:xfrm>
            <a:off x="1200900" y="3845049"/>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2" name="Google Shape;992;p18"/>
          <p:cNvSpPr txBox="1"/>
          <p:nvPr>
            <p:ph idx="4" type="subTitle"/>
          </p:nvPr>
        </p:nvSpPr>
        <p:spPr>
          <a:xfrm>
            <a:off x="1200900" y="124390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3" name="Google Shape;993;p18"/>
          <p:cNvSpPr txBox="1"/>
          <p:nvPr>
            <p:ph idx="5" type="subTitle"/>
          </p:nvPr>
        </p:nvSpPr>
        <p:spPr>
          <a:xfrm>
            <a:off x="1200900" y="231315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4" name="Google Shape;994;p18"/>
          <p:cNvSpPr txBox="1"/>
          <p:nvPr>
            <p:ph idx="6" type="subTitle"/>
          </p:nvPr>
        </p:nvSpPr>
        <p:spPr>
          <a:xfrm>
            <a:off x="1200900" y="3382388"/>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18"/>
              <p:cNvCxnSpPr>
                <a:stCxn id="1012" idx="4"/>
                <a:endCxn id="1010"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18"/>
              <p:cNvCxnSpPr>
                <a:stCxn id="1014" idx="2"/>
                <a:endCxn id="1008"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28" name="Google Shape;1028;p18"/>
              <p:cNvCxnSpPr>
                <a:stCxn id="1014" idx="3"/>
                <a:endCxn id="1027"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029" name="Google Shape;1029;p18"/>
              <p:cNvCxnSpPr>
                <a:stCxn id="1027" idx="2"/>
                <a:endCxn id="1009"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18"/>
              <p:cNvCxnSpPr>
                <a:stCxn id="1027" idx="0"/>
                <a:endCxn id="1008"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3" name="Google Shape;1033;p18"/>
              <p:cNvCxnSpPr>
                <a:stCxn id="1009" idx="2"/>
                <a:endCxn id="1032"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18"/>
              <p:cNvCxnSpPr>
                <a:stCxn id="1032" idx="3"/>
                <a:endCxn id="1007"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48" name="Google Shape;1048;p18"/>
              <p:cNvCxnSpPr>
                <a:stCxn id="1045" idx="4"/>
                <a:endCxn id="1043"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18"/>
              <p:cNvCxnSpPr>
                <a:stCxn id="1064" idx="1"/>
                <a:endCxn id="1042"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8" name="Google Shape;1068;p18"/>
              <p:cNvCxnSpPr>
                <a:stCxn id="1064" idx="2"/>
                <a:endCxn id="1067"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71" name="Shape 1071"/>
        <p:cNvGrpSpPr/>
        <p:nvPr/>
      </p:nvGrpSpPr>
      <p:grpSpPr>
        <a:xfrm>
          <a:off x="0" y="0"/>
          <a:ext cx="0" cy="0"/>
          <a:chOff x="0" y="0"/>
          <a:chExt cx="0" cy="0"/>
        </a:xfrm>
      </p:grpSpPr>
      <p:sp>
        <p:nvSpPr>
          <p:cNvPr id="1072" name="Google Shape;107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19"/>
          <p:cNvSpPr txBox="1"/>
          <p:nvPr>
            <p:ph idx="1" type="subTitle"/>
          </p:nvPr>
        </p:nvSpPr>
        <p:spPr>
          <a:xfrm>
            <a:off x="1574375"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19"/>
          <p:cNvSpPr txBox="1"/>
          <p:nvPr>
            <p:ph idx="2" type="subTitle"/>
          </p:nvPr>
        </p:nvSpPr>
        <p:spPr>
          <a:xfrm>
            <a:off x="5500976"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5" name="Google Shape;1075;p19"/>
          <p:cNvSpPr txBox="1"/>
          <p:nvPr>
            <p:ph idx="3" type="subTitle"/>
          </p:nvPr>
        </p:nvSpPr>
        <p:spPr>
          <a:xfrm>
            <a:off x="1574375"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6" name="Google Shape;1076;p19"/>
          <p:cNvSpPr txBox="1"/>
          <p:nvPr>
            <p:ph idx="4" type="subTitle"/>
          </p:nvPr>
        </p:nvSpPr>
        <p:spPr>
          <a:xfrm>
            <a:off x="5500976"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9"/>
          <p:cNvSpPr txBox="1"/>
          <p:nvPr>
            <p:ph hasCustomPrompt="1" idx="5" type="title"/>
          </p:nvPr>
        </p:nvSpPr>
        <p:spPr>
          <a:xfrm>
            <a:off x="7582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p:nvPr>
            <p:ph hasCustomPrompt="1" idx="6" type="title"/>
          </p:nvPr>
        </p:nvSpPr>
        <p:spPr>
          <a:xfrm>
            <a:off x="7582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p:nvPr>
            <p:ph hasCustomPrompt="1" idx="7" type="title"/>
          </p:nvPr>
        </p:nvSpPr>
        <p:spPr>
          <a:xfrm>
            <a:off x="46850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p:nvPr>
            <p:ph hasCustomPrompt="1" idx="8" type="title"/>
          </p:nvPr>
        </p:nvSpPr>
        <p:spPr>
          <a:xfrm>
            <a:off x="46850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p:nvPr>
            <p:ph idx="9" type="subTitle"/>
          </p:nvPr>
        </p:nvSpPr>
        <p:spPr>
          <a:xfrm>
            <a:off x="15743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2" name="Google Shape;1082;p19"/>
          <p:cNvSpPr txBox="1"/>
          <p:nvPr>
            <p:ph idx="13" type="subTitle"/>
          </p:nvPr>
        </p:nvSpPr>
        <p:spPr>
          <a:xfrm>
            <a:off x="55009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3" name="Google Shape;1083;p19"/>
          <p:cNvSpPr txBox="1"/>
          <p:nvPr>
            <p:ph idx="14" type="subTitle"/>
          </p:nvPr>
        </p:nvSpPr>
        <p:spPr>
          <a:xfrm>
            <a:off x="15743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4" name="Google Shape;1084;p19"/>
          <p:cNvSpPr txBox="1"/>
          <p:nvPr>
            <p:ph idx="15" type="subTitle"/>
          </p:nvPr>
        </p:nvSpPr>
        <p:spPr>
          <a:xfrm>
            <a:off x="55009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flipH="1" rot="10800000">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90" name="Google Shape;1090;p19"/>
            <p:cNvGrpSpPr/>
            <p:nvPr/>
          </p:nvGrpSpPr>
          <p:grpSpPr>
            <a:xfrm flipH="1" rot="10800000">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1099" name="Google Shape;1099;p19"/>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19"/>
              <p:cNvCxnSpPr>
                <a:stCxn id="1102" idx="4"/>
                <a:endCxn id="1101"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19"/>
              <p:cNvCxnSpPr>
                <a:stCxn id="1102" idx="5"/>
                <a:endCxn id="1103"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19"/>
              <p:cNvCxnSpPr>
                <a:stCxn id="1102" idx="7"/>
                <a:endCxn id="1098"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19"/>
              <p:cNvCxnSpPr>
                <a:stCxn id="1100" idx="5"/>
                <a:endCxn id="1098"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19"/>
              <p:cNvCxnSpPr>
                <a:stCxn id="1100" idx="6"/>
                <a:endCxn id="1099"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19"/>
              <p:cNvCxnSpPr>
                <a:stCxn id="1103" idx="0"/>
                <a:endCxn id="1112"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1115" name="Google Shape;1115;p19"/>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19"/>
              <p:cNvCxnSpPr>
                <a:stCxn id="1112" idx="7"/>
                <a:endCxn id="1115"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1118" name="Google Shape;1118;p19"/>
              <p:cNvCxnSpPr>
                <a:stCxn id="1115" idx="6"/>
                <a:endCxn id="1099"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1119" name="Google Shape;1119;p19"/>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20" name="Google Shape;1120;p19"/>
              <p:cNvCxnSpPr>
                <a:stCxn id="1119" idx="0"/>
                <a:endCxn id="1100"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19"/>
              <p:cNvCxnSpPr>
                <a:stCxn id="1119" idx="6"/>
                <a:endCxn id="1098"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19"/>
              <p:cNvCxnSpPr>
                <a:stCxn id="1119" idx="5"/>
                <a:endCxn id="1102"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19"/>
              <p:cNvCxnSpPr>
                <a:stCxn id="1119" idx="5"/>
                <a:endCxn id="1101"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1112" name="Google Shape;1112;p19"/>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9"/>
              <p:cNvCxnSpPr>
                <a:stCxn id="1130" idx="4"/>
                <a:endCxn id="1128" idx="7"/>
              </p:cNvCxnSpPr>
              <p:nvPr/>
            </p:nvCxnSpPr>
            <p:spPr>
              <a:xfrm flipH="1" rot="10460763">
                <a:off x="1865029" y="6113097"/>
                <a:ext cx="1087089" cy="9343"/>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9"/>
              <p:cNvCxnSpPr>
                <a:stCxn id="1125" idx="0"/>
                <a:endCxn id="1129" idx="3"/>
              </p:cNvCxnSpPr>
              <p:nvPr/>
            </p:nvCxnSpPr>
            <p:spPr>
              <a:xfrm flipH="1" rot="-339783">
                <a:off x="3393035" y="4884097"/>
                <a:ext cx="1295121" cy="1950801"/>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19"/>
              <p:cNvCxnSpPr>
                <a:stCxn id="1130" idx="6"/>
                <a:endCxn id="1126" idx="1"/>
              </p:cNvCxnSpPr>
              <p:nvPr/>
            </p:nvCxnSpPr>
            <p:spPr>
              <a:xfrm flipH="1" rot="10462833">
                <a:off x="1755412" y="5065169"/>
                <a:ext cx="150121" cy="11290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19"/>
              <p:cNvCxnSpPr>
                <a:stCxn id="1125" idx="7"/>
                <a:endCxn id="1128" idx="3"/>
              </p:cNvCxnSpPr>
              <p:nvPr/>
            </p:nvCxnSpPr>
            <p:spPr>
              <a:xfrm flipH="1" rot="-339569">
                <a:off x="2971884" y="4867995"/>
                <a:ext cx="1639693" cy="1081059"/>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19"/>
              <p:cNvCxnSpPr>
                <a:stCxn id="1131" idx="7"/>
                <a:endCxn id="1127" idx="3"/>
              </p:cNvCxnSpPr>
              <p:nvPr/>
            </p:nvCxnSpPr>
            <p:spPr>
              <a:xfrm flipH="1" rot="-339665">
                <a:off x="3259894" y="4748265"/>
                <a:ext cx="483558" cy="163106"/>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19"/>
              <p:cNvCxnSpPr>
                <a:stCxn id="1127" idx="0"/>
                <a:endCxn id="1128" idx="5"/>
              </p:cNvCxnSpPr>
              <p:nvPr/>
            </p:nvCxnSpPr>
            <p:spPr>
              <a:xfrm flipH="1" rot="-341652">
                <a:off x="2929081" y="5115280"/>
                <a:ext cx="208629" cy="879981"/>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9"/>
              <p:cNvCxnSpPr>
                <a:stCxn id="1145" idx="0"/>
                <a:endCxn id="1126" idx="4"/>
              </p:cNvCxnSpPr>
              <p:nvPr/>
            </p:nvCxnSpPr>
            <p:spPr>
              <a:xfrm flipH="1" rot="-340645">
                <a:off x="1841473" y="4754364"/>
                <a:ext cx="154659" cy="179972"/>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51" name="Google Shape;1151;p19"/>
              <p:cNvCxnSpPr>
                <a:stCxn id="1127" idx="2"/>
                <a:endCxn id="1150" idx="7"/>
              </p:cNvCxnSpPr>
              <p:nvPr/>
            </p:nvCxnSpPr>
            <p:spPr>
              <a:xfrm flipH="1" rot="10459800">
                <a:off x="3266347" y="5001756"/>
                <a:ext cx="674098" cy="153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9"/>
              <p:cNvCxnSpPr>
                <a:stCxn id="1150" idx="3"/>
                <a:endCxn id="1125" idx="7"/>
              </p:cNvCxnSpPr>
              <p:nvPr/>
            </p:nvCxnSpPr>
            <p:spPr>
              <a:xfrm flipH="1" rot="10459592">
                <a:off x="4052806" y="4814404"/>
                <a:ext cx="506782" cy="81105"/>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9"/>
              <p:cNvCxnSpPr>
                <a:stCxn id="1128" idx="4"/>
                <a:endCxn id="1150" idx="0"/>
              </p:cNvCxnSpPr>
              <p:nvPr/>
            </p:nvCxnSpPr>
            <p:spPr>
              <a:xfrm flipH="1" rot="10460266">
                <a:off x="2959037" y="5053792"/>
                <a:ext cx="1061178" cy="8995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54" name="Shape 1154"/>
        <p:cNvGrpSpPr/>
        <p:nvPr/>
      </p:nvGrpSpPr>
      <p:grpSpPr>
        <a:xfrm>
          <a:off x="0" y="0"/>
          <a:ext cx="0" cy="0"/>
          <a:chOff x="0" y="0"/>
          <a:chExt cx="0" cy="0"/>
        </a:xfrm>
      </p:grpSpPr>
      <p:sp>
        <p:nvSpPr>
          <p:cNvPr id="1155" name="Google Shape;1155;p20"/>
          <p:cNvSpPr txBox="1"/>
          <p:nvPr>
            <p:ph type="title"/>
          </p:nvPr>
        </p:nvSpPr>
        <p:spPr>
          <a:xfrm>
            <a:off x="720000" y="44445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6" name="Google Shape;1156;p20"/>
          <p:cNvSpPr txBox="1"/>
          <p:nvPr>
            <p:ph idx="1" type="subTitle"/>
          </p:nvPr>
        </p:nvSpPr>
        <p:spPr>
          <a:xfrm>
            <a:off x="72000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7" name="Google Shape;1157;p20"/>
          <p:cNvSpPr txBox="1"/>
          <p:nvPr>
            <p:ph idx="2" type="subTitle"/>
          </p:nvPr>
        </p:nvSpPr>
        <p:spPr>
          <a:xfrm>
            <a:off x="3378225"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8" name="Google Shape;1158;p20"/>
          <p:cNvSpPr txBox="1"/>
          <p:nvPr>
            <p:ph idx="3" type="subTitle"/>
          </p:nvPr>
        </p:nvSpPr>
        <p:spPr>
          <a:xfrm>
            <a:off x="72000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9" name="Google Shape;1159;p20"/>
          <p:cNvSpPr txBox="1"/>
          <p:nvPr>
            <p:ph idx="4" type="subTitle"/>
          </p:nvPr>
        </p:nvSpPr>
        <p:spPr>
          <a:xfrm>
            <a:off x="3378225"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0" name="Google Shape;1160;p20"/>
          <p:cNvSpPr txBox="1"/>
          <p:nvPr>
            <p:ph idx="5" type="subTitle"/>
          </p:nvPr>
        </p:nvSpPr>
        <p:spPr>
          <a:xfrm>
            <a:off x="603645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1" name="Google Shape;1161;p20"/>
          <p:cNvSpPr txBox="1"/>
          <p:nvPr>
            <p:ph idx="6" type="subTitle"/>
          </p:nvPr>
        </p:nvSpPr>
        <p:spPr>
          <a:xfrm>
            <a:off x="603645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2" name="Google Shape;1162;p20"/>
          <p:cNvSpPr txBox="1"/>
          <p:nvPr>
            <p:ph idx="7" type="subTitle"/>
          </p:nvPr>
        </p:nvSpPr>
        <p:spPr>
          <a:xfrm>
            <a:off x="72107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3" name="Google Shape;1163;p20"/>
          <p:cNvSpPr txBox="1"/>
          <p:nvPr>
            <p:ph idx="8" type="subTitle"/>
          </p:nvPr>
        </p:nvSpPr>
        <p:spPr>
          <a:xfrm>
            <a:off x="3379300"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4" name="Google Shape;1164;p20"/>
          <p:cNvSpPr txBox="1"/>
          <p:nvPr>
            <p:ph idx="9" type="subTitle"/>
          </p:nvPr>
        </p:nvSpPr>
        <p:spPr>
          <a:xfrm>
            <a:off x="603752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5" name="Google Shape;1165;p20"/>
          <p:cNvSpPr txBox="1"/>
          <p:nvPr>
            <p:ph idx="13" type="subTitle"/>
          </p:nvPr>
        </p:nvSpPr>
        <p:spPr>
          <a:xfrm>
            <a:off x="72107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6" name="Google Shape;1166;p20"/>
          <p:cNvSpPr txBox="1"/>
          <p:nvPr>
            <p:ph idx="14" type="subTitle"/>
          </p:nvPr>
        </p:nvSpPr>
        <p:spPr>
          <a:xfrm>
            <a:off x="3379300"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7" name="Google Shape;1167;p20"/>
          <p:cNvSpPr txBox="1"/>
          <p:nvPr>
            <p:ph idx="15" type="subTitle"/>
          </p:nvPr>
        </p:nvSpPr>
        <p:spPr>
          <a:xfrm>
            <a:off x="603752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68" name="Google Shape;1168;p20"/>
          <p:cNvGrpSpPr/>
          <p:nvPr/>
        </p:nvGrpSpPr>
        <p:grpSpPr>
          <a:xfrm>
            <a:off x="-204864" y="-2449186"/>
            <a:ext cx="10500633" cy="8002629"/>
            <a:chOff x="-204864" y="-2449186"/>
            <a:chExt cx="10500633" cy="8002629"/>
          </a:xfrm>
        </p:grpSpPr>
        <p:grpSp>
          <p:nvGrpSpPr>
            <p:cNvPr id="1169" name="Google Shape;1169;p20"/>
            <p:cNvGrpSpPr/>
            <p:nvPr/>
          </p:nvGrpSpPr>
          <p:grpSpPr>
            <a:xfrm flipH="1" rot="10800000">
              <a:off x="-204864" y="-2449186"/>
              <a:ext cx="3687215" cy="3485542"/>
              <a:chOff x="80886" y="4084964"/>
              <a:chExt cx="3687215" cy="3485542"/>
            </a:xfrm>
          </p:grpSpPr>
          <p:sp>
            <p:nvSpPr>
              <p:cNvPr id="1170" name="Google Shape;1170;p20"/>
              <p:cNvSpPr/>
              <p:nvPr/>
            </p:nvSpPr>
            <p:spPr>
              <a:xfrm rot="-1101027">
                <a:off x="720342" y="7424885"/>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1" name="Google Shape;1171;p20"/>
              <p:cNvSpPr/>
              <p:nvPr/>
            </p:nvSpPr>
            <p:spPr>
              <a:xfrm rot="-1100132">
                <a:off x="2615973" y="5125770"/>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2" name="Google Shape;1172;p20"/>
              <p:cNvSpPr/>
              <p:nvPr/>
            </p:nvSpPr>
            <p:spPr>
              <a:xfrm rot="-1104870">
                <a:off x="1609040" y="6221539"/>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3" name="Google Shape;1173;p20"/>
              <p:cNvSpPr/>
              <p:nvPr/>
            </p:nvSpPr>
            <p:spPr>
              <a:xfrm rot="-1091019">
                <a:off x="1005158" y="526072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4" name="Google Shape;1174;p20"/>
              <p:cNvSpPr/>
              <p:nvPr/>
            </p:nvSpPr>
            <p:spPr>
              <a:xfrm rot="-1100623">
                <a:off x="96609" y="4792852"/>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5" name="Google Shape;1175;p20"/>
              <p:cNvSpPr/>
              <p:nvPr/>
            </p:nvSpPr>
            <p:spPr>
              <a:xfrm rot="1492351">
                <a:off x="1849708" y="4917709"/>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6" name="Google Shape;1176;p20"/>
              <p:cNvSpPr/>
              <p:nvPr/>
            </p:nvSpPr>
            <p:spPr>
              <a:xfrm rot="-1091019">
                <a:off x="1409399" y="693391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7" name="Google Shape;1177;p20"/>
              <p:cNvSpPr/>
              <p:nvPr/>
            </p:nvSpPr>
            <p:spPr>
              <a:xfrm rot="-1101100">
                <a:off x="3620332" y="4787157"/>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78" name="Google Shape;1178;p20"/>
              <p:cNvCxnSpPr>
                <a:stCxn id="1174" idx="5"/>
                <a:endCxn id="1173" idx="1"/>
              </p:cNvCxnSpPr>
              <p:nvPr/>
            </p:nvCxnSpPr>
            <p:spPr>
              <a:xfrm>
                <a:off x="209432" y="4879158"/>
                <a:ext cx="800400" cy="405300"/>
              </a:xfrm>
              <a:prstGeom prst="straightConnector1">
                <a:avLst/>
              </a:prstGeom>
              <a:noFill/>
              <a:ln cap="flat" cmpd="sng" w="9525">
                <a:solidFill>
                  <a:schemeClr val="dk2"/>
                </a:solidFill>
                <a:prstDash val="solid"/>
                <a:round/>
                <a:headEnd len="med" w="med" type="none"/>
                <a:tailEnd len="med" w="med" type="none"/>
              </a:ln>
            </p:spPr>
          </p:cxnSp>
          <p:cxnSp>
            <p:nvCxnSpPr>
              <p:cNvPr id="1179" name="Google Shape;1179;p20"/>
              <p:cNvCxnSpPr>
                <a:stCxn id="1175" idx="4"/>
                <a:endCxn id="1173" idx="6"/>
              </p:cNvCxnSpPr>
              <p:nvPr/>
            </p:nvCxnSpPr>
            <p:spPr>
              <a:xfrm flipH="1">
                <a:off x="1089610" y="500001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20"/>
              <p:cNvCxnSpPr>
                <a:stCxn id="1170" idx="0"/>
                <a:endCxn id="1174" idx="4"/>
              </p:cNvCxnSpPr>
              <p:nvPr/>
            </p:nvCxnSpPr>
            <p:spPr>
              <a:xfrm rot="10800000">
                <a:off x="174913" y="4909056"/>
                <a:ext cx="589500" cy="2519100"/>
              </a:xfrm>
              <a:prstGeom prst="straightConnector1">
                <a:avLst/>
              </a:prstGeom>
              <a:noFill/>
              <a:ln cap="flat" cmpd="sng" w="9525">
                <a:solidFill>
                  <a:schemeClr val="dk2"/>
                </a:solidFill>
                <a:prstDash val="solid"/>
                <a:round/>
                <a:headEnd len="med" w="med" type="none"/>
                <a:tailEnd len="med" w="med" type="none"/>
              </a:ln>
            </p:spPr>
          </p:cxnSp>
          <p:cxnSp>
            <p:nvCxnSpPr>
              <p:cNvPr id="1181" name="Google Shape;1181;p20"/>
              <p:cNvCxnSpPr>
                <a:stCxn id="1174" idx="6"/>
                <a:endCxn id="1175" idx="2"/>
              </p:cNvCxnSpPr>
              <p:nvPr/>
            </p:nvCxnSpPr>
            <p:spPr>
              <a:xfrm>
                <a:off x="212736" y="4833679"/>
                <a:ext cx="1641000" cy="1089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20"/>
              <p:cNvCxnSpPr>
                <a:stCxn id="1175" idx="6"/>
                <a:endCxn id="1171" idx="1"/>
              </p:cNvCxnSpPr>
              <p:nvPr/>
            </p:nvCxnSpPr>
            <p:spPr>
              <a:xfrm>
                <a:off x="1932010" y="4979012"/>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183" name="Google Shape;1183;p20"/>
              <p:cNvCxnSpPr>
                <a:stCxn id="1173" idx="6"/>
                <a:endCxn id="1171" idx="1"/>
              </p:cNvCxnSpPr>
              <p:nvPr/>
            </p:nvCxnSpPr>
            <p:spPr>
              <a:xfrm flipH="1" rot="10800000">
                <a:off x="1089518" y="5171086"/>
                <a:ext cx="1535100" cy="119400"/>
              </a:xfrm>
              <a:prstGeom prst="straightConnector1">
                <a:avLst/>
              </a:prstGeom>
              <a:noFill/>
              <a:ln cap="flat" cmpd="sng" w="9525">
                <a:solidFill>
                  <a:srgbClr val="434343"/>
                </a:solidFill>
                <a:prstDash val="solid"/>
                <a:round/>
                <a:headEnd len="med" w="med" type="none"/>
                <a:tailEnd len="med" w="med" type="none"/>
              </a:ln>
            </p:spPr>
          </p:cxnSp>
          <p:cxnSp>
            <p:nvCxnSpPr>
              <p:cNvPr id="1184" name="Google Shape;1184;p20"/>
              <p:cNvCxnSpPr>
                <a:stCxn id="1170" idx="6"/>
                <a:endCxn id="1176" idx="3"/>
              </p:cNvCxnSpPr>
              <p:nvPr/>
            </p:nvCxnSpPr>
            <p:spPr>
              <a:xfrm flipH="1" rot="10800000">
                <a:off x="845713" y="701565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185" name="Google Shape;1185;p20"/>
              <p:cNvCxnSpPr>
                <a:stCxn id="1170" idx="7"/>
                <a:endCxn id="1173" idx="4"/>
              </p:cNvCxnSpPr>
              <p:nvPr/>
            </p:nvCxnSpPr>
            <p:spPr>
              <a:xfrm flipH="1" rot="10800000">
                <a:off x="813513" y="534521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186" name="Google Shape;1186;p20"/>
              <p:cNvCxnSpPr>
                <a:stCxn id="1176" idx="7"/>
                <a:endCxn id="1172" idx="3"/>
              </p:cNvCxnSpPr>
              <p:nvPr/>
            </p:nvCxnSpPr>
            <p:spPr>
              <a:xfrm flipH="1" rot="10800000">
                <a:off x="1472176" y="647326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187" name="Google Shape;1187;p20"/>
              <p:cNvCxnSpPr>
                <a:stCxn id="1172" idx="0"/>
                <a:endCxn id="1173" idx="4"/>
              </p:cNvCxnSpPr>
              <p:nvPr/>
            </p:nvCxnSpPr>
            <p:spPr>
              <a:xfrm rot="10800000">
                <a:off x="1061898" y="534514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188" name="Google Shape;1188;p20"/>
              <p:cNvCxnSpPr>
                <a:stCxn id="1177" idx="2"/>
                <a:endCxn id="1171" idx="6"/>
              </p:cNvCxnSpPr>
              <p:nvPr/>
            </p:nvCxnSpPr>
            <p:spPr>
              <a:xfrm flipH="1">
                <a:off x="2775852" y="4872976"/>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20"/>
              <p:cNvCxnSpPr>
                <a:stCxn id="1175" idx="7"/>
                <a:endCxn id="1177" idx="1"/>
              </p:cNvCxnSpPr>
              <p:nvPr/>
            </p:nvCxnSpPr>
            <p:spPr>
              <a:xfrm flipH="1" rot="10800000">
                <a:off x="1933378" y="4823012"/>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190" name="Google Shape;1190;p20"/>
              <p:cNvSpPr/>
              <p:nvPr/>
            </p:nvSpPr>
            <p:spPr>
              <a:xfrm rot="-1091019">
                <a:off x="2738925" y="5764844"/>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1" name="Google Shape;1191;p20"/>
              <p:cNvCxnSpPr>
                <a:stCxn id="1177" idx="3"/>
                <a:endCxn id="1190" idx="6"/>
              </p:cNvCxnSpPr>
              <p:nvPr/>
            </p:nvCxnSpPr>
            <p:spPr>
              <a:xfrm flipH="1">
                <a:off x="2823227" y="491076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192" name="Google Shape;1192;p20"/>
              <p:cNvCxnSpPr>
                <a:stCxn id="1190" idx="2"/>
                <a:endCxn id="1172" idx="6"/>
              </p:cNvCxnSpPr>
              <p:nvPr/>
            </p:nvCxnSpPr>
            <p:spPr>
              <a:xfrm flipH="1">
                <a:off x="1868085" y="582160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20"/>
              <p:cNvCxnSpPr>
                <a:stCxn id="1190" idx="0"/>
                <a:endCxn id="1171" idx="4"/>
              </p:cNvCxnSpPr>
              <p:nvPr/>
            </p:nvCxnSpPr>
            <p:spPr>
              <a:xfrm rot="10800000">
                <a:off x="2723685" y="528550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194" name="Google Shape;1194;p20"/>
              <p:cNvCxnSpPr>
                <a:stCxn id="1190" idx="1"/>
                <a:endCxn id="1173" idx="5"/>
              </p:cNvCxnSpPr>
              <p:nvPr/>
            </p:nvCxnSpPr>
            <p:spPr>
              <a:xfrm rot="10800000">
                <a:off x="1086977" y="532358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195" name="Google Shape;1195;p20"/>
              <p:cNvSpPr/>
              <p:nvPr/>
            </p:nvSpPr>
            <p:spPr>
              <a:xfrm rot="-1101027">
                <a:off x="1064264" y="6883862"/>
                <a:ext cx="128642" cy="12864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6" name="Google Shape;1196;p20"/>
              <p:cNvCxnSpPr>
                <a:stCxn id="1172" idx="2"/>
                <a:endCxn id="1195" idx="7"/>
              </p:cNvCxnSpPr>
              <p:nvPr/>
            </p:nvCxnSpPr>
            <p:spPr>
              <a:xfrm flipH="1">
                <a:off x="1157448" y="639649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20"/>
              <p:cNvCxnSpPr>
                <a:stCxn id="1195" idx="3"/>
                <a:endCxn id="1170" idx="7"/>
              </p:cNvCxnSpPr>
              <p:nvPr/>
            </p:nvCxnSpPr>
            <p:spPr>
              <a:xfrm flipH="1">
                <a:off x="813535" y="700567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20"/>
              <p:cNvCxnSpPr>
                <a:stCxn id="1173" idx="4"/>
                <a:endCxn id="1195" idx="0"/>
              </p:cNvCxnSpPr>
              <p:nvPr/>
            </p:nvCxnSpPr>
            <p:spPr>
              <a:xfrm>
                <a:off x="1061918" y="534508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20"/>
              <p:cNvSpPr/>
              <p:nvPr/>
            </p:nvSpPr>
            <p:spPr>
              <a:xfrm rot="-1099262">
                <a:off x="127866" y="4116417"/>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0" name="Google Shape;1200;p20"/>
              <p:cNvCxnSpPr>
                <a:stCxn id="1173" idx="0"/>
                <a:endCxn id="1199" idx="5"/>
              </p:cNvCxnSpPr>
              <p:nvPr/>
            </p:nvCxnSpPr>
            <p:spPr>
              <a:xfrm rot="10800000">
                <a:off x="353618" y="4289386"/>
                <a:ext cx="681300" cy="9735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20"/>
              <p:cNvCxnSpPr>
                <a:stCxn id="1199" idx="3"/>
                <a:endCxn id="1174" idx="7"/>
              </p:cNvCxnSpPr>
              <p:nvPr/>
            </p:nvCxnSpPr>
            <p:spPr>
              <a:xfrm flipH="1">
                <a:off x="182800" y="4342310"/>
                <a:ext cx="10800" cy="456900"/>
              </a:xfrm>
              <a:prstGeom prst="straightConnector1">
                <a:avLst/>
              </a:prstGeom>
              <a:noFill/>
              <a:ln cap="flat" cmpd="sng" w="9525">
                <a:solidFill>
                  <a:schemeClr val="dk2"/>
                </a:solidFill>
                <a:prstDash val="solid"/>
                <a:round/>
                <a:headEnd len="med" w="med" type="none"/>
                <a:tailEnd len="med" w="med" type="none"/>
              </a:ln>
            </p:spPr>
          </p:cxnSp>
        </p:grpSp>
        <p:grpSp>
          <p:nvGrpSpPr>
            <p:cNvPr id="1202" name="Google Shape;1202;p20"/>
            <p:cNvGrpSpPr/>
            <p:nvPr/>
          </p:nvGrpSpPr>
          <p:grpSpPr>
            <a:xfrm rot="-421830">
              <a:off x="8598623" y="3360541"/>
              <a:ext cx="1574274" cy="2104471"/>
              <a:chOff x="9029676" y="1522075"/>
              <a:chExt cx="1574244" cy="2104431"/>
            </a:xfrm>
          </p:grpSpPr>
          <p:sp>
            <p:nvSpPr>
              <p:cNvPr id="1203" name="Google Shape;1203;p20"/>
              <p:cNvSpPr/>
              <p:nvPr/>
            </p:nvSpPr>
            <p:spPr>
              <a:xfrm rot="-7641847">
                <a:off x="10370037" y="3392622"/>
                <a:ext cx="194767" cy="19476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4" name="Google Shape;1204;p20"/>
              <p:cNvSpPr/>
              <p:nvPr/>
            </p:nvSpPr>
            <p:spPr>
              <a:xfrm rot="-7638918">
                <a:off x="9590149" y="1602649"/>
                <a:ext cx="401352" cy="401352"/>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5" name="Google Shape;1205;p20"/>
              <p:cNvSpPr/>
              <p:nvPr/>
            </p:nvSpPr>
            <p:spPr>
              <a:xfrm rot="-7645431">
                <a:off x="9064532" y="1872415"/>
                <a:ext cx="130326" cy="1303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6" name="Google Shape;1206;p20"/>
              <p:cNvSpPr/>
              <p:nvPr/>
            </p:nvSpPr>
            <p:spPr>
              <a:xfrm rot="-7642235">
                <a:off x="9124887" y="2772190"/>
                <a:ext cx="254050" cy="2540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7" name="Google Shape;1207;p20"/>
              <p:cNvSpPr/>
              <p:nvPr/>
            </p:nvSpPr>
            <p:spPr>
              <a:xfrm rot="-8032821">
                <a:off x="10277840" y="2872634"/>
                <a:ext cx="130274" cy="13027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8" name="Google Shape;1208;p20"/>
              <p:cNvCxnSpPr>
                <a:stCxn id="1206" idx="5"/>
                <a:endCxn id="1205" idx="1"/>
              </p:cNvCxnSpPr>
              <p:nvPr/>
            </p:nvCxnSpPr>
            <p:spPr>
              <a:xfrm rot="-10379402">
                <a:off x="9074526" y="2014202"/>
                <a:ext cx="240901" cy="747223"/>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0"/>
              <p:cNvCxnSpPr>
                <a:stCxn id="1203" idx="6"/>
                <a:endCxn id="1206" idx="3"/>
              </p:cNvCxnSpPr>
              <p:nvPr/>
            </p:nvCxnSpPr>
            <p:spPr>
              <a:xfrm rot="-10378283">
                <a:off x="9351249" y="2981020"/>
                <a:ext cx="1083643" cy="366672"/>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0"/>
              <p:cNvCxnSpPr>
                <a:stCxn id="1203" idx="6"/>
                <a:endCxn id="1207" idx="1"/>
              </p:cNvCxnSpPr>
              <p:nvPr/>
            </p:nvCxnSpPr>
            <p:spPr>
              <a:xfrm rot="-10382393">
                <a:off x="10316842" y="3008650"/>
                <a:ext cx="116357" cy="398412"/>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0"/>
              <p:cNvCxnSpPr>
                <a:stCxn id="1207" idx="6"/>
                <a:endCxn id="1205" idx="2"/>
              </p:cNvCxnSpPr>
              <p:nvPr/>
            </p:nvCxnSpPr>
            <p:spPr>
              <a:xfrm rot="-10378114">
                <a:off x="9118550" y="2061771"/>
                <a:ext cx="1230253" cy="7566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0"/>
              <p:cNvCxnSpPr>
                <a:stCxn id="1207" idx="6"/>
                <a:endCxn id="1204" idx="2"/>
              </p:cNvCxnSpPr>
              <p:nvPr/>
            </p:nvCxnSpPr>
            <p:spPr>
              <a:xfrm rot="-10378946">
                <a:off x="9857069" y="1989946"/>
                <a:ext cx="496016" cy="873851"/>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0"/>
              <p:cNvCxnSpPr>
                <a:stCxn id="1206" idx="4"/>
                <a:endCxn id="1204" idx="1"/>
              </p:cNvCxnSpPr>
              <p:nvPr/>
            </p:nvCxnSpPr>
            <p:spPr>
              <a:xfrm flipH="1" rot="-10376656">
                <a:off x="9404647" y="1980058"/>
                <a:ext cx="307730" cy="864213"/>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0"/>
              <p:cNvCxnSpPr>
                <a:stCxn id="1204" idx="7"/>
                <a:endCxn id="1205" idx="4"/>
              </p:cNvCxnSpPr>
              <p:nvPr/>
            </p:nvCxnSpPr>
            <p:spPr>
              <a:xfrm flipH="1" rot="421311">
                <a:off x="9190279" y="1751843"/>
                <a:ext cx="392645" cy="170796"/>
              </a:xfrm>
              <a:prstGeom prst="straightConnector1">
                <a:avLst/>
              </a:prstGeom>
              <a:noFill/>
              <a:ln cap="flat" cmpd="sng" w="9525">
                <a:solidFill>
                  <a:schemeClr val="dk2"/>
                </a:solidFill>
                <a:prstDash val="solid"/>
                <a:round/>
                <a:headEnd len="med" w="med" type="none"/>
                <a:tailEnd len="med" w="med" type="none"/>
              </a:ln>
            </p:spPr>
          </p:cxnSp>
        </p:grpSp>
      </p:grpSp>
      <p:grpSp>
        <p:nvGrpSpPr>
          <p:cNvPr id="1215" name="Google Shape;1215;p20"/>
          <p:cNvGrpSpPr/>
          <p:nvPr/>
        </p:nvGrpSpPr>
        <p:grpSpPr>
          <a:xfrm>
            <a:off x="1055213" y="2247839"/>
            <a:ext cx="7966392" cy="2919030"/>
            <a:chOff x="1055213" y="2247839"/>
            <a:chExt cx="7966392" cy="2919030"/>
          </a:xfrm>
        </p:grpSpPr>
        <p:grpSp>
          <p:nvGrpSpPr>
            <p:cNvPr id="1216" name="Google Shape;1216;p20"/>
            <p:cNvGrpSpPr/>
            <p:nvPr/>
          </p:nvGrpSpPr>
          <p:grpSpPr>
            <a:xfrm rot="6922716">
              <a:off x="8564424" y="2352598"/>
              <a:ext cx="435969" cy="322677"/>
              <a:chOff x="8529533" y="681525"/>
              <a:chExt cx="435967" cy="322675"/>
            </a:xfrm>
          </p:grpSpPr>
          <p:sp>
            <p:nvSpPr>
              <p:cNvPr id="1217" name="Google Shape;1217;p20"/>
              <p:cNvSpPr/>
              <p:nvPr/>
            </p:nvSpPr>
            <p:spPr>
              <a:xfrm rot="10800000">
                <a:off x="8529533" y="886943"/>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8" name="Google Shape;1218;p20"/>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9" name="Google Shape;1219;p20"/>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220" name="Google Shape;1220;p20"/>
            <p:cNvGrpSpPr/>
            <p:nvPr/>
          </p:nvGrpSpPr>
          <p:grpSpPr>
            <a:xfrm rot="-4339891">
              <a:off x="1182221" y="4606017"/>
              <a:ext cx="406263" cy="563558"/>
              <a:chOff x="-4893474" y="4104039"/>
              <a:chExt cx="406275" cy="563575"/>
            </a:xfrm>
          </p:grpSpPr>
          <p:sp>
            <p:nvSpPr>
              <p:cNvPr id="1221" name="Google Shape;1221;p20"/>
              <p:cNvSpPr/>
              <p:nvPr/>
            </p:nvSpPr>
            <p:spPr>
              <a:xfrm rot="10800000">
                <a:off x="-4893474" y="4104039"/>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2" name="Google Shape;1222;p20"/>
              <p:cNvSpPr/>
              <p:nvPr/>
            </p:nvSpPr>
            <p:spPr>
              <a:xfrm rot="10800000">
                <a:off x="-4735299" y="4421139"/>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3" name="Google Shape;1223;p20"/>
              <p:cNvSpPr/>
              <p:nvPr/>
            </p:nvSpPr>
            <p:spPr>
              <a:xfrm rot="10800000">
                <a:off x="-4538499" y="4616314"/>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4" name="Google Shape;1224;p20"/>
              <p:cNvSpPr/>
              <p:nvPr/>
            </p:nvSpPr>
            <p:spPr>
              <a:xfrm rot="10800000">
                <a:off x="-4868574" y="4421139"/>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25" name="Shape 1225"/>
        <p:cNvGrpSpPr/>
        <p:nvPr/>
      </p:nvGrpSpPr>
      <p:grpSpPr>
        <a:xfrm>
          <a:off x="0" y="0"/>
          <a:ext cx="0" cy="0"/>
          <a:chOff x="0" y="0"/>
          <a:chExt cx="0" cy="0"/>
        </a:xfrm>
      </p:grpSpPr>
      <p:sp>
        <p:nvSpPr>
          <p:cNvPr id="1226" name="Google Shape;1226;p21"/>
          <p:cNvSpPr txBox="1"/>
          <p:nvPr>
            <p:ph type="title"/>
          </p:nvPr>
        </p:nvSpPr>
        <p:spPr>
          <a:xfrm>
            <a:off x="2347938" y="5646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7" name="Google Shape;1227;p21"/>
          <p:cNvSpPr txBox="1"/>
          <p:nvPr>
            <p:ph idx="1" type="subTitle"/>
          </p:nvPr>
        </p:nvSpPr>
        <p:spPr>
          <a:xfrm>
            <a:off x="2347900" y="16523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8" name="Google Shape;1228;p21"/>
          <p:cNvSpPr txBox="1"/>
          <p:nvPr/>
        </p:nvSpPr>
        <p:spPr>
          <a:xfrm>
            <a:off x="2741050" y="3413130"/>
            <a:ext cx="3661800" cy="789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ulish"/>
                <a:ea typeface="Mulish"/>
                <a:cs typeface="Mulish"/>
                <a:sym typeface="Mulish"/>
              </a:rPr>
              <a:t>CREDITS:</a:t>
            </a:r>
            <a:r>
              <a:rPr lang="en" sz="1200">
                <a:solidFill>
                  <a:schemeClr val="dk1"/>
                </a:solidFill>
                <a:latin typeface="Mulish"/>
                <a:ea typeface="Mulish"/>
                <a:cs typeface="Mulish"/>
                <a:sym typeface="Mulish"/>
              </a:rPr>
              <a:t>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200">
                <a:solidFill>
                  <a:schemeClr val="dk1"/>
                </a:solidFill>
                <a:latin typeface="Mulish"/>
                <a:ea typeface="Mulish"/>
                <a:cs typeface="Mulish"/>
                <a:sym typeface="Mulish"/>
              </a:rPr>
              <a:t>, and includes icons by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grpSp>
        <p:nvGrpSpPr>
          <p:cNvPr id="1229" name="Google Shape;1229;p21"/>
          <p:cNvGrpSpPr/>
          <p:nvPr/>
        </p:nvGrpSpPr>
        <p:grpSpPr>
          <a:xfrm>
            <a:off x="-1196147" y="-548842"/>
            <a:ext cx="13880920" cy="6874700"/>
            <a:chOff x="-1196147" y="-548842"/>
            <a:chExt cx="13880920" cy="6874700"/>
          </a:xfrm>
        </p:grpSpPr>
        <p:grpSp>
          <p:nvGrpSpPr>
            <p:cNvPr id="1230" name="Google Shape;1230;p21"/>
            <p:cNvGrpSpPr/>
            <p:nvPr/>
          </p:nvGrpSpPr>
          <p:grpSpPr>
            <a:xfrm>
              <a:off x="-1196147" y="-548842"/>
              <a:ext cx="3657841" cy="4417628"/>
              <a:chOff x="-1196147" y="-548842"/>
              <a:chExt cx="3657841" cy="4417628"/>
            </a:xfrm>
          </p:grpSpPr>
          <p:sp>
            <p:nvSpPr>
              <p:cNvPr id="1231" name="Google Shape;1231;p2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2" name="Google Shape;1232;p2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3" name="Google Shape;1233;p2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4" name="Google Shape;1234;p2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5" name="Google Shape;1235;p2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6" name="Google Shape;1236;p2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7" name="Google Shape;1237;p2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8" name="Google Shape;1238;p2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9" name="Google Shape;1239;p21"/>
              <p:cNvCxnSpPr>
                <a:stCxn id="1235" idx="5"/>
                <a:endCxn id="1234"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21"/>
              <p:cNvCxnSpPr>
                <a:stCxn id="1236" idx="4"/>
                <a:endCxn id="1234"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1241" name="Google Shape;1241;p21"/>
              <p:cNvCxnSpPr>
                <a:stCxn id="1231" idx="6"/>
                <a:endCxn id="1235"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21"/>
              <p:cNvCxnSpPr>
                <a:stCxn id="1235" idx="7"/>
                <a:endCxn id="1236"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21"/>
              <p:cNvCxnSpPr>
                <a:stCxn id="1236" idx="6"/>
                <a:endCxn id="1232"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21"/>
              <p:cNvCxnSpPr>
                <a:stCxn id="1234" idx="7"/>
                <a:endCxn id="1232"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a:stCxn id="1231" idx="6"/>
                <a:endCxn id="1237"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a:stCxn id="1237" idx="6"/>
                <a:endCxn id="1234"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21"/>
              <p:cNvCxnSpPr>
                <a:stCxn id="1237" idx="6"/>
                <a:endCxn id="1233"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21"/>
              <p:cNvCxnSpPr>
                <a:stCxn id="1233" idx="7"/>
                <a:endCxn id="1238"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a:stCxn id="1234" idx="6"/>
                <a:endCxn id="1238"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a:stCxn id="1238" idx="0"/>
                <a:endCxn id="1232"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21"/>
              <p:cNvCxnSpPr>
                <a:stCxn id="1236" idx="5"/>
                <a:endCxn id="1238"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21"/>
              <p:cNvCxnSpPr>
                <a:stCxn id="1235" idx="6"/>
                <a:endCxn id="1238"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21"/>
              <p:cNvCxnSpPr>
                <a:stCxn id="1235" idx="4"/>
                <a:endCxn id="1233"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254" name="Google Shape;1254;p2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5" name="Google Shape;1255;p21"/>
              <p:cNvCxnSpPr>
                <a:stCxn id="1238" idx="4"/>
                <a:endCxn id="1254"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21"/>
              <p:cNvCxnSpPr>
                <a:stCxn id="1254" idx="1"/>
                <a:endCxn id="1233"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21"/>
              <p:cNvCxnSpPr>
                <a:stCxn id="1254" idx="1"/>
                <a:endCxn id="1234"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258" name="Google Shape;1258;p2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9" name="Google Shape;1259;p21"/>
              <p:cNvCxnSpPr>
                <a:stCxn id="1236" idx="0"/>
                <a:endCxn id="1258"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260" name="Google Shape;1260;p21"/>
              <p:cNvCxnSpPr>
                <a:stCxn id="1232" idx="0"/>
                <a:endCxn id="1258"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261" name="Google Shape;1261;p21"/>
            <p:cNvGrpSpPr/>
            <p:nvPr/>
          </p:nvGrpSpPr>
          <p:grpSpPr>
            <a:xfrm>
              <a:off x="6988759" y="2308882"/>
              <a:ext cx="5696014" cy="4016976"/>
              <a:chOff x="6988759" y="2308882"/>
              <a:chExt cx="5696014" cy="4016976"/>
            </a:xfrm>
          </p:grpSpPr>
          <p:sp>
            <p:nvSpPr>
              <p:cNvPr id="1262" name="Google Shape;1262;p2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3" name="Google Shape;1263;p2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4" name="Google Shape;1264;p2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5" name="Google Shape;1265;p2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6" name="Google Shape;1266;p2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21"/>
              <p:cNvSpPr/>
              <p:nvPr/>
            </p:nvSpPr>
            <p:spPr>
              <a:xfrm flipH="1" rot="10800000">
                <a:off x="8847429" y="6195358"/>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8" name="Google Shape;1268;p2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9" name="Google Shape;1269;p2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70" name="Google Shape;1270;p21"/>
              <p:cNvCxnSpPr>
                <a:stCxn id="1266" idx="5"/>
                <a:endCxn id="1265"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1"/>
              <p:cNvCxnSpPr>
                <a:stCxn id="1267" idx="4"/>
                <a:endCxn id="1265"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1"/>
              <p:cNvCxnSpPr>
                <a:stCxn id="1262" idx="6"/>
                <a:endCxn id="1265"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1"/>
              <p:cNvCxnSpPr>
                <a:stCxn id="1262" idx="0"/>
                <a:endCxn id="1266"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1"/>
              <p:cNvCxnSpPr>
                <a:stCxn id="1266" idx="7"/>
                <a:endCxn id="1267"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1"/>
              <p:cNvCxnSpPr>
                <a:stCxn id="1267" idx="6"/>
                <a:endCxn id="1263"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1"/>
              <p:cNvCxnSpPr>
                <a:stCxn id="1265" idx="7"/>
                <a:endCxn id="1263"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1"/>
              <p:cNvCxnSpPr>
                <a:stCxn id="1262" idx="5"/>
                <a:endCxn id="1268"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1"/>
              <p:cNvCxnSpPr>
                <a:stCxn id="1268" idx="7"/>
                <a:endCxn id="1265"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1"/>
              <p:cNvCxnSpPr>
                <a:stCxn id="1268" idx="7"/>
                <a:endCxn id="1264"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1"/>
              <p:cNvCxnSpPr>
                <a:stCxn id="1264" idx="0"/>
                <a:endCxn id="1265"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1"/>
              <p:cNvCxnSpPr>
                <a:stCxn id="1269" idx="1"/>
                <a:endCxn id="1263"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1"/>
              <p:cNvCxnSpPr>
                <a:stCxn id="1266" idx="6"/>
                <a:endCxn id="1269"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1"/>
              <p:cNvCxnSpPr>
                <a:stCxn id="1263" idx="4"/>
                <a:endCxn id="1264"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284" name="Google Shape;1284;p2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85" name="Google Shape;1285;p21"/>
              <p:cNvCxnSpPr>
                <a:stCxn id="1269" idx="2"/>
                <a:endCxn id="1284"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1"/>
              <p:cNvCxnSpPr>
                <a:stCxn id="1284" idx="2"/>
                <a:endCxn id="1264"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1"/>
              <p:cNvCxnSpPr>
                <a:stCxn id="1284" idx="0"/>
                <a:endCxn id="1263"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1"/>
              <p:cNvCxnSpPr>
                <a:stCxn id="1284" idx="1"/>
                <a:endCxn id="1265"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289" name="Google Shape;1289;p2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0" name="Google Shape;1290;p21"/>
              <p:cNvCxnSpPr>
                <a:stCxn id="1264" idx="3"/>
                <a:endCxn id="1289"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1"/>
              <p:cNvCxnSpPr>
                <a:stCxn id="1289" idx="0"/>
                <a:endCxn id="1268"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292" name="Google Shape;1292;p2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3" name="Google Shape;1293;p21"/>
              <p:cNvCxnSpPr>
                <a:stCxn id="1262" idx="6"/>
                <a:endCxn id="1292"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1"/>
              <p:cNvCxnSpPr>
                <a:stCxn id="1268" idx="0"/>
                <a:endCxn id="1292"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295" name="Google Shape;1295;p21"/>
              <p:cNvCxnSpPr>
                <a:stCxn id="1292" idx="6"/>
                <a:endCxn id="1265"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296" name="Google Shape;1296;p2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7" name="Google Shape;1297;p21"/>
              <p:cNvCxnSpPr>
                <a:stCxn id="1289" idx="5"/>
                <a:endCxn id="1296"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21"/>
              <p:cNvCxnSpPr>
                <a:stCxn id="1296" idx="7"/>
                <a:endCxn id="1264"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299" name="Google Shape;1299;p2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00" name="Google Shape;1300;p21"/>
              <p:cNvCxnSpPr>
                <a:stCxn id="1289" idx="0"/>
                <a:endCxn id="1299"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21"/>
              <p:cNvCxnSpPr>
                <a:stCxn id="1299" idx="1"/>
                <a:endCxn id="1268"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21"/>
              <p:cNvCxnSpPr>
                <a:stCxn id="1299" idx="6"/>
                <a:endCxn id="1264"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3"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1318" name="Google Shape;1318;p22"/>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2"/>
              <p:cNvCxnSpPr>
                <a:stCxn id="1322" idx="4"/>
                <a:endCxn id="1320"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22"/>
              <p:cNvCxnSpPr>
                <a:stCxn id="1322" idx="5"/>
                <a:endCxn id="1323"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22"/>
              <p:cNvCxnSpPr>
                <a:stCxn id="1322" idx="7"/>
                <a:endCxn id="1317"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22"/>
              <p:cNvCxnSpPr>
                <a:stCxn id="1319" idx="5"/>
                <a:endCxn id="1317"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22"/>
              <p:cNvCxnSpPr>
                <a:stCxn id="1319" idx="6"/>
                <a:endCxn id="1318"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22"/>
              <p:cNvCxnSpPr>
                <a:stCxn id="1323" idx="0"/>
                <a:endCxn id="1321"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1317" name="Google Shape;1317;p22"/>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1344" name="Google Shape;1344;p22"/>
              <p:cNvCxnSpPr>
                <a:stCxn id="1340" idx="4"/>
                <a:endCxn id="1338"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a:stCxn id="1335" idx="0"/>
                <a:endCxn id="1339"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1349" name="Google Shape;1349;p22"/>
              <p:cNvCxnSpPr>
                <a:stCxn id="1338" idx="7"/>
                <a:endCxn id="1336"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1351" name="Google Shape;1351;p22"/>
              <p:cNvCxnSpPr>
                <a:stCxn id="1341" idx="7"/>
                <a:endCxn id="1338"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22"/>
              <p:cNvCxnSpPr>
                <a:stCxn id="1337" idx="0"/>
                <a:endCxn id="1338"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2"/>
              <p:cNvCxnSpPr>
                <a:stCxn id="1337" idx="7"/>
                <a:endCxn id="1342"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22"/>
              <p:cNvCxnSpPr>
                <a:stCxn id="1342" idx="0"/>
                <a:endCxn id="1336"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22"/>
              <p:cNvCxnSpPr>
                <a:stCxn id="1336" idx="4"/>
                <a:endCxn id="1337"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1" name="Google Shape;1361;p22"/>
              <p:cNvCxnSpPr>
                <a:stCxn id="1342" idx="4"/>
                <a:endCxn id="1360"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22"/>
              <p:cNvCxnSpPr>
                <a:stCxn id="1360" idx="0"/>
                <a:endCxn id="1336"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22"/>
              <p:cNvCxnSpPr>
                <a:stCxn id="1365" idx="1"/>
                <a:endCxn id="1341"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8"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23"/>
              <p:cNvCxnSpPr>
                <a:stCxn id="1386" idx="4"/>
                <a:endCxn id="1384"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a:stCxn id="1388" idx="2"/>
                <a:endCxn id="1382"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2" name="Google Shape;1402;p23"/>
              <p:cNvCxnSpPr>
                <a:stCxn id="1388" idx="3"/>
                <a:endCxn id="1401"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403" name="Google Shape;1403;p23"/>
              <p:cNvCxnSpPr>
                <a:stCxn id="1401" idx="2"/>
                <a:endCxn id="1383"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23"/>
              <p:cNvCxnSpPr>
                <a:stCxn id="1401" idx="0"/>
                <a:endCxn id="1382"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7" name="Google Shape;1407;p23"/>
              <p:cNvCxnSpPr>
                <a:stCxn id="1383" idx="2"/>
                <a:endCxn id="1406"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23"/>
              <p:cNvCxnSpPr>
                <a:stCxn id="1406" idx="3"/>
                <a:endCxn id="1381"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22" name="Google Shape;1422;p23"/>
              <p:cNvCxnSpPr>
                <a:stCxn id="1419" idx="4"/>
                <a:endCxn id="1417"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440" name="Google Shape;1440;p23"/>
              <p:cNvCxnSpPr>
                <a:stCxn id="1438" idx="1"/>
                <a:endCxn id="1416"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42" name="Google Shape;1442;p23"/>
              <p:cNvCxnSpPr>
                <a:stCxn id="1438" idx="2"/>
                <a:endCxn id="1441"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8" name="Shape 14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49" name="Shape 1449"/>
        <p:cNvGrpSpPr/>
        <p:nvPr/>
      </p:nvGrpSpPr>
      <p:grpSpPr>
        <a:xfrm>
          <a:off x="0" y="0"/>
          <a:ext cx="0" cy="0"/>
          <a:chOff x="0" y="0"/>
          <a:chExt cx="0" cy="0"/>
        </a:xfrm>
      </p:grpSpPr>
      <p:sp>
        <p:nvSpPr>
          <p:cNvPr id="1450" name="Google Shape;1450;p2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45" name="Shape 1445"/>
        <p:cNvGrpSpPr/>
        <p:nvPr/>
      </p:nvGrpSpPr>
      <p:grpSpPr>
        <a:xfrm>
          <a:off x="0" y="0"/>
          <a:ext cx="0" cy="0"/>
          <a:chOff x="0" y="0"/>
          <a:chExt cx="0" cy="0"/>
        </a:xfrm>
      </p:grpSpPr>
      <p:sp>
        <p:nvSpPr>
          <p:cNvPr id="1446" name="Google Shape;1446;p2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447" name="Google Shape;1447;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Tính đơn điệu và cực trị của hàm số</a:t>
            </a:r>
          </a:p>
        </p:txBody>
      </p:sp>
      <p:sp>
        <p:nvSpPr>
          <p:cNvPr id="3" name="Subtitle 2"/>
          <p:cNvSpPr>
            <a:spLocks noGrp="1"/>
          </p:cNvSpPr>
          <p:nvPr>
            <p:ph type="subTitle" idx="1"/>
          </p:nvPr>
        </p:nvSpPr>
        <p:spPr>
          <a:xfrm>
            <a:off x="731520" y="1280160"/>
            <a:ext cx="3931920" cy="3474720"/>
          </a:xfrm>
        </p:spPr>
        <p:txBody>
          <a:bodyPr wrap="square"/>
          <a:lstStyle/>
          <a:p/>
        </p:txBody>
      </p:sp>
      <p:pic>
        <p:nvPicPr>
          <p:cNvPr id="4" name="Picture 3"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Khởi động: Quan sát đồ thị</a:t>
            </a:r>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a:xfrm>
            <a:off x="731520" y="1280160"/>
            <a:ext cx="3931920" cy="3474720"/>
          </a:xfrm>
        </p:spPr>
        <p:txBody>
          <a:bodyPr wrap="square"/>
          <a:lstStyle/>
          <a:p>
            <a:r>
              <a:rPr sz="1600">
                <a:solidFill>
                  <a:srgbClr val="2C3E50"/>
                </a:solidFill>
                <a:latin typeface="Times New Roman"/>
              </a:rPr>
              <a:t>• Xét chuyển động có quỹ đạo được mô tả bởi hàm số f(x) = x³ - 3x.</a:t>
            </a:r>
          </a:p>
          <a:p>
            <a:r>
              <a:rPr sz="1600">
                <a:solidFill>
                  <a:srgbClr val="2C3E50"/>
                </a:solidFill>
                <a:latin typeface="Times New Roman"/>
              </a:rPr>
              <a:t>• Hãy quan sát đồ thị hàm số từ trái sang phải.</a:t>
            </a:r>
          </a:p>
          <a:p>
            <a:r>
              <a:rPr sz="1600">
                <a:solidFill>
                  <a:srgbClr val="2C3E50"/>
                </a:solidFill>
                <a:latin typeface="Times New Roman"/>
              </a:rPr>
              <a:t>• Chỉ ra các khoảng mà đồ thị đi lên (hàm số đồng biến).</a:t>
            </a:r>
          </a:p>
          <a:p>
            <a:r>
              <a:rPr sz="1600">
                <a:solidFill>
                  <a:srgbClr val="2C3E50"/>
                </a:solidFill>
                <a:latin typeface="Times New Roman"/>
              </a:rPr>
              <a:t>• Chỉ ra các khoảng mà đồ thị đi xuống (hàm số nghịch biến).</a:t>
            </a:r>
          </a:p>
          <a:p>
            <a:r>
              <a:rPr sz="1600">
                <a:solidFill>
                  <a:srgbClr val="2C3E50"/>
                </a:solidFill>
                <a:latin typeface="Times New Roman"/>
              </a:rPr>
              <a:t>• Tìm tọa độ các điểm 'đỉnh' và 'đáy' trên đồ thị.</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Tính đơn điệu của hàm số</a:t>
            </a:r>
          </a:p>
        </p:txBody>
      </p:sp>
      <p:sp>
        <p:nvSpPr>
          <p:cNvPr id="3" name="Subtitle 2"/>
          <p:cNvSpPr>
            <a:spLocks noGrp="1"/>
          </p:cNvSpPr>
          <p:nvPr>
            <p:ph type="subTitle" idx="1"/>
          </p:nvPr>
        </p:nvSpPr>
        <p:spPr/>
        <p:txBody>
          <a:bodyPr/>
          <a:lstStyle/>
          <a:p>
            <a:r>
              <a:t>Mối liên hệ giữa đạo hàm và tính đơn điệu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Cho hàm số y = f(x) có đạo hàm trên khoảng K.</a:t>
            </a:r>
          </a:p>
          <a:p>
            <a:r>
              <a:rPr sz="1600">
                <a:solidFill>
                  <a:srgbClr val="2C3E50"/>
                </a:solidFill>
                <a:latin typeface="Times New Roman"/>
              </a:rPr>
              <a:t>• Nếu f'(x) &gt; 0 với mọi x ∈ K thì hàm số đồng biến trên K.</a:t>
            </a:r>
          </a:p>
          <a:p>
            <a:r>
              <a:rPr sz="1600">
                <a:solidFill>
                  <a:srgbClr val="2C3E50"/>
                </a:solidFill>
                <a:latin typeface="Times New Roman"/>
              </a:rPr>
              <a:t>• Nếu f'(x) &lt; 0 với mọi x ∈ K thì hàm số nghịch biến trên K.</a:t>
            </a:r>
          </a:p>
          <a:p>
            <a:r>
              <a:rPr sz="1600">
                <a:solidFill>
                  <a:srgbClr val="2C3E50"/>
                </a:solidFill>
                <a:latin typeface="Times New Roman"/>
              </a:rPr>
              <a:t>• Nếu f'(x) = 0 với mọi x ∈ K thì hàm số không đổi trên K.</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5386214"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Cực trị của hàm số</a:t>
            </a:r>
          </a:p>
        </p:txBody>
      </p:sp>
      <p:sp>
        <p:nvSpPr>
          <p:cNvPr id="3" name="Subtitle 2"/>
          <p:cNvSpPr>
            <a:spLocks noGrp="1"/>
          </p:cNvSpPr>
          <p:nvPr>
            <p:ph type="subTitle" idx="1"/>
          </p:nvPr>
        </p:nvSpPr>
        <p:spPr/>
        <p:txBody>
          <a:bodyPr/>
          <a:lstStyle/>
          <a:p>
            <a:r>
              <a:t>Định nghĩa điểm cực đại và cực tiểu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Điểm x₀ là điểm cực đại của hàm số nếu tồn tại lân cận chứa x₀ sao cho f(x) &lt; f(x₀) với mọi x khác x₀.</a:t>
            </a:r>
          </a:p>
          <a:p>
            <a:r>
              <a:rPr sz="1600">
                <a:solidFill>
                  <a:srgbClr val="2C3E50"/>
                </a:solidFill>
                <a:latin typeface="Times New Roman"/>
              </a:rPr>
              <a:t>• Điểm x₀ là điểm cực tiểu của hàm số nếu tồn tại lân cận chứa x₀ sao cho f(x) &gt; f(x₀) với mọi x khác x₀.</a:t>
            </a:r>
          </a:p>
          <a:p>
            <a:r>
              <a:rPr sz="1600">
                <a:solidFill>
                  <a:srgbClr val="2C3E50"/>
                </a:solidFill>
                <a:latin typeface="Times New Roman"/>
              </a:rPr>
              <a:t>• Điều kiện cần: Nếu hàm số đạt cực trị tại x₀ và có đạo hàm tại đó thì f'(x₀) = 0.</a:t>
            </a:r>
          </a:p>
          <a:p>
            <a:r>
              <a:rPr sz="1600">
                <a:solidFill>
                  <a:srgbClr val="2C3E50"/>
                </a:solidFill>
                <a:latin typeface="Times New Roman"/>
              </a:rPr>
              <a:t>• Điều kiện đủ: Đạo hàm đổi dấu khi đi qua điểm x₀.</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4810059"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Quy trình tìm đơn điệu và cực trị</a:t>
            </a:r>
          </a:p>
        </p:txBody>
      </p:sp>
      <p:sp>
        <p:nvSpPr>
          <p:cNvPr id="3" name="Subtitle 2"/>
          <p:cNvSpPr>
            <a:spLocks noGrp="1"/>
          </p:cNvSpPr>
          <p:nvPr>
            <p:ph type="subTitle" idx="1"/>
          </p:nvPr>
        </p:nvSpPr>
        <p:spPr/>
        <p:txBody>
          <a:bodyPr/>
          <a:lstStyle/>
          <a:p>
            <a:r>
              <a:t>Các bước thực hiện chuẩn hóa</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Bước 1: Tìm tập xác định của hàm số y = f(x).</a:t>
            </a:r>
          </a:p>
          <a:p>
            <a:r>
              <a:rPr sz="1600">
                <a:solidFill>
                  <a:srgbClr val="2C3E50"/>
                </a:solidFill>
                <a:latin typeface="Times New Roman"/>
              </a:rPr>
              <a:t>• Bước 2: Tính đạo hàm f'(x). Tìm các điểm xᵢ mà tại đó đạo hàm bằng 0 hoặc không xác định.</a:t>
            </a:r>
          </a:p>
          <a:p>
            <a:r>
              <a:rPr sz="1600">
                <a:solidFill>
                  <a:srgbClr val="2C3E50"/>
                </a:solidFill>
                <a:latin typeface="Times New Roman"/>
              </a:rPr>
              <a:t>• Bước 3: Lập bảng biến thiên (sắp xếp các điểm xᵢ theo thứ tự tăng dần, xét dấu đạo hàm).</a:t>
            </a:r>
          </a:p>
          <a:p>
            <a:r>
              <a:rPr sz="1600">
                <a:solidFill>
                  <a:srgbClr val="2C3E50"/>
                </a:solidFill>
                <a:latin typeface="Times New Roman"/>
              </a:rPr>
              <a:t>• Bước 4: Kết luận các khoảng đơn điệu và các điểm cực trị của hàm số.</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thực hành</a:t>
            </a:r>
          </a:p>
        </p:txBody>
      </p:sp>
      <p:sp>
        <p:nvSpPr>
          <p:cNvPr id="3" name="Subtitle 2"/>
          <p:cNvSpPr>
            <a:spLocks noGrp="1"/>
          </p:cNvSpPr>
          <p:nvPr>
            <p:ph type="subTitle" idx="1"/>
          </p:nvPr>
        </p:nvSpPr>
        <p:spPr/>
        <p:txBody>
          <a:bodyPr/>
          <a:lstStyle/>
          <a:p>
            <a:r>
              <a:t>Khảo sát hàm số y = x^3 - 3x</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Tập xác định: D = ℝ.</a:t>
            </a:r>
          </a:p>
          <a:p>
            <a:r>
              <a:rPr sz="1600">
                <a:solidFill>
                  <a:srgbClr val="2C3E50"/>
                </a:solidFill>
                <a:latin typeface="Times New Roman"/>
              </a:rPr>
              <a:t>• Đạo hàm: y' = 3x² - 3.</a:t>
            </a:r>
          </a:p>
          <a:p>
            <a:r>
              <a:rPr sz="1600">
                <a:solidFill>
                  <a:srgbClr val="2C3E50"/>
                </a:solidFill>
                <a:latin typeface="Times New Roman"/>
              </a:rPr>
              <a:t>• Giải phương trình: y' = 0 tương đương x = 1 hoặc x = -1.</a:t>
            </a:r>
          </a:p>
          <a:p>
            <a:r>
              <a:rPr sz="1600">
                <a:solidFill>
                  <a:srgbClr val="2C3E50"/>
                </a:solidFill>
                <a:latin typeface="Times New Roman"/>
              </a:rPr>
              <a:t>• Khoảng đồng biến: (-∞; -1) và (1; +∞) do y' &gt; 0.</a:t>
            </a:r>
          </a:p>
          <a:p>
            <a:r>
              <a:rPr sz="1600">
                <a:solidFill>
                  <a:srgbClr val="2C3E50"/>
                </a:solidFill>
                <a:latin typeface="Times New Roman"/>
              </a:rPr>
              <a:t>• Khoảng nghịch biến: (-1; 1) do y' &lt; 0.</a:t>
            </a:r>
          </a:p>
          <a:p>
            <a:r>
              <a:rPr sz="1600">
                <a:solidFill>
                  <a:srgbClr val="2C3E50"/>
                </a:solidFill>
                <a:latin typeface="Times New Roman"/>
              </a:rPr>
              <a:t>• Cực trị: Đạt cực đại tại x = -1 (yCĐ = 2); đạt cực tiểu tại x = 1 (yCT = -2).</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bài học</a:t>
            </a:r>
          </a:p>
        </p:txBody>
      </p:sp>
      <p:sp>
        <p:nvSpPr>
          <p:cNvPr id="3" name="Subtitle 2"/>
          <p:cNvSpPr>
            <a:spLocks noGrp="1"/>
          </p:cNvSpPr>
          <p:nvPr>
            <p:ph type="subTitle" idx="1"/>
          </p:nvPr>
        </p:nvSpPr>
        <p:spPr/>
        <p:txBody>
          <a:bodyPr/>
          <a:lstStyle/>
          <a:p>
            <a:r>
              <a:t>Những kiến thức cốt lõi cần nhớ</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Tính đơn điệu quyết định bởi dấu của đạo hàm f'(x) trên khoảng K.</a:t>
            </a:r>
          </a:p>
          <a:p>
            <a:r>
              <a:rPr sz="1600">
                <a:solidFill>
                  <a:srgbClr val="2C3E50"/>
                </a:solidFill>
                <a:latin typeface="Times New Roman"/>
              </a:rPr>
              <a:t>• Điểm cực trị là điểm mà tại đó đạo hàm bằng 0 (hoặc không xác định) và đổi dấu khi đi qua nó.</a:t>
            </a:r>
          </a:p>
          <a:p>
            <a:r>
              <a:rPr sz="1600">
                <a:solidFill>
                  <a:srgbClr val="2C3E50"/>
                </a:solidFill>
                <a:latin typeface="Times New Roman"/>
              </a:rPr>
              <a:t>• Công cụ vạn năng: Bảng biến thiên là sơ đồ tóm tắt toàn bộ tính chất của hàm số.</a:t>
            </a:r>
          </a:p>
          <a:p>
            <a:r>
              <a:rPr sz="1600">
                <a:solidFill>
                  <a:srgbClr val="2C3E50"/>
                </a:solidFill>
                <a:latin typeface="Times New Roman"/>
              </a:rPr>
              <a:t>• Bài tập về nhà: Làm bài 1, 2, 3 trang 15 sách giáo khoa.</a:t>
            </a:r>
          </a:p>
          <a:p>
            <a:r>
              <a:rPr sz="1600">
                <a:solidFill>
                  <a:srgbClr val="2C3E50"/>
                </a:solidFill>
                <a:latin typeface="Times New Roman"/>
              </a:rPr>
              <a:t>• Chuẩn bị bài tiếp theo: Giá trị lớn nhất và giá trị nhỏ nhất của hàm số.</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