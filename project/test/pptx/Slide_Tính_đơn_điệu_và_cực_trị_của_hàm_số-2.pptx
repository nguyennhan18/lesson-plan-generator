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 id="2147483673" r:id="rId5"/>
  </p:sldMasterIdLst>
  <p:notesMasterIdLst>
    <p:notesMasterId r:id="rId6"/>
  </p:notesMasterIdLst>
  <p:sldIdLst>
    <p:sldId id="256" r:id="rId38"/>
    <p:sldId id="257" r:id="rId39"/>
    <p:sldId id="258" r:id="rId40"/>
    <p:sldId id="259" r:id="rId41"/>
    <p:sldId id="260" r:id="rId42"/>
    <p:sldId id="261" r:id="rId43"/>
    <p:sldId id="262" r:id="rId44"/>
    <p:sldId id="263" r:id="rId45"/>
  </p:sldIdLst>
  <p:sldSz cy="5143500" cx="9144000"/>
  <p:notesSz cx="6858000" cy="9144000"/>
  <p:embeddedFontLst>
    <p:embeddedFont>
      <p:font typeface="Mulish"/>
      <p:regular r:id="rId47"/>
      <p:bold r:id="rId48"/>
      <p:italic r:id="rId49"/>
      <p:boldItalic r:id="rId50"/>
    </p:embeddedFont>
    <p:embeddedFont>
      <p:font typeface="Proxima Nova"/>
      <p:regular r:id="rId51"/>
      <p:bold r:id="rId52"/>
      <p:italic r:id="rId53"/>
      <p:boldItalic r:id="rId54"/>
    </p:embeddedFont>
    <p:embeddedFont>
      <p:font typeface="Roboto Medium"/>
      <p:regular r:id="rId55"/>
      <p:bold r:id="rId56"/>
      <p:italic r:id="rId57"/>
      <p:boldItalic r:id="rId58"/>
    </p:embeddedFont>
    <p:embeddedFont>
      <p:font typeface="Amatic SC"/>
      <p:regular r:id="rId59"/>
      <p:bold r:id="rId60"/>
    </p:embeddedFont>
    <p:embeddedFont>
      <p:font typeface="Lato"/>
      <p:regular r:id="rId61"/>
      <p:bold r:id="rId62"/>
      <p:italic r:id="rId63"/>
      <p:boldItalic r:id="rId64"/>
    </p:embeddedFont>
    <p:embeddedFont>
      <p:font typeface="Anaheim"/>
      <p:regular r:id="rId65"/>
      <p:bold r:id="rId66"/>
    </p:embeddedFont>
    <p:embeddedFont>
      <p:font typeface="Proxima Nova Semibold"/>
      <p:regular r:id="rId67"/>
      <p:bold r:id="rId68"/>
      <p:boldItalic r:id="rId69"/>
    </p:embeddedFont>
    <p:embeddedFont>
      <p:font typeface="Albert Sans"/>
      <p:regular r:id="rId70"/>
      <p:bold r:id="rId71"/>
      <p:italic r:id="rId72"/>
      <p:boldItalic r:id="rId73"/>
    </p:embeddedFont>
    <p:embeddedFont>
      <p:font typeface="DM Sans"/>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B23887-AB03-4546-9AEC-DF8FEB11CAE1}">
  <a:tblStyle styleId="{8BB23887-AB03-4546-9AEC-DF8FEB11CAE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2413E5F-0A40-43D7-A909-D912CE89E9F1}"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38" Type="http://schemas.openxmlformats.org/officeDocument/2006/relationships/slide" Target="slides/slide1.xml"/><Relationship Id="rId39" Type="http://schemas.openxmlformats.org/officeDocument/2006/relationships/slide" Target="slides/slide2.xml"/><Relationship Id="rId40" Type="http://schemas.openxmlformats.org/officeDocument/2006/relationships/slide" Target="slides/slide3.xml"/><Relationship Id="rId41" Type="http://schemas.openxmlformats.org/officeDocument/2006/relationships/slide" Target="slides/slide4.xml"/><Relationship Id="rId42" Type="http://schemas.openxmlformats.org/officeDocument/2006/relationships/slide" Target="slides/slide5.xml"/><Relationship Id="rId43" Type="http://schemas.openxmlformats.org/officeDocument/2006/relationships/slide" Target="slides/slide6.xml"/><Relationship Id="rId44" Type="http://schemas.openxmlformats.org/officeDocument/2006/relationships/slide" Target="slides/slide7.xml"/><Relationship Id="rId45" Type="http://schemas.openxmlformats.org/officeDocument/2006/relationships/slide" Target="slides/slide8.xml"/><Relationship Id="rId47" Type="http://schemas.openxmlformats.org/officeDocument/2006/relationships/font" Target="fonts/Mulish-regular.fntdata"/><Relationship Id="rId48" Type="http://schemas.openxmlformats.org/officeDocument/2006/relationships/font" Target="fonts/Mulish-bold.fntdata"/><Relationship Id="rId49" Type="http://schemas.openxmlformats.org/officeDocument/2006/relationships/font" Target="fonts/Mulish-italic.fntdata"/><Relationship Id="rId50" Type="http://schemas.openxmlformats.org/officeDocument/2006/relationships/font" Target="fonts/Mulish-boldItalic.fntdata"/><Relationship Id="rId51" Type="http://schemas.openxmlformats.org/officeDocument/2006/relationships/font" Target="fonts/ProximaNova-regular.fntdata"/><Relationship Id="rId52" Type="http://schemas.openxmlformats.org/officeDocument/2006/relationships/font" Target="fonts/ProximaNova-bold.fntdata"/><Relationship Id="rId53" Type="http://schemas.openxmlformats.org/officeDocument/2006/relationships/font" Target="fonts/ProximaNova-italic.fntdata"/><Relationship Id="rId54" Type="http://schemas.openxmlformats.org/officeDocument/2006/relationships/font" Target="fonts/ProximaNova-boldItalic.fntdata"/><Relationship Id="rId55" Type="http://schemas.openxmlformats.org/officeDocument/2006/relationships/font" Target="fonts/RobotoMedium-regular.fntdata"/><Relationship Id="rId56" Type="http://schemas.openxmlformats.org/officeDocument/2006/relationships/font" Target="fonts/RobotoMedium-bold.fntdata"/><Relationship Id="rId57" Type="http://schemas.openxmlformats.org/officeDocument/2006/relationships/font" Target="fonts/RobotoMedium-italic.fntdata"/><Relationship Id="rId58" Type="http://schemas.openxmlformats.org/officeDocument/2006/relationships/font" Target="fonts/RobotoMedium-boldItalic.fntdata"/><Relationship Id="rId59" Type="http://schemas.openxmlformats.org/officeDocument/2006/relationships/font" Target="fonts/AmaticSC-regular.fntdata"/><Relationship Id="rId60" Type="http://schemas.openxmlformats.org/officeDocument/2006/relationships/font" Target="fonts/AmaticSC-bold.fntdata"/><Relationship Id="rId61" Type="http://schemas.openxmlformats.org/officeDocument/2006/relationships/font" Target="fonts/Lato-regular.fntdata"/><Relationship Id="rId62" Type="http://schemas.openxmlformats.org/officeDocument/2006/relationships/font" Target="fonts/Lato-bold.fntdata"/><Relationship Id="rId63" Type="http://schemas.openxmlformats.org/officeDocument/2006/relationships/font" Target="fonts/Lato-italic.fntdata"/><Relationship Id="rId64" Type="http://schemas.openxmlformats.org/officeDocument/2006/relationships/font" Target="fonts/Lato-boldItalic.fntdata"/><Relationship Id="rId65" Type="http://schemas.openxmlformats.org/officeDocument/2006/relationships/font" Target="fonts/Anaheim-regular.fntdata"/><Relationship Id="rId66" Type="http://schemas.openxmlformats.org/officeDocument/2006/relationships/font" Target="fonts/Anaheim-bold.fntdata"/><Relationship Id="rId67" Type="http://schemas.openxmlformats.org/officeDocument/2006/relationships/font" Target="fonts/ProximaNovaSemibold-regular.fntdata"/><Relationship Id="rId68" Type="http://schemas.openxmlformats.org/officeDocument/2006/relationships/font" Target="fonts/ProximaNovaSemibold-bold.fntdata"/><Relationship Id="rId69" Type="http://schemas.openxmlformats.org/officeDocument/2006/relationships/font" Target="fonts/ProximaNovaSemibold-boldItalic.fntdata"/><Relationship Id="rId70" Type="http://schemas.openxmlformats.org/officeDocument/2006/relationships/font" Target="fonts/AlbertSans-regular.fntdata"/><Relationship Id="rId71" Type="http://schemas.openxmlformats.org/officeDocument/2006/relationships/font" Target="fonts/AlbertSans-bold.fntdata"/><Relationship Id="rId72" Type="http://schemas.openxmlformats.org/officeDocument/2006/relationships/font" Target="fonts/AlbertSans-italic.fntdata"/><Relationship Id="rId73" Type="http://schemas.openxmlformats.org/officeDocument/2006/relationships/font" Target="fonts/AlbertSans-boldItalic.fntdata"/><Relationship Id="rId74" Type="http://schemas.openxmlformats.org/officeDocument/2006/relationships/font" Target="fonts/DMSans-regular.fntdata"/><Relationship Id="rId75" Type="http://schemas.openxmlformats.org/officeDocument/2006/relationships/font" Target="fonts/DMSans-bold.fntdata"/><Relationship Id="rId76" Type="http://schemas.openxmlformats.org/officeDocument/2006/relationships/font" Target="fonts/DMSans-italic.fntdata"/><Relationship Id="rId77" Type="http://schemas.openxmlformats.org/officeDocument/2006/relationships/font" Target="fonts/DM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Chào mừng các em học sinh đến với bài học đầu tiên của Giải tích lớp 12. Hôm nay chúng ta sẽ tìm hiểu về tính đơn điệu và cực trị của hàm số, một công cụ mạnh mẽ để khảo sát và vẽ đồ thị hàm số.</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chiếu đồ thị hàm số bậc ba, đặt câu hỏi gợi mở để học sinh thảo luận về các khoảng đi lên (đồng biến), đi xuống (nghịch biến) và các điểm đặc biệt (cực trị).</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nhấn mạnh định lý quan trọng: Dấu của đạo hàm quyết định tính đơn điệu của hàm số. Giải thích ý nghĩa hình học của đạo hàm dương (tiếp tuyến có hệ số góc dương, đồ thị đi lên).</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giải thích khái niệm cực trị mang tính địa phương (lân cận điểm x0). Nhấn mạnh điều kiện đủ để có cực trị là đạo hàm phải đổi dấu khi đi qua điểm đó.</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hướng dẫn học sinh 4 bước chuẩn chỉ để khảo sát tính đơn điệu và cực trị. Đây là thuật toán cơ bản áp dụng cho hầu hết các hàm số ở THPT.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cùng học sinh giải chi tiết ví dụ này trên bảng, kết hợp trình chiếu đồ thị để học sinh đối chiếu kết quả tính toán với hình ảnh trực quan.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nhấn mạnh các lỗi sai kinh điển khi thi trắc nghiệm và tự luận để học sinh khắc sâu kiến thức và không mắc bẫy đề thi.</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tổng kết lại toàn bộ bài học, giao nhiệm vụ về nhà và dặn dò học sinh chuẩn bị bài mới.</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800325" y="1468875"/>
            <a:ext cx="7543800" cy="17301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41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2275875" y="3198825"/>
            <a:ext cx="4592400" cy="4758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817341" y="-872068"/>
            <a:ext cx="10581139" cy="7505539"/>
            <a:chOff x="-817341" y="-872068"/>
            <a:chExt cx="10581139" cy="7505539"/>
          </a:xfrm>
        </p:grpSpPr>
        <p:grpSp>
          <p:nvGrpSpPr>
            <p:cNvPr id="12" name="Google Shape;12;p2"/>
            <p:cNvGrpSpPr/>
            <p:nvPr/>
          </p:nvGrpSpPr>
          <p:grpSpPr>
            <a:xfrm>
              <a:off x="4353534" y="3189744"/>
              <a:ext cx="5410264" cy="3443726"/>
              <a:chOff x="4353534" y="3189744"/>
              <a:chExt cx="5410264" cy="3443726"/>
            </a:xfrm>
          </p:grpSpPr>
          <p:sp>
            <p:nvSpPr>
              <p:cNvPr id="13" name="Google Shape;13;p2"/>
              <p:cNvSpPr/>
              <p:nvPr/>
            </p:nvSpPr>
            <p:spPr>
              <a:xfrm rot="10800000">
                <a:off x="9569398" y="5312996"/>
                <a:ext cx="194400" cy="194400"/>
              </a:xfrm>
              <a:prstGeom prst="ellipse">
                <a:avLst/>
              </a:prstGeom>
              <a:solidFill>
                <a:schemeClr val="accent1"/>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 name="Google Shape;14;p2"/>
              <p:cNvSpPr/>
              <p:nvPr/>
            </p:nvSpPr>
            <p:spPr>
              <a:xfrm rot="10800000">
                <a:off x="7135026" y="623234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 name="Google Shape;15;p2"/>
              <p:cNvSpPr/>
              <p:nvPr/>
            </p:nvSpPr>
            <p:spPr>
              <a:xfrm rot="10800000">
                <a:off x="7563119" y="3751240"/>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 name="Google Shape;16;p2"/>
              <p:cNvSpPr/>
              <p:nvPr/>
            </p:nvSpPr>
            <p:spPr>
              <a:xfrm rot="10800000">
                <a:off x="8060378" y="5344924"/>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 name="Google Shape;17;p2"/>
              <p:cNvSpPr/>
              <p:nvPr/>
            </p:nvSpPr>
            <p:spPr>
              <a:xfrm rot="10800000">
                <a:off x="9245065" y="6281371"/>
                <a:ext cx="96300" cy="96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 name="Google Shape;18;p2"/>
              <p:cNvSpPr/>
              <p:nvPr/>
            </p:nvSpPr>
            <p:spPr>
              <a:xfrm rot="10800000">
                <a:off x="8060378" y="650297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 name="Google Shape;19;p2"/>
              <p:cNvSpPr/>
              <p:nvPr/>
            </p:nvSpPr>
            <p:spPr>
              <a:xfrm rot="10800000">
                <a:off x="8948809" y="4403302"/>
                <a:ext cx="130500" cy="130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 name="Google Shape;20;p2"/>
              <p:cNvSpPr/>
              <p:nvPr/>
            </p:nvSpPr>
            <p:spPr>
              <a:xfrm rot="10800000">
                <a:off x="4353534" y="4683377"/>
                <a:ext cx="96300" cy="96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1" name="Google Shape;21;p2"/>
              <p:cNvCxnSpPr>
                <a:stCxn id="17" idx="5"/>
                <a:endCxn id="16" idx="1"/>
              </p:cNvCxnSpPr>
              <p:nvPr/>
            </p:nvCxnSpPr>
            <p:spPr>
              <a:xfrm rot="10800000">
                <a:off x="8171668" y="5456374"/>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22" name="Google Shape;22;p2"/>
              <p:cNvCxnSpPr>
                <a:stCxn id="18" idx="4"/>
                <a:endCxn id="16" idx="0"/>
              </p:cNvCxnSpPr>
              <p:nvPr/>
            </p:nvCxnSpPr>
            <p:spPr>
              <a:xfrm rot="10800000">
                <a:off x="8125628" y="5475470"/>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23" name="Google Shape;23;p2"/>
              <p:cNvCxnSpPr>
                <a:stCxn id="13" idx="6"/>
                <a:endCxn id="16" idx="2"/>
              </p:cNvCxnSpPr>
              <p:nvPr/>
            </p:nvCxnSpPr>
            <p:spPr>
              <a:xfrm rot="10800000">
                <a:off x="8190898" y="5410196"/>
                <a:ext cx="1378500" cy="0"/>
              </a:xfrm>
              <a:prstGeom prst="straightConnector1">
                <a:avLst/>
              </a:prstGeom>
              <a:noFill/>
              <a:ln cap="flat" cmpd="sng" w="9525">
                <a:solidFill>
                  <a:schemeClr val="dk2"/>
                </a:solidFill>
                <a:prstDash val="solid"/>
                <a:round/>
                <a:headEnd len="med" w="med" type="none"/>
                <a:tailEnd len="med" w="med" type="none"/>
              </a:ln>
            </p:spPr>
          </p:cxnSp>
          <p:cxnSp>
            <p:nvCxnSpPr>
              <p:cNvPr id="24" name="Google Shape;24;p2"/>
              <p:cNvCxnSpPr>
                <a:stCxn id="13" idx="0"/>
                <a:endCxn id="17" idx="3"/>
              </p:cNvCxnSpPr>
              <p:nvPr/>
            </p:nvCxnSpPr>
            <p:spPr>
              <a:xfrm flipH="1">
                <a:off x="9327298" y="5507396"/>
                <a:ext cx="339300" cy="788100"/>
              </a:xfrm>
              <a:prstGeom prst="straightConnector1">
                <a:avLst/>
              </a:prstGeom>
              <a:noFill/>
              <a:ln cap="flat" cmpd="sng" w="9525">
                <a:solidFill>
                  <a:schemeClr val="dk2"/>
                </a:solidFill>
                <a:prstDash val="solid"/>
                <a:round/>
                <a:headEnd len="med" w="med" type="none"/>
                <a:tailEnd len="med" w="med" type="none"/>
              </a:ln>
            </p:spPr>
          </p:cxnSp>
          <p:cxnSp>
            <p:nvCxnSpPr>
              <p:cNvPr id="25" name="Google Shape;25;p2"/>
              <p:cNvCxnSpPr>
                <a:stCxn id="17" idx="7"/>
                <a:endCxn id="18" idx="2"/>
              </p:cNvCxnSpPr>
              <p:nvPr/>
            </p:nvCxnSpPr>
            <p:spPr>
              <a:xfrm flipH="1">
                <a:off x="8190868" y="6363568"/>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26" name="Google Shape;26;p2"/>
              <p:cNvCxnSpPr>
                <a:stCxn id="18" idx="6"/>
                <a:endCxn id="14" idx="2"/>
              </p:cNvCxnSpPr>
              <p:nvPr/>
            </p:nvCxnSpPr>
            <p:spPr>
              <a:xfrm rot="10800000">
                <a:off x="7329278" y="6329420"/>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27" name="Google Shape;27;p2"/>
              <p:cNvCxnSpPr>
                <a:stCxn id="16" idx="7"/>
                <a:endCxn id="14" idx="3"/>
              </p:cNvCxnSpPr>
              <p:nvPr/>
            </p:nvCxnSpPr>
            <p:spPr>
              <a:xfrm flipH="1">
                <a:off x="7300989" y="5456313"/>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28" name="Google Shape;28;p2"/>
              <p:cNvCxnSpPr>
                <a:stCxn id="13" idx="5"/>
                <a:endCxn id="19" idx="1"/>
              </p:cNvCxnSpPr>
              <p:nvPr/>
            </p:nvCxnSpPr>
            <p:spPr>
              <a:xfrm rot="10800000">
                <a:off x="9060267" y="4514665"/>
                <a:ext cx="537600" cy="826800"/>
              </a:xfrm>
              <a:prstGeom prst="straightConnector1">
                <a:avLst/>
              </a:prstGeom>
              <a:noFill/>
              <a:ln cap="flat" cmpd="sng" w="9525">
                <a:solidFill>
                  <a:schemeClr val="dk2"/>
                </a:solidFill>
                <a:prstDash val="solid"/>
                <a:round/>
                <a:headEnd len="med" w="med" type="none"/>
                <a:tailEnd len="med" w="med" type="none"/>
              </a:ln>
            </p:spPr>
          </p:cxnSp>
          <p:cxnSp>
            <p:nvCxnSpPr>
              <p:cNvPr id="29" name="Google Shape;29;p2"/>
              <p:cNvCxnSpPr>
                <a:stCxn id="19" idx="7"/>
                <a:endCxn id="16" idx="3"/>
              </p:cNvCxnSpPr>
              <p:nvPr/>
            </p:nvCxnSpPr>
            <p:spPr>
              <a:xfrm flipH="1">
                <a:off x="8171720" y="4514691"/>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30" name="Google Shape;30;p2"/>
              <p:cNvCxnSpPr>
                <a:stCxn id="19" idx="7"/>
                <a:endCxn id="15" idx="1"/>
              </p:cNvCxnSpPr>
              <p:nvPr/>
            </p:nvCxnSpPr>
            <p:spPr>
              <a:xfrm rot="10800000">
                <a:off x="7905620" y="4093791"/>
                <a:ext cx="1062300" cy="420900"/>
              </a:xfrm>
              <a:prstGeom prst="straightConnector1">
                <a:avLst/>
              </a:prstGeom>
              <a:noFill/>
              <a:ln cap="flat" cmpd="sng" w="9525">
                <a:solidFill>
                  <a:schemeClr val="dk2"/>
                </a:solidFill>
                <a:prstDash val="solid"/>
                <a:round/>
                <a:headEnd len="med" w="med" type="none"/>
                <a:tailEnd len="med" w="med" type="none"/>
              </a:ln>
            </p:spPr>
          </p:cxnSp>
          <p:cxnSp>
            <p:nvCxnSpPr>
              <p:cNvPr id="31" name="Google Shape;31;p2"/>
              <p:cNvCxnSpPr>
                <a:stCxn id="15" idx="0"/>
                <a:endCxn id="16" idx="5"/>
              </p:cNvCxnSpPr>
              <p:nvPr/>
            </p:nvCxnSpPr>
            <p:spPr>
              <a:xfrm>
                <a:off x="7763819" y="4152640"/>
                <a:ext cx="315600" cy="1211400"/>
              </a:xfrm>
              <a:prstGeom prst="straightConnector1">
                <a:avLst/>
              </a:prstGeom>
              <a:noFill/>
              <a:ln cap="flat" cmpd="sng" w="9525">
                <a:solidFill>
                  <a:schemeClr val="dk2"/>
                </a:solidFill>
                <a:prstDash val="solid"/>
                <a:round/>
                <a:headEnd len="med" w="med" type="none"/>
                <a:tailEnd len="med" w="med" type="none"/>
              </a:ln>
            </p:spPr>
          </p:cxnSp>
          <p:cxnSp>
            <p:nvCxnSpPr>
              <p:cNvPr id="32" name="Google Shape;32;p2"/>
              <p:cNvCxnSpPr>
                <a:stCxn id="15" idx="7"/>
                <a:endCxn id="20" idx="2"/>
              </p:cNvCxnSpPr>
              <p:nvPr/>
            </p:nvCxnSpPr>
            <p:spPr>
              <a:xfrm flipH="1">
                <a:off x="4449703" y="4093857"/>
                <a:ext cx="3172200" cy="637800"/>
              </a:xfrm>
              <a:prstGeom prst="straightConnector1">
                <a:avLst/>
              </a:prstGeom>
              <a:noFill/>
              <a:ln cap="flat" cmpd="sng" w="9525">
                <a:solidFill>
                  <a:schemeClr val="dk2"/>
                </a:solidFill>
                <a:prstDash val="solid"/>
                <a:round/>
                <a:headEnd len="med" w="med" type="none"/>
                <a:tailEnd len="med" w="med" type="none"/>
              </a:ln>
            </p:spPr>
          </p:cxnSp>
          <p:cxnSp>
            <p:nvCxnSpPr>
              <p:cNvPr id="33" name="Google Shape;33;p2"/>
              <p:cNvCxnSpPr>
                <a:stCxn id="20" idx="1"/>
                <a:endCxn id="14" idx="5"/>
              </p:cNvCxnSpPr>
              <p:nvPr/>
            </p:nvCxnSpPr>
            <p:spPr>
              <a:xfrm>
                <a:off x="4435731" y="4765575"/>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34" name="Google Shape;34;p2"/>
              <p:cNvCxnSpPr>
                <a:stCxn id="17" idx="6"/>
                <a:endCxn id="20" idx="1"/>
              </p:cNvCxnSpPr>
              <p:nvPr/>
            </p:nvCxnSpPr>
            <p:spPr>
              <a:xfrm rot="10800000">
                <a:off x="4435765" y="4765621"/>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35" name="Google Shape;35;p2"/>
              <p:cNvCxnSpPr>
                <a:stCxn id="14" idx="4"/>
                <a:endCxn id="15" idx="0"/>
              </p:cNvCxnSpPr>
              <p:nvPr/>
            </p:nvCxnSpPr>
            <p:spPr>
              <a:xfrm flipH="1" rot="10800000">
                <a:off x="7232226" y="4152748"/>
                <a:ext cx="531600" cy="2079600"/>
              </a:xfrm>
              <a:prstGeom prst="straightConnector1">
                <a:avLst/>
              </a:prstGeom>
              <a:noFill/>
              <a:ln cap="flat" cmpd="sng" w="9525">
                <a:solidFill>
                  <a:schemeClr val="dk2"/>
                </a:solidFill>
                <a:prstDash val="solid"/>
                <a:round/>
                <a:headEnd len="med" w="med" type="none"/>
                <a:tailEnd len="med" w="med" type="none"/>
              </a:ln>
            </p:spPr>
          </p:cxnSp>
          <p:cxnSp>
            <p:nvCxnSpPr>
              <p:cNvPr id="36" name="Google Shape;36;p2"/>
              <p:cNvCxnSpPr>
                <a:stCxn id="13" idx="5"/>
                <a:endCxn id="15" idx="0"/>
              </p:cNvCxnSpPr>
              <p:nvPr/>
            </p:nvCxnSpPr>
            <p:spPr>
              <a:xfrm rot="10800000">
                <a:off x="7763967" y="4152565"/>
                <a:ext cx="1833900" cy="1188900"/>
              </a:xfrm>
              <a:prstGeom prst="straightConnector1">
                <a:avLst/>
              </a:prstGeom>
              <a:noFill/>
              <a:ln cap="flat" cmpd="sng" w="9525">
                <a:solidFill>
                  <a:schemeClr val="dk2"/>
                </a:solidFill>
                <a:prstDash val="solid"/>
                <a:round/>
                <a:headEnd len="med" w="med" type="none"/>
                <a:tailEnd len="med" w="med" type="none"/>
              </a:ln>
            </p:spPr>
          </p:cxnSp>
          <p:sp>
            <p:nvSpPr>
              <p:cNvPr id="37" name="Google Shape;37;p2"/>
              <p:cNvSpPr/>
              <p:nvPr/>
            </p:nvSpPr>
            <p:spPr>
              <a:xfrm rot="10800000">
                <a:off x="5902359" y="4069463"/>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8" name="Google Shape;38;p2"/>
              <p:cNvCxnSpPr>
                <a:stCxn id="20" idx="2"/>
                <a:endCxn id="37" idx="7"/>
              </p:cNvCxnSpPr>
              <p:nvPr/>
            </p:nvCxnSpPr>
            <p:spPr>
              <a:xfrm flipH="1" rot="10800000">
                <a:off x="4449834" y="4180727"/>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39" name="Google Shape;39;p2"/>
              <p:cNvCxnSpPr>
                <a:stCxn id="37" idx="2"/>
                <a:endCxn id="15" idx="6"/>
              </p:cNvCxnSpPr>
              <p:nvPr/>
            </p:nvCxnSpPr>
            <p:spPr>
              <a:xfrm flipH="1" rot="10800000">
                <a:off x="6032859" y="3952013"/>
                <a:ext cx="1530300" cy="182700"/>
              </a:xfrm>
              <a:prstGeom prst="straightConnector1">
                <a:avLst/>
              </a:prstGeom>
              <a:noFill/>
              <a:ln cap="flat" cmpd="sng" w="9525">
                <a:solidFill>
                  <a:schemeClr val="dk2"/>
                </a:solidFill>
                <a:prstDash val="solid"/>
                <a:round/>
                <a:headEnd len="med" w="med" type="none"/>
                <a:tailEnd len="med" w="med" type="none"/>
              </a:ln>
            </p:spPr>
          </p:cxnSp>
          <p:cxnSp>
            <p:nvCxnSpPr>
              <p:cNvPr id="40" name="Google Shape;40;p2"/>
              <p:cNvCxnSpPr>
                <a:stCxn id="37" idx="0"/>
                <a:endCxn id="14" idx="4"/>
              </p:cNvCxnSpPr>
              <p:nvPr/>
            </p:nvCxnSpPr>
            <p:spPr>
              <a:xfrm>
                <a:off x="5967609" y="4199963"/>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41" name="Google Shape;41;p2"/>
              <p:cNvCxnSpPr>
                <a:stCxn id="37" idx="1"/>
                <a:endCxn id="16" idx="5"/>
              </p:cNvCxnSpPr>
              <p:nvPr/>
            </p:nvCxnSpPr>
            <p:spPr>
              <a:xfrm>
                <a:off x="6013748" y="4180852"/>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42" name="Google Shape;42;p2"/>
              <p:cNvSpPr/>
              <p:nvPr/>
            </p:nvSpPr>
            <p:spPr>
              <a:xfrm rot="10800000">
                <a:off x="8782916" y="3189744"/>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3" name="Google Shape;43;p2"/>
              <p:cNvCxnSpPr>
                <a:stCxn id="15" idx="2"/>
                <a:endCxn id="42" idx="6"/>
              </p:cNvCxnSpPr>
              <p:nvPr/>
            </p:nvCxnSpPr>
            <p:spPr>
              <a:xfrm flipH="1" rot="10800000">
                <a:off x="7964519" y="3286840"/>
                <a:ext cx="818400" cy="665100"/>
              </a:xfrm>
              <a:prstGeom prst="straightConnector1">
                <a:avLst/>
              </a:prstGeom>
              <a:noFill/>
              <a:ln cap="flat" cmpd="sng" w="9525">
                <a:solidFill>
                  <a:schemeClr val="dk2"/>
                </a:solidFill>
                <a:prstDash val="solid"/>
                <a:round/>
                <a:headEnd len="med" w="med" type="none"/>
                <a:tailEnd len="med" w="med" type="none"/>
              </a:ln>
            </p:spPr>
          </p:cxnSp>
          <p:cxnSp>
            <p:nvCxnSpPr>
              <p:cNvPr id="44" name="Google Shape;44;p2"/>
              <p:cNvCxnSpPr>
                <a:stCxn id="42" idx="1"/>
                <a:endCxn id="19" idx="5"/>
              </p:cNvCxnSpPr>
              <p:nvPr/>
            </p:nvCxnSpPr>
            <p:spPr>
              <a:xfrm>
                <a:off x="8948847" y="3355675"/>
                <a:ext cx="19200" cy="1066800"/>
              </a:xfrm>
              <a:prstGeom prst="straightConnector1">
                <a:avLst/>
              </a:prstGeom>
              <a:noFill/>
              <a:ln cap="flat" cmpd="sng" w="9525">
                <a:solidFill>
                  <a:schemeClr val="dk2"/>
                </a:solidFill>
                <a:prstDash val="solid"/>
                <a:round/>
                <a:headEnd len="med" w="med" type="none"/>
                <a:tailEnd len="med" w="med" type="none"/>
              </a:ln>
            </p:spPr>
          </p:cxnSp>
        </p:grpSp>
        <p:grpSp>
          <p:nvGrpSpPr>
            <p:cNvPr id="45" name="Google Shape;45;p2"/>
            <p:cNvGrpSpPr/>
            <p:nvPr/>
          </p:nvGrpSpPr>
          <p:grpSpPr>
            <a:xfrm>
              <a:off x="-817341" y="-872068"/>
              <a:ext cx="4052739" cy="3509076"/>
              <a:chOff x="-817341" y="-872068"/>
              <a:chExt cx="4052739" cy="3509076"/>
            </a:xfrm>
          </p:grpSpPr>
          <p:sp>
            <p:nvSpPr>
              <p:cNvPr id="46" name="Google Shape;46;p2"/>
              <p:cNvSpPr/>
              <p:nvPr/>
            </p:nvSpPr>
            <p:spPr>
              <a:xfrm rot="10800000">
                <a:off x="3040998" y="322921"/>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 name="Google Shape;47;p2"/>
              <p:cNvSpPr/>
              <p:nvPr/>
            </p:nvSpPr>
            <p:spPr>
              <a:xfrm rot="10800000">
                <a:off x="-550449" y="1549860"/>
                <a:ext cx="194400" cy="194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 name="Google Shape;48;p2"/>
              <p:cNvSpPr/>
              <p:nvPr/>
            </p:nvSpPr>
            <p:spPr>
              <a:xfrm rot="10800000">
                <a:off x="-58406" y="-586660"/>
                <a:ext cx="401400" cy="401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 name="Google Shape;49;p2"/>
              <p:cNvSpPr/>
              <p:nvPr/>
            </p:nvSpPr>
            <p:spPr>
              <a:xfrm rot="10800000">
                <a:off x="374903" y="662437"/>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 name="Google Shape;50;p2"/>
              <p:cNvSpPr/>
              <p:nvPr/>
            </p:nvSpPr>
            <p:spPr>
              <a:xfrm rot="10800000">
                <a:off x="1102390" y="1217883"/>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1" name="Google Shape;51;p2"/>
              <p:cNvSpPr/>
              <p:nvPr/>
            </p:nvSpPr>
            <p:spPr>
              <a:xfrm rot="10800000">
                <a:off x="288828" y="2506508"/>
                <a:ext cx="130500" cy="130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 name="Google Shape;52;p2"/>
              <p:cNvSpPr/>
              <p:nvPr/>
            </p:nvSpPr>
            <p:spPr>
              <a:xfrm rot="10800000">
                <a:off x="1455496" y="369115"/>
                <a:ext cx="130500" cy="130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3" name="Google Shape;53;p2"/>
              <p:cNvSpPr/>
              <p:nvPr/>
            </p:nvSpPr>
            <p:spPr>
              <a:xfrm rot="10800000">
                <a:off x="-817341" y="534290"/>
                <a:ext cx="96300" cy="96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4" name="Google Shape;54;p2"/>
              <p:cNvCxnSpPr>
                <a:stCxn id="50" idx="5"/>
                <a:endCxn id="49" idx="1"/>
              </p:cNvCxnSpPr>
              <p:nvPr/>
            </p:nvCxnSpPr>
            <p:spPr>
              <a:xfrm rot="10800000">
                <a:off x="486193" y="773886"/>
                <a:ext cx="630300" cy="458100"/>
              </a:xfrm>
              <a:prstGeom prst="straightConnector1">
                <a:avLst/>
              </a:prstGeom>
              <a:noFill/>
              <a:ln cap="flat" cmpd="sng" w="9525">
                <a:solidFill>
                  <a:schemeClr val="dk2"/>
                </a:solidFill>
                <a:prstDash val="solid"/>
                <a:round/>
                <a:headEnd len="med" w="med" type="none"/>
                <a:tailEnd len="med" w="med" type="none"/>
              </a:ln>
            </p:spPr>
          </p:cxnSp>
          <p:cxnSp>
            <p:nvCxnSpPr>
              <p:cNvPr id="55" name="Google Shape;55;p2"/>
              <p:cNvCxnSpPr>
                <a:stCxn id="51" idx="4"/>
                <a:endCxn id="49" idx="0"/>
              </p:cNvCxnSpPr>
              <p:nvPr/>
            </p:nvCxnSpPr>
            <p:spPr>
              <a:xfrm flipH="1" rot="10800000">
                <a:off x="354078" y="792908"/>
                <a:ext cx="86100" cy="1713600"/>
              </a:xfrm>
              <a:prstGeom prst="straightConnector1">
                <a:avLst/>
              </a:prstGeom>
              <a:noFill/>
              <a:ln cap="flat" cmpd="sng" w="9525">
                <a:solidFill>
                  <a:schemeClr val="dk2"/>
                </a:solidFill>
                <a:prstDash val="solid"/>
                <a:round/>
                <a:headEnd len="med" w="med" type="none"/>
                <a:tailEnd len="med" w="med" type="none"/>
              </a:ln>
            </p:spPr>
          </p:cxnSp>
          <p:cxnSp>
            <p:nvCxnSpPr>
              <p:cNvPr id="56" name="Google Shape;56;p2"/>
              <p:cNvCxnSpPr>
                <a:stCxn id="46" idx="6"/>
                <a:endCxn id="50" idx="3"/>
              </p:cNvCxnSpPr>
              <p:nvPr/>
            </p:nvCxnSpPr>
            <p:spPr>
              <a:xfrm flipH="1">
                <a:off x="1184598" y="420121"/>
                <a:ext cx="1856400" cy="811800"/>
              </a:xfrm>
              <a:prstGeom prst="straightConnector1">
                <a:avLst/>
              </a:prstGeom>
              <a:noFill/>
              <a:ln cap="flat" cmpd="sng" w="9525">
                <a:solidFill>
                  <a:schemeClr val="dk2"/>
                </a:solidFill>
                <a:prstDash val="solid"/>
                <a:round/>
                <a:headEnd len="med" w="med" type="none"/>
                <a:tailEnd len="med" w="med" type="none"/>
              </a:ln>
            </p:spPr>
          </p:cxnSp>
          <p:cxnSp>
            <p:nvCxnSpPr>
              <p:cNvPr id="57" name="Google Shape;57;p2"/>
              <p:cNvCxnSpPr>
                <a:stCxn id="50" idx="7"/>
                <a:endCxn id="51" idx="2"/>
              </p:cNvCxnSpPr>
              <p:nvPr/>
            </p:nvCxnSpPr>
            <p:spPr>
              <a:xfrm flipH="1">
                <a:off x="419293" y="1300080"/>
                <a:ext cx="697200" cy="1271700"/>
              </a:xfrm>
              <a:prstGeom prst="straightConnector1">
                <a:avLst/>
              </a:prstGeom>
              <a:noFill/>
              <a:ln cap="flat" cmpd="sng" w="9525">
                <a:solidFill>
                  <a:schemeClr val="dk2"/>
                </a:solidFill>
                <a:prstDash val="solid"/>
                <a:round/>
                <a:headEnd len="med" w="med" type="none"/>
                <a:tailEnd len="med" w="med" type="none"/>
              </a:ln>
            </p:spPr>
          </p:cxnSp>
          <p:cxnSp>
            <p:nvCxnSpPr>
              <p:cNvPr id="58" name="Google Shape;58;p2"/>
              <p:cNvCxnSpPr>
                <a:stCxn id="51" idx="6"/>
                <a:endCxn id="47" idx="1"/>
              </p:cNvCxnSpPr>
              <p:nvPr/>
            </p:nvCxnSpPr>
            <p:spPr>
              <a:xfrm rot="10800000">
                <a:off x="-384372" y="1715858"/>
                <a:ext cx="673200" cy="855900"/>
              </a:xfrm>
              <a:prstGeom prst="straightConnector1">
                <a:avLst/>
              </a:prstGeom>
              <a:noFill/>
              <a:ln cap="flat" cmpd="sng" w="9525">
                <a:solidFill>
                  <a:schemeClr val="dk2"/>
                </a:solidFill>
                <a:prstDash val="solid"/>
                <a:round/>
                <a:headEnd len="med" w="med" type="none"/>
                <a:tailEnd len="med" w="med" type="none"/>
              </a:ln>
            </p:spPr>
          </p:cxnSp>
          <p:cxnSp>
            <p:nvCxnSpPr>
              <p:cNvPr id="59" name="Google Shape;59;p2"/>
              <p:cNvCxnSpPr>
                <a:stCxn id="49" idx="7"/>
                <a:endCxn id="47" idx="3"/>
              </p:cNvCxnSpPr>
              <p:nvPr/>
            </p:nvCxnSpPr>
            <p:spPr>
              <a:xfrm flipH="1">
                <a:off x="-384486" y="773825"/>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60" name="Google Shape;60;p2"/>
              <p:cNvCxnSpPr>
                <a:stCxn id="46" idx="6"/>
                <a:endCxn id="52" idx="1"/>
              </p:cNvCxnSpPr>
              <p:nvPr/>
            </p:nvCxnSpPr>
            <p:spPr>
              <a:xfrm flipH="1">
                <a:off x="1566798" y="420121"/>
                <a:ext cx="1474200" cy="60300"/>
              </a:xfrm>
              <a:prstGeom prst="straightConnector1">
                <a:avLst/>
              </a:prstGeom>
              <a:noFill/>
              <a:ln cap="flat" cmpd="sng" w="9525">
                <a:solidFill>
                  <a:schemeClr val="dk2"/>
                </a:solidFill>
                <a:prstDash val="solid"/>
                <a:round/>
                <a:headEnd len="med" w="med" type="none"/>
                <a:tailEnd len="med" w="med" type="none"/>
              </a:ln>
            </p:spPr>
          </p:cxnSp>
          <p:cxnSp>
            <p:nvCxnSpPr>
              <p:cNvPr id="61" name="Google Shape;61;p2"/>
              <p:cNvCxnSpPr>
                <a:stCxn id="52" idx="7"/>
                <a:endCxn id="49" idx="2"/>
              </p:cNvCxnSpPr>
              <p:nvPr/>
            </p:nvCxnSpPr>
            <p:spPr>
              <a:xfrm flipH="1">
                <a:off x="505308" y="480503"/>
                <a:ext cx="969300" cy="247200"/>
              </a:xfrm>
              <a:prstGeom prst="straightConnector1">
                <a:avLst/>
              </a:prstGeom>
              <a:noFill/>
              <a:ln cap="flat" cmpd="sng" w="9525">
                <a:solidFill>
                  <a:schemeClr val="dk2"/>
                </a:solidFill>
                <a:prstDash val="solid"/>
                <a:round/>
                <a:headEnd len="med" w="med" type="none"/>
                <a:tailEnd len="med" w="med" type="none"/>
              </a:ln>
            </p:spPr>
          </p:cxnSp>
          <p:cxnSp>
            <p:nvCxnSpPr>
              <p:cNvPr id="62" name="Google Shape;62;p2"/>
              <p:cNvCxnSpPr>
                <a:stCxn id="52" idx="5"/>
                <a:endCxn id="48" idx="2"/>
              </p:cNvCxnSpPr>
              <p:nvPr/>
            </p:nvCxnSpPr>
            <p:spPr>
              <a:xfrm rot="10800000">
                <a:off x="343008" y="-386074"/>
                <a:ext cx="1131600" cy="774300"/>
              </a:xfrm>
              <a:prstGeom prst="straightConnector1">
                <a:avLst/>
              </a:prstGeom>
              <a:noFill/>
              <a:ln cap="flat" cmpd="sng" w="9525">
                <a:solidFill>
                  <a:schemeClr val="dk2"/>
                </a:solidFill>
                <a:prstDash val="solid"/>
                <a:round/>
                <a:headEnd len="med" w="med" type="none"/>
                <a:tailEnd len="med" w="med" type="none"/>
              </a:ln>
            </p:spPr>
          </p:cxnSp>
          <p:cxnSp>
            <p:nvCxnSpPr>
              <p:cNvPr id="63" name="Google Shape;63;p2"/>
              <p:cNvCxnSpPr>
                <a:stCxn id="48" idx="0"/>
                <a:endCxn id="49" idx="5"/>
              </p:cNvCxnSpPr>
              <p:nvPr/>
            </p:nvCxnSpPr>
            <p:spPr>
              <a:xfrm>
                <a:off x="142294" y="-185260"/>
                <a:ext cx="251700" cy="866700"/>
              </a:xfrm>
              <a:prstGeom prst="straightConnector1">
                <a:avLst/>
              </a:prstGeom>
              <a:noFill/>
              <a:ln cap="flat" cmpd="sng" w="9525">
                <a:solidFill>
                  <a:schemeClr val="dk2"/>
                </a:solidFill>
                <a:prstDash val="solid"/>
                <a:round/>
                <a:headEnd len="med" w="med" type="none"/>
                <a:tailEnd len="med" w="med" type="none"/>
              </a:ln>
            </p:spPr>
          </p:cxnSp>
          <p:cxnSp>
            <p:nvCxnSpPr>
              <p:cNvPr id="64" name="Google Shape;64;p2"/>
              <p:cNvCxnSpPr>
                <a:stCxn id="48" idx="7"/>
                <a:endCxn id="53" idx="3"/>
              </p:cNvCxnSpPr>
              <p:nvPr/>
            </p:nvCxnSpPr>
            <p:spPr>
              <a:xfrm flipH="1">
                <a:off x="-735222" y="-244043"/>
                <a:ext cx="735600" cy="792300"/>
              </a:xfrm>
              <a:prstGeom prst="straightConnector1">
                <a:avLst/>
              </a:prstGeom>
              <a:noFill/>
              <a:ln cap="flat" cmpd="sng" w="9525">
                <a:solidFill>
                  <a:schemeClr val="dk2"/>
                </a:solidFill>
                <a:prstDash val="solid"/>
                <a:round/>
                <a:headEnd len="med" w="med" type="none"/>
                <a:tailEnd len="med" w="med" type="none"/>
              </a:ln>
            </p:spPr>
          </p:cxnSp>
          <p:cxnSp>
            <p:nvCxnSpPr>
              <p:cNvPr id="65" name="Google Shape;65;p2"/>
              <p:cNvCxnSpPr>
                <a:stCxn id="49" idx="6"/>
                <a:endCxn id="53" idx="2"/>
              </p:cNvCxnSpPr>
              <p:nvPr/>
            </p:nvCxnSpPr>
            <p:spPr>
              <a:xfrm rot="10800000">
                <a:off x="-720997" y="582487"/>
                <a:ext cx="1095900" cy="145200"/>
              </a:xfrm>
              <a:prstGeom prst="straightConnector1">
                <a:avLst/>
              </a:prstGeom>
              <a:noFill/>
              <a:ln cap="flat" cmpd="sng" w="9525">
                <a:solidFill>
                  <a:schemeClr val="dk2"/>
                </a:solidFill>
                <a:prstDash val="solid"/>
                <a:round/>
                <a:headEnd len="med" w="med" type="none"/>
                <a:tailEnd len="med" w="med" type="none"/>
              </a:ln>
            </p:spPr>
          </p:cxnSp>
          <p:cxnSp>
            <p:nvCxnSpPr>
              <p:cNvPr id="66" name="Google Shape;66;p2"/>
              <p:cNvCxnSpPr>
                <a:stCxn id="53" idx="0"/>
                <a:endCxn id="47" idx="5"/>
              </p:cNvCxnSpPr>
              <p:nvPr/>
            </p:nvCxnSpPr>
            <p:spPr>
              <a:xfrm>
                <a:off x="-769191" y="630590"/>
                <a:ext cx="247200" cy="947700"/>
              </a:xfrm>
              <a:prstGeom prst="straightConnector1">
                <a:avLst/>
              </a:prstGeom>
              <a:noFill/>
              <a:ln cap="flat" cmpd="sng" w="9525">
                <a:solidFill>
                  <a:schemeClr val="dk2"/>
                </a:solidFill>
                <a:prstDash val="solid"/>
                <a:round/>
                <a:headEnd len="med" w="med" type="none"/>
                <a:tailEnd len="med" w="med" type="none"/>
              </a:ln>
            </p:spPr>
          </p:cxnSp>
          <p:cxnSp>
            <p:nvCxnSpPr>
              <p:cNvPr id="67" name="Google Shape;67;p2"/>
              <p:cNvCxnSpPr>
                <a:stCxn id="51" idx="5"/>
                <a:endCxn id="53" idx="1"/>
              </p:cNvCxnSpPr>
              <p:nvPr/>
            </p:nvCxnSpPr>
            <p:spPr>
              <a:xfrm rot="10800000">
                <a:off x="-735161" y="616419"/>
                <a:ext cx="1043100" cy="1909200"/>
              </a:xfrm>
              <a:prstGeom prst="straightConnector1">
                <a:avLst/>
              </a:prstGeom>
              <a:noFill/>
              <a:ln cap="flat" cmpd="sng" w="9525">
                <a:solidFill>
                  <a:schemeClr val="dk2"/>
                </a:solidFill>
                <a:prstDash val="solid"/>
                <a:round/>
                <a:headEnd len="med" w="med" type="none"/>
                <a:tailEnd len="med" w="med" type="none"/>
              </a:ln>
            </p:spPr>
          </p:cxnSp>
          <p:cxnSp>
            <p:nvCxnSpPr>
              <p:cNvPr id="68" name="Google Shape;68;p2"/>
              <p:cNvCxnSpPr>
                <a:stCxn id="50" idx="6"/>
                <a:endCxn id="53" idx="1"/>
              </p:cNvCxnSpPr>
              <p:nvPr/>
            </p:nvCxnSpPr>
            <p:spPr>
              <a:xfrm rot="10800000">
                <a:off x="-735110" y="616533"/>
                <a:ext cx="1837500" cy="649500"/>
              </a:xfrm>
              <a:prstGeom prst="straightConnector1">
                <a:avLst/>
              </a:prstGeom>
              <a:noFill/>
              <a:ln cap="flat" cmpd="sng" w="9525">
                <a:solidFill>
                  <a:schemeClr val="dk2"/>
                </a:solidFill>
                <a:prstDash val="solid"/>
                <a:round/>
                <a:headEnd len="med" w="med" type="none"/>
                <a:tailEnd len="med" w="med" type="none"/>
              </a:ln>
            </p:spPr>
          </p:cxnSp>
          <p:cxnSp>
            <p:nvCxnSpPr>
              <p:cNvPr id="69" name="Google Shape;69;p2"/>
              <p:cNvCxnSpPr>
                <a:stCxn id="50" idx="4"/>
                <a:endCxn id="48" idx="1"/>
              </p:cNvCxnSpPr>
              <p:nvPr/>
            </p:nvCxnSpPr>
            <p:spPr>
              <a:xfrm rot="10800000">
                <a:off x="284140" y="-244017"/>
                <a:ext cx="866400" cy="1461900"/>
              </a:xfrm>
              <a:prstGeom prst="straightConnector1">
                <a:avLst/>
              </a:prstGeom>
              <a:noFill/>
              <a:ln cap="flat" cmpd="sng" w="9525">
                <a:solidFill>
                  <a:schemeClr val="dk2"/>
                </a:solidFill>
                <a:prstDash val="solid"/>
                <a:round/>
                <a:headEnd len="med" w="med" type="none"/>
                <a:tailEnd len="med" w="med" type="none"/>
              </a:ln>
            </p:spPr>
          </p:cxnSp>
          <p:cxnSp>
            <p:nvCxnSpPr>
              <p:cNvPr id="70" name="Google Shape;70;p2"/>
              <p:cNvCxnSpPr>
                <a:stCxn id="47" idx="4"/>
                <a:endCxn id="48" idx="7"/>
              </p:cNvCxnSpPr>
              <p:nvPr/>
            </p:nvCxnSpPr>
            <p:spPr>
              <a:xfrm flipH="1" rot="10800000">
                <a:off x="-453249" y="-244140"/>
                <a:ext cx="453600" cy="1794000"/>
              </a:xfrm>
              <a:prstGeom prst="straightConnector1">
                <a:avLst/>
              </a:prstGeom>
              <a:noFill/>
              <a:ln cap="flat" cmpd="sng" w="9525">
                <a:solidFill>
                  <a:schemeClr val="dk2"/>
                </a:solidFill>
                <a:prstDash val="solid"/>
                <a:round/>
                <a:headEnd len="med" w="med" type="none"/>
                <a:tailEnd len="med" w="med" type="none"/>
              </a:ln>
            </p:spPr>
          </p:cxnSp>
          <p:cxnSp>
            <p:nvCxnSpPr>
              <p:cNvPr id="71" name="Google Shape;71;p2"/>
              <p:cNvCxnSpPr>
                <a:stCxn id="46" idx="6"/>
                <a:endCxn id="48" idx="1"/>
              </p:cNvCxnSpPr>
              <p:nvPr/>
            </p:nvCxnSpPr>
            <p:spPr>
              <a:xfrm rot="10800000">
                <a:off x="284298" y="-244079"/>
                <a:ext cx="2756700" cy="664200"/>
              </a:xfrm>
              <a:prstGeom prst="straightConnector1">
                <a:avLst/>
              </a:prstGeom>
              <a:noFill/>
              <a:ln cap="flat" cmpd="sng" w="9525">
                <a:solidFill>
                  <a:schemeClr val="dk2"/>
                </a:solidFill>
                <a:prstDash val="solid"/>
                <a:round/>
                <a:headEnd len="med" w="med" type="none"/>
                <a:tailEnd len="med" w="med" type="none"/>
              </a:ln>
            </p:spPr>
          </p:cxnSp>
          <p:sp>
            <p:nvSpPr>
              <p:cNvPr id="72" name="Google Shape;72;p2"/>
              <p:cNvSpPr/>
              <p:nvPr/>
            </p:nvSpPr>
            <p:spPr>
              <a:xfrm rot="10800000">
                <a:off x="-769166" y="-840100"/>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3" name="Google Shape;73;p2"/>
              <p:cNvCxnSpPr>
                <a:stCxn id="53" idx="4"/>
                <a:endCxn id="72" idx="7"/>
              </p:cNvCxnSpPr>
              <p:nvPr/>
            </p:nvCxnSpPr>
            <p:spPr>
              <a:xfrm flipH="1" rot="10800000">
                <a:off x="-769191" y="-728710"/>
                <a:ext cx="19200" cy="1263000"/>
              </a:xfrm>
              <a:prstGeom prst="straightConnector1">
                <a:avLst/>
              </a:prstGeom>
              <a:noFill/>
              <a:ln cap="flat" cmpd="sng" w="9525">
                <a:solidFill>
                  <a:schemeClr val="dk2"/>
                </a:solidFill>
                <a:prstDash val="solid"/>
                <a:round/>
                <a:headEnd len="med" w="med" type="none"/>
                <a:tailEnd len="med" w="med" type="none"/>
              </a:ln>
            </p:spPr>
          </p:cxnSp>
          <p:cxnSp>
            <p:nvCxnSpPr>
              <p:cNvPr id="74" name="Google Shape;74;p2"/>
              <p:cNvCxnSpPr>
                <a:stCxn id="72" idx="2"/>
                <a:endCxn id="48" idx="5"/>
              </p:cNvCxnSpPr>
              <p:nvPr/>
            </p:nvCxnSpPr>
            <p:spPr>
              <a:xfrm>
                <a:off x="-638666" y="-774850"/>
                <a:ext cx="639000" cy="246900"/>
              </a:xfrm>
              <a:prstGeom prst="straightConnector1">
                <a:avLst/>
              </a:prstGeom>
              <a:noFill/>
              <a:ln cap="flat" cmpd="sng" w="9525">
                <a:solidFill>
                  <a:schemeClr val="dk2"/>
                </a:solidFill>
                <a:prstDash val="solid"/>
                <a:round/>
                <a:headEnd len="med" w="med" type="none"/>
                <a:tailEnd len="med" w="med" type="none"/>
              </a:ln>
            </p:spPr>
          </p:cxnSp>
          <p:cxnSp>
            <p:nvCxnSpPr>
              <p:cNvPr id="75" name="Google Shape;75;p2"/>
              <p:cNvCxnSpPr>
                <a:stCxn id="72" idx="0"/>
                <a:endCxn id="47" idx="4"/>
              </p:cNvCxnSpPr>
              <p:nvPr/>
            </p:nvCxnSpPr>
            <p:spPr>
              <a:xfrm>
                <a:off x="-703916" y="-709600"/>
                <a:ext cx="250800" cy="2259600"/>
              </a:xfrm>
              <a:prstGeom prst="straightConnector1">
                <a:avLst/>
              </a:prstGeom>
              <a:noFill/>
              <a:ln cap="flat" cmpd="sng" w="9525">
                <a:solidFill>
                  <a:schemeClr val="dk2"/>
                </a:solidFill>
                <a:prstDash val="solid"/>
                <a:round/>
                <a:headEnd len="med" w="med" type="none"/>
                <a:tailEnd len="med" w="med" type="none"/>
              </a:ln>
            </p:spPr>
          </p:cxnSp>
          <p:cxnSp>
            <p:nvCxnSpPr>
              <p:cNvPr id="76" name="Google Shape;76;p2"/>
              <p:cNvCxnSpPr>
                <a:stCxn id="72" idx="1"/>
                <a:endCxn id="49" idx="5"/>
              </p:cNvCxnSpPr>
              <p:nvPr/>
            </p:nvCxnSpPr>
            <p:spPr>
              <a:xfrm>
                <a:off x="-657777" y="-728711"/>
                <a:ext cx="1051800" cy="1410300"/>
              </a:xfrm>
              <a:prstGeom prst="straightConnector1">
                <a:avLst/>
              </a:prstGeom>
              <a:noFill/>
              <a:ln cap="flat" cmpd="sng" w="9525">
                <a:solidFill>
                  <a:schemeClr val="dk2"/>
                </a:solidFill>
                <a:prstDash val="solid"/>
                <a:round/>
                <a:headEnd len="med" w="med" type="none"/>
                <a:tailEnd len="med" w="med" type="none"/>
              </a:ln>
            </p:spPr>
          </p:cxnSp>
          <p:sp>
            <p:nvSpPr>
              <p:cNvPr id="77" name="Google Shape;77;p2"/>
              <p:cNvSpPr/>
              <p:nvPr/>
            </p:nvSpPr>
            <p:spPr>
              <a:xfrm rot="10800000">
                <a:off x="374866" y="-872068"/>
                <a:ext cx="194400" cy="194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8" name="Google Shape;78;p2"/>
              <p:cNvCxnSpPr>
                <a:stCxn id="72" idx="2"/>
                <a:endCxn id="77" idx="6"/>
              </p:cNvCxnSpPr>
              <p:nvPr/>
            </p:nvCxnSpPr>
            <p:spPr>
              <a:xfrm>
                <a:off x="-638666" y="-774850"/>
                <a:ext cx="1013400" cy="0"/>
              </a:xfrm>
              <a:prstGeom prst="straightConnector1">
                <a:avLst/>
              </a:prstGeom>
              <a:noFill/>
              <a:ln cap="flat" cmpd="sng" w="9525">
                <a:solidFill>
                  <a:schemeClr val="dk2"/>
                </a:solidFill>
                <a:prstDash val="solid"/>
                <a:round/>
                <a:headEnd len="med" w="med" type="none"/>
                <a:tailEnd len="med" w="med" type="none"/>
              </a:ln>
            </p:spPr>
          </p:cxnSp>
          <p:cxnSp>
            <p:nvCxnSpPr>
              <p:cNvPr id="79" name="Google Shape;79;p2"/>
              <p:cNvCxnSpPr>
                <a:stCxn id="77" idx="1"/>
                <a:endCxn id="52" idx="5"/>
              </p:cNvCxnSpPr>
              <p:nvPr/>
            </p:nvCxnSpPr>
            <p:spPr>
              <a:xfrm>
                <a:off x="540797" y="-706138"/>
                <a:ext cx="933900" cy="10944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3"/>
          <p:cNvSpPr txBox="1"/>
          <p:nvPr>
            <p:ph type="title"/>
          </p:nvPr>
        </p:nvSpPr>
        <p:spPr>
          <a:xfrm>
            <a:off x="1463100" y="2046250"/>
            <a:ext cx="6217800" cy="16764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2" name="Google Shape;82;p3"/>
          <p:cNvSpPr txBox="1"/>
          <p:nvPr>
            <p:ph hasCustomPrompt="1" idx="2" type="title"/>
          </p:nvPr>
        </p:nvSpPr>
        <p:spPr>
          <a:xfrm>
            <a:off x="3745950" y="809625"/>
            <a:ext cx="1652100" cy="112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8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3" name="Google Shape;83;p3"/>
          <p:cNvSpPr txBox="1"/>
          <p:nvPr>
            <p:ph idx="1" type="subTitle"/>
          </p:nvPr>
        </p:nvSpPr>
        <p:spPr>
          <a:xfrm>
            <a:off x="1463100" y="3797250"/>
            <a:ext cx="6217800" cy="430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84" name="Google Shape;84;p3"/>
          <p:cNvGrpSpPr/>
          <p:nvPr/>
        </p:nvGrpSpPr>
        <p:grpSpPr>
          <a:xfrm>
            <a:off x="-1196147" y="-548842"/>
            <a:ext cx="13880920" cy="6874700"/>
            <a:chOff x="-1196147" y="-548842"/>
            <a:chExt cx="13880920" cy="6874700"/>
          </a:xfrm>
        </p:grpSpPr>
        <p:grpSp>
          <p:nvGrpSpPr>
            <p:cNvPr id="85" name="Google Shape;85;p3"/>
            <p:cNvGrpSpPr/>
            <p:nvPr/>
          </p:nvGrpSpPr>
          <p:grpSpPr>
            <a:xfrm>
              <a:off x="-1196147" y="-548842"/>
              <a:ext cx="3657841" cy="4417628"/>
              <a:chOff x="-1196147" y="-548842"/>
              <a:chExt cx="3657841" cy="4417628"/>
            </a:xfrm>
          </p:grpSpPr>
          <p:sp>
            <p:nvSpPr>
              <p:cNvPr id="86" name="Google Shape;86;p3"/>
              <p:cNvSpPr/>
              <p:nvPr/>
            </p:nvSpPr>
            <p:spPr>
              <a:xfrm rot="10359365">
                <a:off x="2255245" y="146021"/>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7" name="Google Shape;87;p3"/>
              <p:cNvSpPr/>
              <p:nvPr/>
            </p:nvSpPr>
            <p:spPr>
              <a:xfrm rot="10359365">
                <a:off x="-841304" y="2200605"/>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8" name="Google Shape;88;p3"/>
              <p:cNvSpPr/>
              <p:nvPr/>
            </p:nvSpPr>
            <p:spPr>
              <a:xfrm rot="10361981">
                <a:off x="352993" y="-214656"/>
                <a:ext cx="401353" cy="40135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 name="Google Shape;89;p3"/>
              <p:cNvSpPr/>
              <p:nvPr/>
            </p:nvSpPr>
            <p:spPr>
              <a:xfrm rot="10355821">
                <a:off x="274120" y="560515"/>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0" name="Google Shape;90;p3"/>
              <p:cNvSpPr/>
              <p:nvPr/>
            </p:nvSpPr>
            <p:spPr>
              <a:xfrm rot="10360416">
                <a:off x="1106270" y="873580"/>
                <a:ext cx="254074" cy="25407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1" name="Google Shape;91;p3"/>
              <p:cNvSpPr/>
              <p:nvPr/>
            </p:nvSpPr>
            <p:spPr>
              <a:xfrm rot="10355821">
                <a:off x="424057" y="2400495"/>
                <a:ext cx="130387" cy="1303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2" name="Google Shape;92;p3"/>
              <p:cNvSpPr/>
              <p:nvPr/>
            </p:nvSpPr>
            <p:spPr>
              <a:xfrm rot="9969336">
                <a:off x="1746927" y="9840"/>
                <a:ext cx="130388" cy="13038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 name="Google Shape;93;p3"/>
              <p:cNvSpPr/>
              <p:nvPr/>
            </p:nvSpPr>
            <p:spPr>
              <a:xfrm rot="10360567">
                <a:off x="-737089" y="906043"/>
                <a:ext cx="96487" cy="964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4" name="Google Shape;94;p3"/>
              <p:cNvCxnSpPr>
                <a:stCxn id="90" idx="5"/>
                <a:endCxn id="89" idx="1"/>
              </p:cNvCxnSpPr>
              <p:nvPr/>
            </p:nvCxnSpPr>
            <p:spPr>
              <a:xfrm rot="10800000">
                <a:off x="390857" y="665576"/>
                <a:ext cx="741900" cy="257400"/>
              </a:xfrm>
              <a:prstGeom prst="straightConnector1">
                <a:avLst/>
              </a:prstGeom>
              <a:noFill/>
              <a:ln cap="flat" cmpd="sng" w="9525">
                <a:solidFill>
                  <a:schemeClr val="dk2"/>
                </a:solidFill>
                <a:prstDash val="solid"/>
                <a:round/>
                <a:headEnd len="med" w="med" type="none"/>
                <a:tailEnd len="med" w="med" type="none"/>
              </a:ln>
            </p:spPr>
          </p:cxnSp>
          <p:cxnSp>
            <p:nvCxnSpPr>
              <p:cNvPr id="95" name="Google Shape;95;p3"/>
              <p:cNvCxnSpPr>
                <a:stCxn id="91" idx="4"/>
                <a:endCxn id="89" idx="0"/>
              </p:cNvCxnSpPr>
              <p:nvPr/>
            </p:nvCxnSpPr>
            <p:spPr>
              <a:xfrm rot="10800000">
                <a:off x="347650" y="690439"/>
                <a:ext cx="133200" cy="1710600"/>
              </a:xfrm>
              <a:prstGeom prst="straightConnector1">
                <a:avLst/>
              </a:prstGeom>
              <a:noFill/>
              <a:ln cap="flat" cmpd="sng" w="9525">
                <a:solidFill>
                  <a:schemeClr val="dk2"/>
                </a:solidFill>
                <a:prstDash val="solid"/>
                <a:round/>
                <a:headEnd len="med" w="med" type="none"/>
                <a:tailEnd len="med" w="med" type="none"/>
              </a:ln>
            </p:spPr>
          </p:cxnSp>
          <p:cxnSp>
            <p:nvCxnSpPr>
              <p:cNvPr id="96" name="Google Shape;96;p3"/>
              <p:cNvCxnSpPr>
                <a:stCxn id="86" idx="6"/>
                <a:endCxn id="90" idx="3"/>
              </p:cNvCxnSpPr>
              <p:nvPr/>
            </p:nvCxnSpPr>
            <p:spPr>
              <a:xfrm flipH="1">
                <a:off x="1311044" y="255870"/>
                <a:ext cx="945000" cy="644100"/>
              </a:xfrm>
              <a:prstGeom prst="straightConnector1">
                <a:avLst/>
              </a:prstGeom>
              <a:noFill/>
              <a:ln cap="flat" cmpd="sng" w="9525">
                <a:solidFill>
                  <a:schemeClr val="dk2"/>
                </a:solidFill>
                <a:prstDash val="solid"/>
                <a:round/>
                <a:headEnd len="med" w="med" type="none"/>
                <a:tailEnd len="med" w="med" type="none"/>
              </a:ln>
            </p:spPr>
          </p:cxnSp>
          <p:cxnSp>
            <p:nvCxnSpPr>
              <p:cNvPr id="97" name="Google Shape;97;p3"/>
              <p:cNvCxnSpPr>
                <a:stCxn id="90" idx="7"/>
                <a:endCxn id="91" idx="2"/>
              </p:cNvCxnSpPr>
              <p:nvPr/>
            </p:nvCxnSpPr>
            <p:spPr>
              <a:xfrm flipH="1">
                <a:off x="553867" y="1101167"/>
                <a:ext cx="601800" cy="1356000"/>
              </a:xfrm>
              <a:prstGeom prst="straightConnector1">
                <a:avLst/>
              </a:prstGeom>
              <a:noFill/>
              <a:ln cap="flat" cmpd="sng" w="9525">
                <a:solidFill>
                  <a:schemeClr val="dk2"/>
                </a:solidFill>
                <a:prstDash val="solid"/>
                <a:round/>
                <a:headEnd len="med" w="med" type="none"/>
                <a:tailEnd len="med" w="med" type="none"/>
              </a:ln>
            </p:spPr>
          </p:cxnSp>
          <p:cxnSp>
            <p:nvCxnSpPr>
              <p:cNvPr id="98" name="Google Shape;98;p3"/>
              <p:cNvCxnSpPr>
                <a:stCxn id="91" idx="6"/>
                <a:endCxn id="87" idx="1"/>
              </p:cNvCxnSpPr>
              <p:nvPr/>
            </p:nvCxnSpPr>
            <p:spPr>
              <a:xfrm rot="10800000">
                <a:off x="-666800" y="2357389"/>
                <a:ext cx="1091400" cy="116700"/>
              </a:xfrm>
              <a:prstGeom prst="straightConnector1">
                <a:avLst/>
              </a:prstGeom>
              <a:noFill/>
              <a:ln cap="flat" cmpd="sng" w="9525">
                <a:solidFill>
                  <a:schemeClr val="dk2"/>
                </a:solidFill>
                <a:prstDash val="solid"/>
                <a:round/>
                <a:headEnd len="med" w="med" type="none"/>
                <a:tailEnd len="med" w="med" type="none"/>
              </a:ln>
            </p:spPr>
          </p:cxnSp>
          <p:cxnSp>
            <p:nvCxnSpPr>
              <p:cNvPr id="99" name="Google Shape;99;p3"/>
              <p:cNvCxnSpPr>
                <a:stCxn id="89" idx="7"/>
                <a:endCxn id="87" idx="3"/>
              </p:cNvCxnSpPr>
              <p:nvPr/>
            </p:nvCxnSpPr>
            <p:spPr>
              <a:xfrm flipH="1">
                <a:off x="-684462" y="677363"/>
                <a:ext cx="984000" cy="1543500"/>
              </a:xfrm>
              <a:prstGeom prst="straightConnector1">
                <a:avLst/>
              </a:prstGeom>
              <a:noFill/>
              <a:ln cap="flat" cmpd="sng" w="9525">
                <a:solidFill>
                  <a:schemeClr val="dk2"/>
                </a:solidFill>
                <a:prstDash val="solid"/>
                <a:round/>
                <a:headEnd len="med" w="med" type="none"/>
                <a:tailEnd len="med" w="med" type="none"/>
              </a:ln>
            </p:spPr>
          </p:cxnSp>
          <p:cxnSp>
            <p:nvCxnSpPr>
              <p:cNvPr id="100" name="Google Shape;100;p3"/>
              <p:cNvCxnSpPr>
                <a:stCxn id="86" idx="6"/>
                <a:endCxn id="92" idx="1"/>
              </p:cNvCxnSpPr>
              <p:nvPr/>
            </p:nvCxnSpPr>
            <p:spPr>
              <a:xfrm rot="10800000">
                <a:off x="1867844" y="108870"/>
                <a:ext cx="388200" cy="147000"/>
              </a:xfrm>
              <a:prstGeom prst="straightConnector1">
                <a:avLst/>
              </a:prstGeom>
              <a:noFill/>
              <a:ln cap="flat" cmpd="sng" w="9525">
                <a:solidFill>
                  <a:schemeClr val="dk2"/>
                </a:solidFill>
                <a:prstDash val="solid"/>
                <a:round/>
                <a:headEnd len="med" w="med" type="none"/>
                <a:tailEnd len="med" w="med" type="none"/>
              </a:ln>
            </p:spPr>
          </p:cxnSp>
          <p:cxnSp>
            <p:nvCxnSpPr>
              <p:cNvPr id="101" name="Google Shape;101;p3"/>
              <p:cNvCxnSpPr>
                <a:stCxn id="92" idx="6"/>
                <a:endCxn id="89" idx="2"/>
              </p:cNvCxnSpPr>
              <p:nvPr/>
            </p:nvCxnSpPr>
            <p:spPr>
              <a:xfrm flipH="1">
                <a:off x="403921" y="90634"/>
                <a:ext cx="1344900" cy="526800"/>
              </a:xfrm>
              <a:prstGeom prst="straightConnector1">
                <a:avLst/>
              </a:prstGeom>
              <a:noFill/>
              <a:ln cap="flat" cmpd="sng" w="9525">
                <a:solidFill>
                  <a:schemeClr val="dk2"/>
                </a:solidFill>
                <a:prstDash val="solid"/>
                <a:round/>
                <a:headEnd len="med" w="med" type="none"/>
                <a:tailEnd len="med" w="med" type="none"/>
              </a:ln>
            </p:spPr>
          </p:cxnSp>
          <p:cxnSp>
            <p:nvCxnSpPr>
              <p:cNvPr id="102" name="Google Shape;102;p3"/>
              <p:cNvCxnSpPr>
                <a:stCxn id="92" idx="6"/>
                <a:endCxn id="88" idx="1"/>
              </p:cNvCxnSpPr>
              <p:nvPr/>
            </p:nvCxnSpPr>
            <p:spPr>
              <a:xfrm flipH="1">
                <a:off x="712321" y="90634"/>
                <a:ext cx="1036500" cy="18000"/>
              </a:xfrm>
              <a:prstGeom prst="straightConnector1">
                <a:avLst/>
              </a:prstGeom>
              <a:noFill/>
              <a:ln cap="flat" cmpd="sng" w="9525">
                <a:solidFill>
                  <a:schemeClr val="dk2"/>
                </a:solidFill>
                <a:prstDash val="solid"/>
                <a:round/>
                <a:headEnd len="med" w="med" type="none"/>
                <a:tailEnd len="med" w="med" type="none"/>
              </a:ln>
            </p:spPr>
          </p:cxnSp>
          <p:cxnSp>
            <p:nvCxnSpPr>
              <p:cNvPr id="103" name="Google Shape;103;p3"/>
              <p:cNvCxnSpPr>
                <a:stCxn id="88" idx="7"/>
                <a:endCxn id="93" idx="3"/>
              </p:cNvCxnSpPr>
              <p:nvPr/>
            </p:nvCxnSpPr>
            <p:spPr>
              <a:xfrm flipH="1">
                <a:off x="-659248" y="144801"/>
                <a:ext cx="1090200" cy="771300"/>
              </a:xfrm>
              <a:prstGeom prst="straightConnector1">
                <a:avLst/>
              </a:prstGeom>
              <a:noFill/>
              <a:ln cap="flat" cmpd="sng" w="9525">
                <a:solidFill>
                  <a:schemeClr val="dk2"/>
                </a:solidFill>
                <a:prstDash val="solid"/>
                <a:round/>
                <a:headEnd len="med" w="med" type="none"/>
                <a:tailEnd len="med" w="med" type="none"/>
              </a:ln>
            </p:spPr>
          </p:cxnSp>
          <p:cxnSp>
            <p:nvCxnSpPr>
              <p:cNvPr id="104" name="Google Shape;104;p3"/>
              <p:cNvCxnSpPr>
                <a:stCxn id="89" idx="6"/>
                <a:endCxn id="93" idx="2"/>
              </p:cNvCxnSpPr>
              <p:nvPr/>
            </p:nvCxnSpPr>
            <p:spPr>
              <a:xfrm flipH="1">
                <a:off x="-640937" y="634109"/>
                <a:ext cx="915600" cy="314100"/>
              </a:xfrm>
              <a:prstGeom prst="straightConnector1">
                <a:avLst/>
              </a:prstGeom>
              <a:noFill/>
              <a:ln cap="flat" cmpd="sng" w="9525">
                <a:solidFill>
                  <a:schemeClr val="dk2"/>
                </a:solidFill>
                <a:prstDash val="solid"/>
                <a:round/>
                <a:headEnd len="med" w="med" type="none"/>
                <a:tailEnd len="med" w="med" type="none"/>
              </a:ln>
            </p:spPr>
          </p:cxnSp>
          <p:cxnSp>
            <p:nvCxnSpPr>
              <p:cNvPr id="105" name="Google Shape;105;p3"/>
              <p:cNvCxnSpPr>
                <a:stCxn id="93" idx="0"/>
                <a:endCxn id="87" idx="5"/>
              </p:cNvCxnSpPr>
              <p:nvPr/>
            </p:nvCxnSpPr>
            <p:spPr>
              <a:xfrm flipH="1">
                <a:off x="-820996" y="1002137"/>
                <a:ext cx="138300" cy="1236300"/>
              </a:xfrm>
              <a:prstGeom prst="straightConnector1">
                <a:avLst/>
              </a:prstGeom>
              <a:noFill/>
              <a:ln cap="flat" cmpd="sng" w="9525">
                <a:solidFill>
                  <a:schemeClr val="dk2"/>
                </a:solidFill>
                <a:prstDash val="solid"/>
                <a:round/>
                <a:headEnd len="med" w="med" type="none"/>
                <a:tailEnd len="med" w="med" type="none"/>
              </a:ln>
            </p:spPr>
          </p:cxnSp>
          <p:cxnSp>
            <p:nvCxnSpPr>
              <p:cNvPr id="106" name="Google Shape;106;p3"/>
              <p:cNvCxnSpPr>
                <a:stCxn id="91" idx="5"/>
                <a:endCxn id="93" idx="1"/>
              </p:cNvCxnSpPr>
              <p:nvPr/>
            </p:nvCxnSpPr>
            <p:spPr>
              <a:xfrm rot="10800000">
                <a:off x="-650804" y="983814"/>
                <a:ext cx="1088400" cy="1442100"/>
              </a:xfrm>
              <a:prstGeom prst="straightConnector1">
                <a:avLst/>
              </a:prstGeom>
              <a:noFill/>
              <a:ln cap="flat" cmpd="sng" w="9525">
                <a:solidFill>
                  <a:schemeClr val="dk2"/>
                </a:solidFill>
                <a:prstDash val="solid"/>
                <a:round/>
                <a:headEnd len="med" w="med" type="none"/>
                <a:tailEnd len="med" w="med" type="none"/>
              </a:ln>
            </p:spPr>
          </p:cxnSp>
          <p:cxnSp>
            <p:nvCxnSpPr>
              <p:cNvPr id="107" name="Google Shape;107;p3"/>
              <p:cNvCxnSpPr>
                <a:stCxn id="90" idx="6"/>
                <a:endCxn id="93" idx="1"/>
              </p:cNvCxnSpPr>
              <p:nvPr/>
            </p:nvCxnSpPr>
            <p:spPr>
              <a:xfrm rot="10800000">
                <a:off x="-650693" y="983817"/>
                <a:ext cx="1758000" cy="33000"/>
              </a:xfrm>
              <a:prstGeom prst="straightConnector1">
                <a:avLst/>
              </a:prstGeom>
              <a:noFill/>
              <a:ln cap="flat" cmpd="sng" w="9525">
                <a:solidFill>
                  <a:schemeClr val="dk2"/>
                </a:solidFill>
                <a:prstDash val="solid"/>
                <a:round/>
                <a:headEnd len="med" w="med" type="none"/>
                <a:tailEnd len="med" w="med" type="none"/>
              </a:ln>
            </p:spPr>
          </p:cxnSp>
          <p:cxnSp>
            <p:nvCxnSpPr>
              <p:cNvPr id="108" name="Google Shape;108;p3"/>
              <p:cNvCxnSpPr>
                <a:stCxn id="90" idx="4"/>
                <a:endCxn id="88" idx="1"/>
              </p:cNvCxnSpPr>
              <p:nvPr/>
            </p:nvCxnSpPr>
            <p:spPr>
              <a:xfrm rot="10800000">
                <a:off x="712507" y="108717"/>
                <a:ext cx="504600" cy="765900"/>
              </a:xfrm>
              <a:prstGeom prst="straightConnector1">
                <a:avLst/>
              </a:prstGeom>
              <a:noFill/>
              <a:ln cap="flat" cmpd="sng" w="9525">
                <a:solidFill>
                  <a:schemeClr val="dk2"/>
                </a:solidFill>
                <a:prstDash val="solid"/>
                <a:round/>
                <a:headEnd len="med" w="med" type="none"/>
                <a:tailEnd len="med" w="med" type="none"/>
              </a:ln>
            </p:spPr>
          </p:cxnSp>
          <p:sp>
            <p:nvSpPr>
              <p:cNvPr id="109" name="Google Shape;109;p3"/>
              <p:cNvSpPr/>
              <p:nvPr/>
            </p:nvSpPr>
            <p:spPr>
              <a:xfrm rot="10355821">
                <a:off x="-1188290" y="-540986"/>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0" name="Google Shape;110;p3"/>
              <p:cNvCxnSpPr>
                <a:stCxn id="93" idx="4"/>
                <a:endCxn id="109" idx="1"/>
              </p:cNvCxnSpPr>
              <p:nvPr/>
            </p:nvCxnSpPr>
            <p:spPr>
              <a:xfrm rot="10800000">
                <a:off x="-1071496" y="-436063"/>
                <a:ext cx="376500" cy="1342500"/>
              </a:xfrm>
              <a:prstGeom prst="straightConnector1">
                <a:avLst/>
              </a:prstGeom>
              <a:noFill/>
              <a:ln cap="flat" cmpd="sng" w="9525">
                <a:solidFill>
                  <a:schemeClr val="dk2"/>
                </a:solidFill>
                <a:prstDash val="solid"/>
                <a:round/>
                <a:headEnd len="med" w="med" type="none"/>
                <a:tailEnd len="med" w="med" type="none"/>
              </a:ln>
            </p:spPr>
          </p:cxnSp>
          <p:cxnSp>
            <p:nvCxnSpPr>
              <p:cNvPr id="111" name="Google Shape;111;p3"/>
              <p:cNvCxnSpPr>
                <a:stCxn id="109" idx="1"/>
                <a:endCxn id="88" idx="5"/>
              </p:cNvCxnSpPr>
              <p:nvPr/>
            </p:nvCxnSpPr>
            <p:spPr>
              <a:xfrm>
                <a:off x="-1071443" y="-436018"/>
                <a:ext cx="1466400" cy="299400"/>
              </a:xfrm>
              <a:prstGeom prst="straightConnector1">
                <a:avLst/>
              </a:prstGeom>
              <a:noFill/>
              <a:ln cap="flat" cmpd="sng" w="9525">
                <a:solidFill>
                  <a:schemeClr val="dk2"/>
                </a:solidFill>
                <a:prstDash val="solid"/>
                <a:round/>
                <a:headEnd len="med" w="med" type="none"/>
                <a:tailEnd len="med" w="med" type="none"/>
              </a:ln>
            </p:spPr>
          </p:cxnSp>
          <p:cxnSp>
            <p:nvCxnSpPr>
              <p:cNvPr id="112" name="Google Shape;112;p3"/>
              <p:cNvCxnSpPr>
                <a:stCxn id="109" idx="1"/>
                <a:endCxn id="89" idx="5"/>
              </p:cNvCxnSpPr>
              <p:nvPr/>
            </p:nvCxnSpPr>
            <p:spPr>
              <a:xfrm>
                <a:off x="-1071443" y="-436018"/>
                <a:ext cx="1359000" cy="1022100"/>
              </a:xfrm>
              <a:prstGeom prst="straightConnector1">
                <a:avLst/>
              </a:prstGeom>
              <a:noFill/>
              <a:ln cap="flat" cmpd="sng" w="9525">
                <a:solidFill>
                  <a:schemeClr val="dk2"/>
                </a:solidFill>
                <a:prstDash val="solid"/>
                <a:round/>
                <a:headEnd len="med" w="med" type="none"/>
                <a:tailEnd len="med" w="med" type="none"/>
              </a:ln>
            </p:spPr>
          </p:cxnSp>
          <p:sp>
            <p:nvSpPr>
              <p:cNvPr id="113" name="Google Shape;113;p3"/>
              <p:cNvSpPr/>
              <p:nvPr/>
            </p:nvSpPr>
            <p:spPr>
              <a:xfrm rot="10361165">
                <a:off x="-233691" y="3414341"/>
                <a:ext cx="428890" cy="42889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4" name="Google Shape;114;p3"/>
              <p:cNvCxnSpPr>
                <a:stCxn id="91" idx="0"/>
                <a:endCxn id="113" idx="3"/>
              </p:cNvCxnSpPr>
              <p:nvPr/>
            </p:nvCxnSpPr>
            <p:spPr>
              <a:xfrm flipH="1">
                <a:off x="111850" y="2530339"/>
                <a:ext cx="385800" cy="928800"/>
              </a:xfrm>
              <a:prstGeom prst="straightConnector1">
                <a:avLst/>
              </a:prstGeom>
              <a:noFill/>
              <a:ln cap="flat" cmpd="sng" w="9525">
                <a:solidFill>
                  <a:schemeClr val="dk2"/>
                </a:solidFill>
                <a:prstDash val="solid"/>
                <a:round/>
                <a:headEnd len="med" w="med" type="none"/>
                <a:tailEnd len="med" w="med" type="none"/>
              </a:ln>
            </p:spPr>
          </p:cxnSp>
          <p:cxnSp>
            <p:nvCxnSpPr>
              <p:cNvPr id="115" name="Google Shape;115;p3"/>
              <p:cNvCxnSpPr>
                <a:stCxn id="87" idx="0"/>
                <a:endCxn id="113" idx="5"/>
              </p:cNvCxnSpPr>
              <p:nvPr/>
            </p:nvCxnSpPr>
            <p:spPr>
              <a:xfrm>
                <a:off x="-731455" y="2394604"/>
                <a:ext cx="542400" cy="1103100"/>
              </a:xfrm>
              <a:prstGeom prst="straightConnector1">
                <a:avLst/>
              </a:prstGeom>
              <a:noFill/>
              <a:ln cap="flat" cmpd="sng" w="9525">
                <a:solidFill>
                  <a:schemeClr val="dk2"/>
                </a:solidFill>
                <a:prstDash val="solid"/>
                <a:round/>
                <a:headEnd len="med" w="med" type="none"/>
                <a:tailEnd len="med" w="med" type="none"/>
              </a:ln>
            </p:spPr>
          </p:cxnSp>
        </p:grpSp>
        <p:grpSp>
          <p:nvGrpSpPr>
            <p:cNvPr id="116" name="Google Shape;116;p3"/>
            <p:cNvGrpSpPr/>
            <p:nvPr/>
          </p:nvGrpSpPr>
          <p:grpSpPr>
            <a:xfrm>
              <a:off x="6988759" y="2308882"/>
              <a:ext cx="5696014" cy="4016976"/>
              <a:chOff x="6988759" y="2308882"/>
              <a:chExt cx="5696014" cy="4016976"/>
            </a:xfrm>
          </p:grpSpPr>
          <p:sp>
            <p:nvSpPr>
              <p:cNvPr id="117" name="Google Shape;117;p3"/>
              <p:cNvSpPr/>
              <p:nvPr/>
            </p:nvSpPr>
            <p:spPr>
              <a:xfrm flipH="1" rot="10800000">
                <a:off x="6988759" y="481140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8" name="Google Shape;118;p3"/>
              <p:cNvSpPr/>
              <p:nvPr/>
            </p:nvSpPr>
            <p:spPr>
              <a:xfrm flipH="1" rot="10800000">
                <a:off x="9708881" y="5924735"/>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9" name="Google Shape;119;p3"/>
              <p:cNvSpPr/>
              <p:nvPr/>
            </p:nvSpPr>
            <p:spPr>
              <a:xfrm flipH="1" rot="10800000">
                <a:off x="9274463" y="3379603"/>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 name="Google Shape;120;p3"/>
              <p:cNvSpPr/>
              <p:nvPr/>
            </p:nvSpPr>
            <p:spPr>
              <a:xfrm flipH="1" rot="10800000">
                <a:off x="8847429" y="5037312"/>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1" name="Google Shape;121;p3"/>
              <p:cNvSpPr/>
              <p:nvPr/>
            </p:nvSpPr>
            <p:spPr>
              <a:xfrm flipH="1" rot="10800000">
                <a:off x="7696942" y="5973758"/>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 name="Google Shape;122;p3"/>
              <p:cNvSpPr/>
              <p:nvPr/>
            </p:nvSpPr>
            <p:spPr>
              <a:xfrm flipH="1" rot="10800000">
                <a:off x="8847429" y="6195358"/>
                <a:ext cx="130500" cy="1305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 name="Google Shape;123;p3"/>
              <p:cNvSpPr/>
              <p:nvPr/>
            </p:nvSpPr>
            <p:spPr>
              <a:xfrm flipH="1" rot="10800000">
                <a:off x="7958998" y="409569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4" name="Google Shape;124;p3"/>
              <p:cNvSpPr/>
              <p:nvPr/>
            </p:nvSpPr>
            <p:spPr>
              <a:xfrm flipH="1" rot="10800000">
                <a:off x="12588473" y="4375765"/>
                <a:ext cx="96300" cy="96300"/>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5" name="Google Shape;125;p3"/>
              <p:cNvCxnSpPr>
                <a:stCxn id="121" idx="5"/>
                <a:endCxn id="120" idx="1"/>
              </p:cNvCxnSpPr>
              <p:nvPr/>
            </p:nvCxnSpPr>
            <p:spPr>
              <a:xfrm flipH="1" rot="10800000">
                <a:off x="7779139" y="5148761"/>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126" name="Google Shape;126;p3"/>
              <p:cNvCxnSpPr>
                <a:stCxn id="122" idx="4"/>
                <a:endCxn id="120" idx="0"/>
              </p:cNvCxnSpPr>
              <p:nvPr/>
            </p:nvCxnSpPr>
            <p:spPr>
              <a:xfrm rot="10800000">
                <a:off x="8912679" y="5167858"/>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127" name="Google Shape;127;p3"/>
              <p:cNvCxnSpPr>
                <a:stCxn id="117" idx="6"/>
                <a:endCxn id="120" idx="2"/>
              </p:cNvCxnSpPr>
              <p:nvPr/>
            </p:nvCxnSpPr>
            <p:spPr>
              <a:xfrm>
                <a:off x="7183159" y="4908608"/>
                <a:ext cx="1664400" cy="194100"/>
              </a:xfrm>
              <a:prstGeom prst="straightConnector1">
                <a:avLst/>
              </a:prstGeom>
              <a:noFill/>
              <a:ln cap="flat" cmpd="sng" w="9525">
                <a:solidFill>
                  <a:schemeClr val="dk2"/>
                </a:solidFill>
                <a:prstDash val="solid"/>
                <a:round/>
                <a:headEnd len="med" w="med" type="none"/>
                <a:tailEnd len="med" w="med" type="none"/>
              </a:ln>
            </p:spPr>
          </p:cxnSp>
          <p:cxnSp>
            <p:nvCxnSpPr>
              <p:cNvPr id="128" name="Google Shape;128;p3"/>
              <p:cNvCxnSpPr>
                <a:stCxn id="117" idx="0"/>
                <a:endCxn id="121" idx="3"/>
              </p:cNvCxnSpPr>
              <p:nvPr/>
            </p:nvCxnSpPr>
            <p:spPr>
              <a:xfrm>
                <a:off x="7085959" y="5005808"/>
                <a:ext cx="625200" cy="982200"/>
              </a:xfrm>
              <a:prstGeom prst="straightConnector1">
                <a:avLst/>
              </a:prstGeom>
              <a:noFill/>
              <a:ln cap="flat" cmpd="sng" w="9525">
                <a:solidFill>
                  <a:schemeClr val="dk2"/>
                </a:solidFill>
                <a:prstDash val="solid"/>
                <a:round/>
                <a:headEnd len="med" w="med" type="none"/>
                <a:tailEnd len="med" w="med" type="none"/>
              </a:ln>
            </p:spPr>
          </p:cxnSp>
          <p:cxnSp>
            <p:nvCxnSpPr>
              <p:cNvPr id="129" name="Google Shape;129;p3"/>
              <p:cNvCxnSpPr>
                <a:stCxn id="121" idx="7"/>
                <a:endCxn id="122" idx="2"/>
              </p:cNvCxnSpPr>
              <p:nvPr/>
            </p:nvCxnSpPr>
            <p:spPr>
              <a:xfrm>
                <a:off x="7779139" y="6055955"/>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130" name="Google Shape;130;p3"/>
              <p:cNvCxnSpPr>
                <a:stCxn id="122" idx="6"/>
                <a:endCxn id="118" idx="2"/>
              </p:cNvCxnSpPr>
              <p:nvPr/>
            </p:nvCxnSpPr>
            <p:spPr>
              <a:xfrm flipH="1" rot="10800000">
                <a:off x="8977929" y="6021808"/>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131" name="Google Shape;131;p3"/>
              <p:cNvCxnSpPr>
                <a:stCxn id="120" idx="7"/>
                <a:endCxn id="118" idx="3"/>
              </p:cNvCxnSpPr>
              <p:nvPr/>
            </p:nvCxnSpPr>
            <p:spPr>
              <a:xfrm>
                <a:off x="8958818" y="5148700"/>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132" name="Google Shape;132;p3"/>
              <p:cNvCxnSpPr>
                <a:stCxn id="117" idx="5"/>
                <a:endCxn id="123" idx="1"/>
              </p:cNvCxnSpPr>
              <p:nvPr/>
            </p:nvCxnSpPr>
            <p:spPr>
              <a:xfrm flipH="1" rot="10800000">
                <a:off x="7154690" y="4207177"/>
                <a:ext cx="823500" cy="632700"/>
              </a:xfrm>
              <a:prstGeom prst="straightConnector1">
                <a:avLst/>
              </a:prstGeom>
              <a:noFill/>
              <a:ln cap="flat" cmpd="sng" w="9525">
                <a:solidFill>
                  <a:schemeClr val="dk2"/>
                </a:solidFill>
                <a:prstDash val="solid"/>
                <a:round/>
                <a:headEnd len="med" w="med" type="none"/>
                <a:tailEnd len="med" w="med" type="none"/>
              </a:ln>
            </p:spPr>
          </p:cxnSp>
          <p:cxnSp>
            <p:nvCxnSpPr>
              <p:cNvPr id="133" name="Google Shape;133;p3"/>
              <p:cNvCxnSpPr>
                <a:stCxn id="123" idx="7"/>
                <a:endCxn id="120" idx="3"/>
              </p:cNvCxnSpPr>
              <p:nvPr/>
            </p:nvCxnSpPr>
            <p:spPr>
              <a:xfrm>
                <a:off x="8070387" y="4207078"/>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134" name="Google Shape;134;p3"/>
              <p:cNvCxnSpPr>
                <a:stCxn id="123" idx="7"/>
                <a:endCxn id="119" idx="1"/>
              </p:cNvCxnSpPr>
              <p:nvPr/>
            </p:nvCxnSpPr>
            <p:spPr>
              <a:xfrm flipH="1" rot="10800000">
                <a:off x="8070387" y="3722278"/>
                <a:ext cx="1263000" cy="484800"/>
              </a:xfrm>
              <a:prstGeom prst="straightConnector1">
                <a:avLst/>
              </a:prstGeom>
              <a:noFill/>
              <a:ln cap="flat" cmpd="sng" w="9525">
                <a:solidFill>
                  <a:schemeClr val="dk2"/>
                </a:solidFill>
                <a:prstDash val="solid"/>
                <a:round/>
                <a:headEnd len="med" w="med" type="none"/>
                <a:tailEnd len="med" w="med" type="none"/>
              </a:ln>
            </p:spPr>
          </p:cxnSp>
          <p:cxnSp>
            <p:nvCxnSpPr>
              <p:cNvPr id="135" name="Google Shape;135;p3"/>
              <p:cNvCxnSpPr>
                <a:stCxn id="119" idx="0"/>
                <a:endCxn id="120" idx="5"/>
              </p:cNvCxnSpPr>
              <p:nvPr/>
            </p:nvCxnSpPr>
            <p:spPr>
              <a:xfrm flipH="1">
                <a:off x="8958863" y="3781003"/>
                <a:ext cx="516300" cy="1275300"/>
              </a:xfrm>
              <a:prstGeom prst="straightConnector1">
                <a:avLst/>
              </a:prstGeom>
              <a:noFill/>
              <a:ln cap="flat" cmpd="sng" w="9525">
                <a:solidFill>
                  <a:schemeClr val="dk2"/>
                </a:solidFill>
                <a:prstDash val="solid"/>
                <a:round/>
                <a:headEnd len="med" w="med" type="none"/>
                <a:tailEnd len="med" w="med" type="none"/>
              </a:ln>
            </p:spPr>
          </p:cxnSp>
          <p:cxnSp>
            <p:nvCxnSpPr>
              <p:cNvPr id="136" name="Google Shape;136;p3"/>
              <p:cNvCxnSpPr>
                <a:stCxn id="124" idx="1"/>
                <a:endCxn id="118" idx="5"/>
              </p:cNvCxnSpPr>
              <p:nvPr/>
            </p:nvCxnSpPr>
            <p:spPr>
              <a:xfrm flipH="1">
                <a:off x="9874676" y="4457962"/>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137" name="Google Shape;137;p3"/>
              <p:cNvCxnSpPr>
                <a:stCxn id="121" idx="6"/>
                <a:endCxn id="124" idx="1"/>
              </p:cNvCxnSpPr>
              <p:nvPr/>
            </p:nvCxnSpPr>
            <p:spPr>
              <a:xfrm flipH="1" rot="10800000">
                <a:off x="7793242" y="4458008"/>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138" name="Google Shape;138;p3"/>
              <p:cNvCxnSpPr>
                <a:stCxn id="118" idx="4"/>
                <a:endCxn id="119" idx="0"/>
              </p:cNvCxnSpPr>
              <p:nvPr/>
            </p:nvCxnSpPr>
            <p:spPr>
              <a:xfrm rot="10800000">
                <a:off x="9475181" y="3780935"/>
                <a:ext cx="330900" cy="2143800"/>
              </a:xfrm>
              <a:prstGeom prst="straightConnector1">
                <a:avLst/>
              </a:prstGeom>
              <a:noFill/>
              <a:ln cap="flat" cmpd="sng" w="9525">
                <a:solidFill>
                  <a:schemeClr val="dk2"/>
                </a:solidFill>
                <a:prstDash val="solid"/>
                <a:round/>
                <a:headEnd len="med" w="med" type="none"/>
                <a:tailEnd len="med" w="med" type="none"/>
              </a:ln>
            </p:spPr>
          </p:cxnSp>
          <p:sp>
            <p:nvSpPr>
              <p:cNvPr id="139" name="Google Shape;139;p3"/>
              <p:cNvSpPr/>
              <p:nvPr/>
            </p:nvSpPr>
            <p:spPr>
              <a:xfrm flipH="1" rot="10800000">
                <a:off x="11005448" y="376185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0" name="Google Shape;140;p3"/>
              <p:cNvCxnSpPr>
                <a:stCxn id="124" idx="2"/>
                <a:endCxn id="139" idx="7"/>
              </p:cNvCxnSpPr>
              <p:nvPr/>
            </p:nvCxnSpPr>
            <p:spPr>
              <a:xfrm rot="10800000">
                <a:off x="11116973" y="3873115"/>
                <a:ext cx="1471500" cy="550800"/>
              </a:xfrm>
              <a:prstGeom prst="straightConnector1">
                <a:avLst/>
              </a:prstGeom>
              <a:noFill/>
              <a:ln cap="flat" cmpd="sng" w="9525">
                <a:solidFill>
                  <a:srgbClr val="434343"/>
                </a:solidFill>
                <a:prstDash val="solid"/>
                <a:round/>
                <a:headEnd len="med" w="med" type="none"/>
                <a:tailEnd len="med" w="med" type="none"/>
              </a:ln>
            </p:spPr>
          </p:cxnSp>
          <p:cxnSp>
            <p:nvCxnSpPr>
              <p:cNvPr id="141" name="Google Shape;141;p3"/>
              <p:cNvCxnSpPr>
                <a:stCxn id="139" idx="2"/>
                <a:endCxn id="119" idx="6"/>
              </p:cNvCxnSpPr>
              <p:nvPr/>
            </p:nvCxnSpPr>
            <p:spPr>
              <a:xfrm rot="10800000">
                <a:off x="9675848" y="3580200"/>
                <a:ext cx="1329600" cy="246900"/>
              </a:xfrm>
              <a:prstGeom prst="straightConnector1">
                <a:avLst/>
              </a:prstGeom>
              <a:noFill/>
              <a:ln cap="flat" cmpd="sng" w="9525">
                <a:solidFill>
                  <a:schemeClr val="dk2"/>
                </a:solidFill>
                <a:prstDash val="solid"/>
                <a:round/>
                <a:headEnd len="med" w="med" type="none"/>
                <a:tailEnd len="med" w="med" type="none"/>
              </a:ln>
            </p:spPr>
          </p:cxnSp>
          <p:cxnSp>
            <p:nvCxnSpPr>
              <p:cNvPr id="142" name="Google Shape;142;p3"/>
              <p:cNvCxnSpPr>
                <a:stCxn id="139" idx="0"/>
                <a:endCxn id="118" idx="4"/>
              </p:cNvCxnSpPr>
              <p:nvPr/>
            </p:nvCxnSpPr>
            <p:spPr>
              <a:xfrm flipH="1">
                <a:off x="9806198" y="3892350"/>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143" name="Google Shape;143;p3"/>
              <p:cNvCxnSpPr>
                <a:stCxn id="139" idx="1"/>
                <a:endCxn id="120" idx="5"/>
              </p:cNvCxnSpPr>
              <p:nvPr/>
            </p:nvCxnSpPr>
            <p:spPr>
              <a:xfrm flipH="1">
                <a:off x="8958759" y="3873239"/>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144" name="Google Shape;144;p3"/>
              <p:cNvSpPr/>
              <p:nvPr/>
            </p:nvSpPr>
            <p:spPr>
              <a:xfrm flipH="1" rot="10800000">
                <a:off x="8260191" y="2787257"/>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5" name="Google Shape;145;p3"/>
              <p:cNvCxnSpPr>
                <a:stCxn id="119" idx="3"/>
                <a:endCxn id="144" idx="7"/>
              </p:cNvCxnSpPr>
              <p:nvPr/>
            </p:nvCxnSpPr>
            <p:spPr>
              <a:xfrm rot="10800000">
                <a:off x="8426047" y="2953287"/>
                <a:ext cx="907200" cy="485100"/>
              </a:xfrm>
              <a:prstGeom prst="straightConnector1">
                <a:avLst/>
              </a:prstGeom>
              <a:noFill/>
              <a:ln cap="flat" cmpd="sng" w="9525">
                <a:solidFill>
                  <a:schemeClr val="dk2"/>
                </a:solidFill>
                <a:prstDash val="solid"/>
                <a:round/>
                <a:headEnd len="med" w="med" type="none"/>
                <a:tailEnd len="med" w="med" type="none"/>
              </a:ln>
            </p:spPr>
          </p:cxnSp>
          <p:cxnSp>
            <p:nvCxnSpPr>
              <p:cNvPr id="146" name="Google Shape;146;p3"/>
              <p:cNvCxnSpPr>
                <a:stCxn id="144" idx="0"/>
                <a:endCxn id="123" idx="4"/>
              </p:cNvCxnSpPr>
              <p:nvPr/>
            </p:nvCxnSpPr>
            <p:spPr>
              <a:xfrm flipH="1">
                <a:off x="8024391" y="2981657"/>
                <a:ext cx="333000" cy="1113900"/>
              </a:xfrm>
              <a:prstGeom prst="straightConnector1">
                <a:avLst/>
              </a:prstGeom>
              <a:noFill/>
              <a:ln cap="flat" cmpd="sng" w="9525">
                <a:solidFill>
                  <a:schemeClr val="dk2"/>
                </a:solidFill>
                <a:prstDash val="solid"/>
                <a:round/>
                <a:headEnd len="med" w="med" type="none"/>
                <a:tailEnd len="med" w="med" type="none"/>
              </a:ln>
            </p:spPr>
          </p:cxnSp>
          <p:sp>
            <p:nvSpPr>
              <p:cNvPr id="147" name="Google Shape;147;p3"/>
              <p:cNvSpPr/>
              <p:nvPr/>
            </p:nvSpPr>
            <p:spPr>
              <a:xfrm flipH="1" rot="10800000">
                <a:off x="7973826" y="4652423"/>
                <a:ext cx="249300" cy="249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8" name="Google Shape;148;p3"/>
              <p:cNvCxnSpPr>
                <a:stCxn id="117" idx="6"/>
                <a:endCxn id="147" idx="2"/>
              </p:cNvCxnSpPr>
              <p:nvPr/>
            </p:nvCxnSpPr>
            <p:spPr>
              <a:xfrm flipH="1" rot="10800000">
                <a:off x="7183159" y="4777208"/>
                <a:ext cx="790800" cy="131400"/>
              </a:xfrm>
              <a:prstGeom prst="straightConnector1">
                <a:avLst/>
              </a:prstGeom>
              <a:noFill/>
              <a:ln cap="flat" cmpd="sng" w="9525">
                <a:solidFill>
                  <a:schemeClr val="dk2"/>
                </a:solidFill>
                <a:prstDash val="solid"/>
                <a:round/>
                <a:headEnd len="med" w="med" type="none"/>
                <a:tailEnd len="med" w="med" type="none"/>
              </a:ln>
            </p:spPr>
          </p:cxnSp>
          <p:cxnSp>
            <p:nvCxnSpPr>
              <p:cNvPr id="149" name="Google Shape;149;p3"/>
              <p:cNvCxnSpPr>
                <a:stCxn id="123" idx="0"/>
                <a:endCxn id="147" idx="4"/>
              </p:cNvCxnSpPr>
              <p:nvPr/>
            </p:nvCxnSpPr>
            <p:spPr>
              <a:xfrm>
                <a:off x="8024248" y="4226190"/>
                <a:ext cx="74100" cy="426300"/>
              </a:xfrm>
              <a:prstGeom prst="straightConnector1">
                <a:avLst/>
              </a:prstGeom>
              <a:noFill/>
              <a:ln cap="flat" cmpd="sng" w="9525">
                <a:solidFill>
                  <a:schemeClr val="dk2"/>
                </a:solidFill>
                <a:prstDash val="solid"/>
                <a:round/>
                <a:headEnd len="med" w="med" type="none"/>
                <a:tailEnd len="med" w="med" type="none"/>
              </a:ln>
            </p:spPr>
          </p:cxnSp>
          <p:cxnSp>
            <p:nvCxnSpPr>
              <p:cNvPr id="150" name="Google Shape;150;p3"/>
              <p:cNvCxnSpPr>
                <a:stCxn id="147" idx="6"/>
                <a:endCxn id="120" idx="3"/>
              </p:cNvCxnSpPr>
              <p:nvPr/>
            </p:nvCxnSpPr>
            <p:spPr>
              <a:xfrm>
                <a:off x="8223126" y="4777073"/>
                <a:ext cx="643500" cy="279300"/>
              </a:xfrm>
              <a:prstGeom prst="straightConnector1">
                <a:avLst/>
              </a:prstGeom>
              <a:noFill/>
              <a:ln cap="flat" cmpd="sng" w="9525">
                <a:solidFill>
                  <a:schemeClr val="dk2"/>
                </a:solidFill>
                <a:prstDash val="solid"/>
                <a:round/>
                <a:headEnd len="med" w="med" type="none"/>
                <a:tailEnd len="med" w="med" type="none"/>
              </a:ln>
            </p:spPr>
          </p:cxnSp>
          <p:sp>
            <p:nvSpPr>
              <p:cNvPr id="151" name="Google Shape;151;p3"/>
              <p:cNvSpPr/>
              <p:nvPr/>
            </p:nvSpPr>
            <p:spPr>
              <a:xfrm flipH="1" rot="10800000">
                <a:off x="8782441" y="2308882"/>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52" name="Google Shape;152;p3"/>
              <p:cNvCxnSpPr>
                <a:stCxn id="144" idx="5"/>
                <a:endCxn id="151" idx="1"/>
              </p:cNvCxnSpPr>
              <p:nvPr/>
            </p:nvCxnSpPr>
            <p:spPr>
              <a:xfrm flipH="1" rot="10800000">
                <a:off x="8426122" y="2474926"/>
                <a:ext cx="384900" cy="340800"/>
              </a:xfrm>
              <a:prstGeom prst="straightConnector1">
                <a:avLst/>
              </a:prstGeom>
              <a:noFill/>
              <a:ln cap="flat" cmpd="sng" w="9525">
                <a:solidFill>
                  <a:schemeClr val="dk2"/>
                </a:solidFill>
                <a:prstDash val="solid"/>
                <a:round/>
                <a:headEnd len="med" w="med" type="none"/>
                <a:tailEnd len="med" w="med" type="none"/>
              </a:ln>
            </p:spPr>
          </p:cxnSp>
          <p:cxnSp>
            <p:nvCxnSpPr>
              <p:cNvPr id="153" name="Google Shape;153;p3"/>
              <p:cNvCxnSpPr>
                <a:stCxn id="151" idx="7"/>
                <a:endCxn id="119" idx="3"/>
              </p:cNvCxnSpPr>
              <p:nvPr/>
            </p:nvCxnSpPr>
            <p:spPr>
              <a:xfrm>
                <a:off x="8948372" y="2474812"/>
                <a:ext cx="384900" cy="963600"/>
              </a:xfrm>
              <a:prstGeom prst="straightConnector1">
                <a:avLst/>
              </a:prstGeom>
              <a:noFill/>
              <a:ln cap="flat" cmpd="sng" w="9525">
                <a:solidFill>
                  <a:schemeClr val="dk2"/>
                </a:solidFill>
                <a:prstDash val="solid"/>
                <a:round/>
                <a:headEnd len="med" w="med" type="none"/>
                <a:tailEnd len="med" w="med" type="none"/>
              </a:ln>
            </p:spPr>
          </p:cxnSp>
          <p:sp>
            <p:nvSpPr>
              <p:cNvPr id="154" name="Google Shape;154;p3"/>
              <p:cNvSpPr/>
              <p:nvPr/>
            </p:nvSpPr>
            <p:spPr>
              <a:xfrm flipH="1" rot="10800000">
                <a:off x="8521366" y="3414207"/>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55" name="Google Shape;155;p3"/>
              <p:cNvCxnSpPr>
                <a:stCxn id="144" idx="0"/>
                <a:endCxn id="154" idx="3"/>
              </p:cNvCxnSpPr>
              <p:nvPr/>
            </p:nvCxnSpPr>
            <p:spPr>
              <a:xfrm>
                <a:off x="8357391" y="2981657"/>
                <a:ext cx="192300" cy="461100"/>
              </a:xfrm>
              <a:prstGeom prst="straightConnector1">
                <a:avLst/>
              </a:prstGeom>
              <a:noFill/>
              <a:ln cap="flat" cmpd="sng" w="9525">
                <a:solidFill>
                  <a:schemeClr val="dk2"/>
                </a:solidFill>
                <a:prstDash val="solid"/>
                <a:round/>
                <a:headEnd len="med" w="med" type="none"/>
                <a:tailEnd len="med" w="med" type="none"/>
              </a:ln>
            </p:spPr>
          </p:cxnSp>
          <p:cxnSp>
            <p:nvCxnSpPr>
              <p:cNvPr id="156" name="Google Shape;156;p3"/>
              <p:cNvCxnSpPr>
                <a:stCxn id="154" idx="1"/>
                <a:endCxn id="123" idx="5"/>
              </p:cNvCxnSpPr>
              <p:nvPr/>
            </p:nvCxnSpPr>
            <p:spPr>
              <a:xfrm flipH="1">
                <a:off x="8070435" y="3580137"/>
                <a:ext cx="479400" cy="534600"/>
              </a:xfrm>
              <a:prstGeom prst="straightConnector1">
                <a:avLst/>
              </a:prstGeom>
              <a:noFill/>
              <a:ln cap="flat" cmpd="sng" w="9525">
                <a:solidFill>
                  <a:schemeClr val="dk2"/>
                </a:solidFill>
                <a:prstDash val="solid"/>
                <a:round/>
                <a:headEnd len="med" w="med" type="none"/>
                <a:tailEnd len="med" w="med" type="none"/>
              </a:ln>
            </p:spPr>
          </p:cxnSp>
          <p:cxnSp>
            <p:nvCxnSpPr>
              <p:cNvPr id="157" name="Google Shape;157;p3"/>
              <p:cNvCxnSpPr>
                <a:stCxn id="154" idx="6"/>
                <a:endCxn id="119" idx="2"/>
              </p:cNvCxnSpPr>
              <p:nvPr/>
            </p:nvCxnSpPr>
            <p:spPr>
              <a:xfrm>
                <a:off x="8715766" y="3511407"/>
                <a:ext cx="558600" cy="690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8" name="Shape 158"/>
        <p:cNvGrpSpPr/>
        <p:nvPr/>
      </p:nvGrpSpPr>
      <p:grpSpPr>
        <a:xfrm>
          <a:off x="0" y="0"/>
          <a:ext cx="0" cy="0"/>
          <a:chOff x="0" y="0"/>
          <a:chExt cx="0" cy="0"/>
        </a:xfrm>
      </p:grpSpPr>
      <p:sp>
        <p:nvSpPr>
          <p:cNvPr id="159" name="Google Shape;159;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0" name="Google Shape;160;p4"/>
          <p:cNvSpPr txBox="1"/>
          <p:nvPr>
            <p:ph idx="1" type="body"/>
          </p:nvPr>
        </p:nvSpPr>
        <p:spPr>
          <a:xfrm>
            <a:off x="720000" y="1215751"/>
            <a:ext cx="7704000" cy="1709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161" name="Google Shape;161;p4"/>
          <p:cNvGrpSpPr/>
          <p:nvPr/>
        </p:nvGrpSpPr>
        <p:grpSpPr>
          <a:xfrm>
            <a:off x="-497962" y="-2402532"/>
            <a:ext cx="9442425" cy="8210276"/>
            <a:chOff x="-497962" y="-2402532"/>
            <a:chExt cx="9442425" cy="8210276"/>
          </a:xfrm>
        </p:grpSpPr>
        <p:grpSp>
          <p:nvGrpSpPr>
            <p:cNvPr id="162" name="Google Shape;162;p4"/>
            <p:cNvGrpSpPr/>
            <p:nvPr/>
          </p:nvGrpSpPr>
          <p:grpSpPr>
            <a:xfrm>
              <a:off x="4589284" y="-2402532"/>
              <a:ext cx="4355179" cy="2890037"/>
              <a:chOff x="4589284" y="-2402532"/>
              <a:chExt cx="4355179" cy="2890037"/>
            </a:xfrm>
          </p:grpSpPr>
          <p:sp>
            <p:nvSpPr>
              <p:cNvPr id="163" name="Google Shape;163;p4"/>
              <p:cNvSpPr/>
              <p:nvPr/>
            </p:nvSpPr>
            <p:spPr>
              <a:xfrm rot="-2040502">
                <a:off x="4627083" y="192930"/>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4" name="Google Shape;164;p4"/>
              <p:cNvSpPr/>
              <p:nvPr/>
            </p:nvSpPr>
            <p:spPr>
              <a:xfrm rot="-2040502">
                <a:off x="7193806" y="-2094369"/>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5" name="Google Shape;165;p4"/>
              <p:cNvSpPr/>
              <p:nvPr/>
            </p:nvSpPr>
            <p:spPr>
              <a:xfrm rot="-2039936">
                <a:off x="7657969" y="-331832"/>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6" name="Google Shape;166;p4"/>
              <p:cNvSpPr/>
              <p:nvPr/>
            </p:nvSpPr>
            <p:spPr>
              <a:xfrm rot="-2047713">
                <a:off x="6999695" y="-80062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7" name="Google Shape;167;p4"/>
              <p:cNvSpPr/>
              <p:nvPr/>
            </p:nvSpPr>
            <p:spPr>
              <a:xfrm rot="-2045153">
                <a:off x="6126796" y="-832163"/>
                <a:ext cx="96354" cy="9635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8" name="Google Shape;168;p4"/>
              <p:cNvSpPr/>
              <p:nvPr/>
            </p:nvSpPr>
            <p:spPr>
              <a:xfrm rot="-2047713">
                <a:off x="6039211" y="-237716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9" name="Google Shape;169;p4"/>
              <p:cNvSpPr/>
              <p:nvPr/>
            </p:nvSpPr>
            <p:spPr>
              <a:xfrm rot="-2047713">
                <a:off x="6268216" y="-105290"/>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0" name="Google Shape;170;p4"/>
              <p:cNvSpPr/>
              <p:nvPr/>
            </p:nvSpPr>
            <p:spPr>
              <a:xfrm rot="-2045153">
                <a:off x="8100376" y="-1339754"/>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71" name="Google Shape;171;p4"/>
              <p:cNvCxnSpPr>
                <a:stCxn id="167" idx="5"/>
                <a:endCxn id="166" idx="1"/>
              </p:cNvCxnSpPr>
              <p:nvPr/>
            </p:nvCxnSpPr>
            <p:spPr>
              <a:xfrm>
                <a:off x="6222278" y="-774864"/>
                <a:ext cx="778500" cy="27300"/>
              </a:xfrm>
              <a:prstGeom prst="straightConnector1">
                <a:avLst/>
              </a:prstGeom>
              <a:noFill/>
              <a:ln cap="flat" cmpd="sng" w="9525">
                <a:solidFill>
                  <a:schemeClr val="dk2"/>
                </a:solidFill>
                <a:prstDash val="solid"/>
                <a:round/>
                <a:headEnd len="med" w="med" type="none"/>
                <a:tailEnd len="med" w="med" type="none"/>
              </a:ln>
            </p:spPr>
          </p:cxnSp>
          <p:cxnSp>
            <p:nvCxnSpPr>
              <p:cNvPr id="172" name="Google Shape;172;p4"/>
              <p:cNvCxnSpPr>
                <a:stCxn id="168" idx="4"/>
                <a:endCxn id="166" idx="0"/>
              </p:cNvCxnSpPr>
              <p:nvPr/>
            </p:nvCxnSpPr>
            <p:spPr>
              <a:xfrm>
                <a:off x="6141046" y="-2257932"/>
                <a:ext cx="887400" cy="1468500"/>
              </a:xfrm>
              <a:prstGeom prst="straightConnector1">
                <a:avLst/>
              </a:prstGeom>
              <a:noFill/>
              <a:ln cap="flat" cmpd="sng" w="9525">
                <a:solidFill>
                  <a:schemeClr val="dk2"/>
                </a:solidFill>
                <a:prstDash val="solid"/>
                <a:round/>
                <a:headEnd len="med" w="med" type="none"/>
                <a:tailEnd len="med" w="med" type="none"/>
              </a:ln>
            </p:spPr>
          </p:cxnSp>
          <p:cxnSp>
            <p:nvCxnSpPr>
              <p:cNvPr id="173" name="Google Shape;173;p4"/>
              <p:cNvCxnSpPr>
                <a:stCxn id="163" idx="6"/>
                <a:endCxn id="167" idx="3"/>
              </p:cNvCxnSpPr>
              <p:nvPr/>
            </p:nvCxnSpPr>
            <p:spPr>
              <a:xfrm flipH="1" rot="10800000">
                <a:off x="4805134" y="-736769"/>
                <a:ext cx="1360800" cy="972600"/>
              </a:xfrm>
              <a:prstGeom prst="straightConnector1">
                <a:avLst/>
              </a:prstGeom>
              <a:noFill/>
              <a:ln cap="flat" cmpd="sng" w="9525">
                <a:solidFill>
                  <a:schemeClr val="dk2"/>
                </a:solidFill>
                <a:prstDash val="solid"/>
                <a:round/>
                <a:headEnd len="med" w="med" type="none"/>
                <a:tailEnd len="med" w="med" type="none"/>
              </a:ln>
            </p:spPr>
          </p:cxnSp>
          <p:cxnSp>
            <p:nvCxnSpPr>
              <p:cNvPr id="174" name="Google Shape;174;p4"/>
              <p:cNvCxnSpPr>
                <a:stCxn id="167" idx="7"/>
                <a:endCxn id="168" idx="2"/>
              </p:cNvCxnSpPr>
              <p:nvPr/>
            </p:nvCxnSpPr>
            <p:spPr>
              <a:xfrm rot="10800000">
                <a:off x="6050594" y="-2275192"/>
                <a:ext cx="133500" cy="1443900"/>
              </a:xfrm>
              <a:prstGeom prst="straightConnector1">
                <a:avLst/>
              </a:prstGeom>
              <a:noFill/>
              <a:ln cap="flat" cmpd="sng" w="9525">
                <a:solidFill>
                  <a:schemeClr val="dk2"/>
                </a:solidFill>
                <a:prstDash val="solid"/>
                <a:round/>
                <a:headEnd len="med" w="med" type="none"/>
                <a:tailEnd len="med" w="med" type="none"/>
              </a:ln>
            </p:spPr>
          </p:cxnSp>
          <p:cxnSp>
            <p:nvCxnSpPr>
              <p:cNvPr id="175" name="Google Shape;175;p4"/>
              <p:cNvCxnSpPr>
                <a:stCxn id="168" idx="6"/>
                <a:endCxn id="164" idx="1"/>
              </p:cNvCxnSpPr>
              <p:nvPr/>
            </p:nvCxnSpPr>
            <p:spPr>
              <a:xfrm>
                <a:off x="6158446" y="-2348532"/>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176" name="Google Shape;176;p4"/>
              <p:cNvCxnSpPr>
                <a:stCxn id="166" idx="7"/>
                <a:endCxn id="164" idx="3"/>
              </p:cNvCxnSpPr>
              <p:nvPr/>
            </p:nvCxnSpPr>
            <p:spPr>
              <a:xfrm flipH="1" rot="10800000">
                <a:off x="7077233" y="-1901356"/>
                <a:ext cx="195300" cy="1101900"/>
              </a:xfrm>
              <a:prstGeom prst="straightConnector1">
                <a:avLst/>
              </a:prstGeom>
              <a:noFill/>
              <a:ln cap="flat" cmpd="sng" w="9525">
                <a:solidFill>
                  <a:schemeClr val="dk2"/>
                </a:solidFill>
                <a:prstDash val="solid"/>
                <a:round/>
                <a:headEnd len="med" w="med" type="none"/>
                <a:tailEnd len="med" w="med" type="none"/>
              </a:ln>
            </p:spPr>
          </p:cxnSp>
          <p:cxnSp>
            <p:nvCxnSpPr>
              <p:cNvPr id="177" name="Google Shape;177;p4"/>
              <p:cNvCxnSpPr>
                <a:stCxn id="163" idx="6"/>
                <a:endCxn id="169" idx="1"/>
              </p:cNvCxnSpPr>
              <p:nvPr/>
            </p:nvCxnSpPr>
            <p:spPr>
              <a:xfrm flipH="1" rot="10800000">
                <a:off x="4805134" y="-52469"/>
                <a:ext cx="1464300" cy="288300"/>
              </a:xfrm>
              <a:prstGeom prst="straightConnector1">
                <a:avLst/>
              </a:prstGeom>
              <a:noFill/>
              <a:ln cap="flat" cmpd="sng" w="9525">
                <a:solidFill>
                  <a:schemeClr val="dk2"/>
                </a:solidFill>
                <a:prstDash val="solid"/>
                <a:round/>
                <a:headEnd len="med" w="med" type="none"/>
                <a:tailEnd len="med" w="med" type="none"/>
              </a:ln>
            </p:spPr>
          </p:cxnSp>
          <p:cxnSp>
            <p:nvCxnSpPr>
              <p:cNvPr id="178" name="Google Shape;178;p4"/>
              <p:cNvCxnSpPr>
                <a:stCxn id="169" idx="6"/>
                <a:endCxn id="166" idx="2"/>
              </p:cNvCxnSpPr>
              <p:nvPr/>
            </p:nvCxnSpPr>
            <p:spPr>
              <a:xfrm flipH="1" rot="10800000">
                <a:off x="6387451" y="-698855"/>
                <a:ext cx="623400" cy="622200"/>
              </a:xfrm>
              <a:prstGeom prst="straightConnector1">
                <a:avLst/>
              </a:prstGeom>
              <a:noFill/>
              <a:ln cap="flat" cmpd="sng" w="9525">
                <a:solidFill>
                  <a:schemeClr val="dk2"/>
                </a:solidFill>
                <a:prstDash val="solid"/>
                <a:round/>
                <a:headEnd len="med" w="med" type="none"/>
                <a:tailEnd len="med" w="med" type="none"/>
              </a:ln>
            </p:spPr>
          </p:cxnSp>
          <p:cxnSp>
            <p:nvCxnSpPr>
              <p:cNvPr id="179" name="Google Shape;179;p4"/>
              <p:cNvCxnSpPr>
                <a:stCxn id="169" idx="5"/>
                <a:endCxn id="165" idx="1"/>
              </p:cNvCxnSpPr>
              <p:nvPr/>
            </p:nvCxnSpPr>
            <p:spPr>
              <a:xfrm flipH="1" rot="10800000">
                <a:off x="6397515" y="-169351"/>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180" name="Google Shape;180;p4"/>
              <p:cNvCxnSpPr>
                <a:stCxn id="165" idx="0"/>
                <a:endCxn id="166" idx="5"/>
              </p:cNvCxnSpPr>
              <p:nvPr/>
            </p:nvCxnSpPr>
            <p:spPr>
              <a:xfrm rot="10800000">
                <a:off x="7129021" y="-723230"/>
                <a:ext cx="617400" cy="425700"/>
              </a:xfrm>
              <a:prstGeom prst="straightConnector1">
                <a:avLst/>
              </a:prstGeom>
              <a:noFill/>
              <a:ln cap="flat" cmpd="sng" w="9525">
                <a:solidFill>
                  <a:schemeClr val="dk2"/>
                </a:solidFill>
                <a:prstDash val="solid"/>
                <a:round/>
                <a:headEnd len="med" w="med" type="none"/>
                <a:tailEnd len="med" w="med" type="none"/>
              </a:ln>
            </p:spPr>
          </p:cxnSp>
          <p:cxnSp>
            <p:nvCxnSpPr>
              <p:cNvPr id="181" name="Google Shape;181;p4"/>
              <p:cNvCxnSpPr>
                <a:stCxn id="165" idx="7"/>
                <a:endCxn id="170" idx="3"/>
              </p:cNvCxnSpPr>
              <p:nvPr/>
            </p:nvCxnSpPr>
            <p:spPr>
              <a:xfrm flipH="1" rot="10800000">
                <a:off x="7896910" y="-1244345"/>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182" name="Google Shape;182;p4"/>
              <p:cNvCxnSpPr>
                <a:stCxn id="166" idx="6"/>
                <a:endCxn id="170" idx="2"/>
              </p:cNvCxnSpPr>
              <p:nvPr/>
            </p:nvCxnSpPr>
            <p:spPr>
              <a:xfrm flipH="1" rot="10800000">
                <a:off x="7118930" y="-1264592"/>
                <a:ext cx="989700" cy="492600"/>
              </a:xfrm>
              <a:prstGeom prst="straightConnector1">
                <a:avLst/>
              </a:prstGeom>
              <a:noFill/>
              <a:ln cap="flat" cmpd="sng" w="9525">
                <a:solidFill>
                  <a:schemeClr val="dk2"/>
                </a:solidFill>
                <a:prstDash val="solid"/>
                <a:round/>
                <a:headEnd len="med" w="med" type="none"/>
                <a:tailEnd len="med" w="med" type="none"/>
              </a:ln>
            </p:spPr>
          </p:cxnSp>
          <p:cxnSp>
            <p:nvCxnSpPr>
              <p:cNvPr id="183" name="Google Shape;183;p4"/>
              <p:cNvCxnSpPr>
                <a:stCxn id="170" idx="0"/>
                <a:endCxn id="164" idx="5"/>
              </p:cNvCxnSpPr>
              <p:nvPr/>
            </p:nvCxnSpPr>
            <p:spPr>
              <a:xfrm rot="10800000">
                <a:off x="7386853" y="-1978577"/>
                <a:ext cx="734700" cy="647100"/>
              </a:xfrm>
              <a:prstGeom prst="straightConnector1">
                <a:avLst/>
              </a:prstGeom>
              <a:noFill/>
              <a:ln cap="flat" cmpd="sng" w="9525">
                <a:solidFill>
                  <a:schemeClr val="dk2"/>
                </a:solidFill>
                <a:prstDash val="solid"/>
                <a:round/>
                <a:headEnd len="med" w="med" type="none"/>
                <a:tailEnd len="med" w="med" type="none"/>
              </a:ln>
            </p:spPr>
          </p:cxnSp>
          <p:cxnSp>
            <p:nvCxnSpPr>
              <p:cNvPr id="184" name="Google Shape;184;p4"/>
              <p:cNvCxnSpPr>
                <a:stCxn id="168" idx="5"/>
                <a:endCxn id="170" idx="1"/>
              </p:cNvCxnSpPr>
              <p:nvPr/>
            </p:nvCxnSpPr>
            <p:spPr>
              <a:xfrm>
                <a:off x="6168510" y="-2299629"/>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185" name="Google Shape;185;p4"/>
              <p:cNvCxnSpPr>
                <a:stCxn id="167" idx="6"/>
                <a:endCxn id="170" idx="1"/>
              </p:cNvCxnSpPr>
              <p:nvPr/>
            </p:nvCxnSpPr>
            <p:spPr>
              <a:xfrm flipH="1" rot="10800000">
                <a:off x="6214873" y="-1300586"/>
                <a:ext cx="1886400" cy="489600"/>
              </a:xfrm>
              <a:prstGeom prst="straightConnector1">
                <a:avLst/>
              </a:prstGeom>
              <a:noFill/>
              <a:ln cap="flat" cmpd="sng" w="9525">
                <a:solidFill>
                  <a:schemeClr val="dk2"/>
                </a:solidFill>
                <a:prstDash val="solid"/>
                <a:round/>
                <a:headEnd len="med" w="med" type="none"/>
                <a:tailEnd len="med" w="med" type="none"/>
              </a:ln>
            </p:spPr>
          </p:cxnSp>
          <p:cxnSp>
            <p:nvCxnSpPr>
              <p:cNvPr id="186" name="Google Shape;186;p4"/>
              <p:cNvCxnSpPr>
                <a:stCxn id="167" idx="4"/>
                <a:endCxn id="165" idx="1"/>
              </p:cNvCxnSpPr>
              <p:nvPr/>
            </p:nvCxnSpPr>
            <p:spPr>
              <a:xfrm>
                <a:off x="6201973" y="-744086"/>
                <a:ext cx="1459800" cy="574500"/>
              </a:xfrm>
              <a:prstGeom prst="straightConnector1">
                <a:avLst/>
              </a:prstGeom>
              <a:noFill/>
              <a:ln cap="flat" cmpd="sng" w="9525">
                <a:solidFill>
                  <a:schemeClr val="dk2"/>
                </a:solidFill>
                <a:prstDash val="solid"/>
                <a:round/>
                <a:headEnd len="med" w="med" type="none"/>
                <a:tailEnd len="med" w="med" type="none"/>
              </a:ln>
            </p:spPr>
          </p:cxnSp>
          <p:cxnSp>
            <p:nvCxnSpPr>
              <p:cNvPr id="187" name="Google Shape;187;p4"/>
              <p:cNvCxnSpPr>
                <a:stCxn id="164" idx="4"/>
                <a:endCxn id="165" idx="7"/>
              </p:cNvCxnSpPr>
              <p:nvPr/>
            </p:nvCxnSpPr>
            <p:spPr>
              <a:xfrm>
                <a:off x="7345607" y="-1916318"/>
                <a:ext cx="551400" cy="1588200"/>
              </a:xfrm>
              <a:prstGeom prst="straightConnector1">
                <a:avLst/>
              </a:prstGeom>
              <a:noFill/>
              <a:ln cap="flat" cmpd="sng" w="9525">
                <a:solidFill>
                  <a:schemeClr val="dk2"/>
                </a:solidFill>
                <a:prstDash val="solid"/>
                <a:round/>
                <a:headEnd len="med" w="med" type="none"/>
                <a:tailEnd len="med" w="med" type="none"/>
              </a:ln>
            </p:spPr>
          </p:cxnSp>
          <p:sp>
            <p:nvSpPr>
              <p:cNvPr id="188" name="Google Shape;188;p4"/>
              <p:cNvSpPr/>
              <p:nvPr/>
            </p:nvSpPr>
            <p:spPr>
              <a:xfrm rot="-2047713">
                <a:off x="8788629" y="-4306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89" name="Google Shape;189;p4"/>
              <p:cNvCxnSpPr>
                <a:stCxn id="170" idx="4"/>
                <a:endCxn id="188" idx="7"/>
              </p:cNvCxnSpPr>
              <p:nvPr/>
            </p:nvCxnSpPr>
            <p:spPr>
              <a:xfrm>
                <a:off x="8175553" y="-1251677"/>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190" name="Google Shape;190;p4"/>
              <p:cNvCxnSpPr>
                <a:stCxn id="188" idx="1"/>
                <a:endCxn id="165" idx="5"/>
              </p:cNvCxnSpPr>
              <p:nvPr/>
            </p:nvCxnSpPr>
            <p:spPr>
              <a:xfrm rot="10800000">
                <a:off x="8055700" y="-93031"/>
                <a:ext cx="734100" cy="102900"/>
              </a:xfrm>
              <a:prstGeom prst="straightConnector1">
                <a:avLst/>
              </a:prstGeom>
              <a:noFill/>
              <a:ln cap="flat" cmpd="sng" w="9525">
                <a:solidFill>
                  <a:schemeClr val="dk2"/>
                </a:solidFill>
                <a:prstDash val="solid"/>
                <a:round/>
                <a:headEnd len="med" w="med" type="none"/>
                <a:tailEnd len="med" w="med" type="none"/>
              </a:ln>
            </p:spPr>
          </p:cxnSp>
          <p:cxnSp>
            <p:nvCxnSpPr>
              <p:cNvPr id="191" name="Google Shape;191;p4"/>
              <p:cNvCxnSpPr>
                <a:stCxn id="188" idx="0"/>
                <a:endCxn id="164" idx="4"/>
              </p:cNvCxnSpPr>
              <p:nvPr/>
            </p:nvCxnSpPr>
            <p:spPr>
              <a:xfrm rot="10800000">
                <a:off x="7345463" y="-1916427"/>
                <a:ext cx="1471800" cy="1884600"/>
              </a:xfrm>
              <a:prstGeom prst="straightConnector1">
                <a:avLst/>
              </a:prstGeom>
              <a:noFill/>
              <a:ln cap="flat" cmpd="sng" w="9525">
                <a:solidFill>
                  <a:schemeClr val="dk2"/>
                </a:solidFill>
                <a:prstDash val="solid"/>
                <a:round/>
                <a:headEnd len="med" w="med" type="none"/>
                <a:tailEnd len="med" w="med" type="none"/>
              </a:ln>
            </p:spPr>
          </p:cxnSp>
          <p:cxnSp>
            <p:nvCxnSpPr>
              <p:cNvPr id="192" name="Google Shape;192;p4"/>
              <p:cNvCxnSpPr>
                <a:stCxn id="188" idx="1"/>
                <a:endCxn id="166" idx="5"/>
              </p:cNvCxnSpPr>
              <p:nvPr/>
            </p:nvCxnSpPr>
            <p:spPr>
              <a:xfrm rot="10800000">
                <a:off x="7129000" y="-723031"/>
                <a:ext cx="1660800" cy="732900"/>
              </a:xfrm>
              <a:prstGeom prst="straightConnector1">
                <a:avLst/>
              </a:prstGeom>
              <a:noFill/>
              <a:ln cap="flat" cmpd="sng" w="9525">
                <a:solidFill>
                  <a:schemeClr val="dk2"/>
                </a:solidFill>
                <a:prstDash val="solid"/>
                <a:round/>
                <a:headEnd len="med" w="med" type="none"/>
                <a:tailEnd len="med" w="med" type="none"/>
              </a:ln>
            </p:spPr>
          </p:cxnSp>
          <p:sp>
            <p:nvSpPr>
              <p:cNvPr id="193" name="Google Shape;193;p4"/>
              <p:cNvSpPr/>
              <p:nvPr/>
            </p:nvSpPr>
            <p:spPr>
              <a:xfrm rot="-2040502">
                <a:off x="7684687" y="25500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94" name="Google Shape;194;p4"/>
              <p:cNvCxnSpPr>
                <a:stCxn id="188" idx="2"/>
                <a:endCxn id="193" idx="5"/>
              </p:cNvCxnSpPr>
              <p:nvPr/>
            </p:nvCxnSpPr>
            <p:spPr>
              <a:xfrm flipH="1">
                <a:off x="7877663" y="58773"/>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195" name="Google Shape;195;p4"/>
              <p:cNvCxnSpPr>
                <a:stCxn id="193" idx="1"/>
                <a:endCxn id="169" idx="5"/>
              </p:cNvCxnSpPr>
              <p:nvPr/>
            </p:nvCxnSpPr>
            <p:spPr>
              <a:xfrm rot="10800000">
                <a:off x="6397373" y="-27707"/>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196" name="Google Shape;196;p4"/>
              <p:cNvCxnSpPr>
                <a:stCxn id="193" idx="7"/>
                <a:endCxn id="165" idx="3"/>
              </p:cNvCxnSpPr>
              <p:nvPr/>
            </p:nvCxnSpPr>
            <p:spPr>
              <a:xfrm flipH="1" rot="10800000">
                <a:off x="7800600" y="65689"/>
                <a:ext cx="19800" cy="191100"/>
              </a:xfrm>
              <a:prstGeom prst="straightConnector1">
                <a:avLst/>
              </a:prstGeom>
              <a:noFill/>
              <a:ln cap="flat" cmpd="sng" w="9525">
                <a:solidFill>
                  <a:schemeClr val="dk2"/>
                </a:solidFill>
                <a:prstDash val="solid"/>
                <a:round/>
                <a:headEnd len="med" w="med" type="none"/>
                <a:tailEnd len="med" w="med" type="none"/>
              </a:ln>
            </p:spPr>
          </p:cxnSp>
        </p:grpSp>
        <p:grpSp>
          <p:nvGrpSpPr>
            <p:cNvPr id="197" name="Google Shape;197;p4"/>
            <p:cNvGrpSpPr/>
            <p:nvPr/>
          </p:nvGrpSpPr>
          <p:grpSpPr>
            <a:xfrm flipH="1" rot="10800000">
              <a:off x="-497962" y="2486033"/>
              <a:ext cx="3063625" cy="3321711"/>
              <a:chOff x="-460575" y="-671217"/>
              <a:chExt cx="3063625" cy="3321711"/>
            </a:xfrm>
          </p:grpSpPr>
          <p:cxnSp>
            <p:nvCxnSpPr>
              <p:cNvPr id="198" name="Google Shape;198;p4"/>
              <p:cNvCxnSpPr>
                <a:stCxn id="199" idx="6"/>
                <a:endCxn id="200"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200" name="Google Shape;200;p4"/>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1" name="Google Shape;201;p4"/>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2" name="Google Shape;202;p4"/>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3" name="Google Shape;203;p4"/>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4" name="Google Shape;204;p4"/>
              <p:cNvSpPr/>
              <p:nvPr/>
            </p:nvSpPr>
            <p:spPr>
              <a:xfrm>
                <a:off x="382949" y="1317288"/>
                <a:ext cx="1434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05" name="Google Shape;205;p4"/>
              <p:cNvCxnSpPr>
                <a:stCxn id="204" idx="4"/>
                <a:endCxn id="202" idx="0"/>
              </p:cNvCxnSpPr>
              <p:nvPr/>
            </p:nvCxnSpPr>
            <p:spPr>
              <a:xfrm flipH="1">
                <a:off x="169049" y="1474788"/>
                <a:ext cx="285600" cy="1018200"/>
              </a:xfrm>
              <a:prstGeom prst="straightConnector1">
                <a:avLst/>
              </a:prstGeom>
              <a:noFill/>
              <a:ln cap="flat" cmpd="sng" w="9525">
                <a:solidFill>
                  <a:schemeClr val="dk2"/>
                </a:solidFill>
                <a:prstDash val="solid"/>
                <a:round/>
                <a:headEnd len="med" w="med" type="none"/>
                <a:tailEnd len="med" w="med" type="none"/>
              </a:ln>
            </p:spPr>
          </p:cxnSp>
          <p:cxnSp>
            <p:nvCxnSpPr>
              <p:cNvPr id="206" name="Google Shape;206;p4"/>
              <p:cNvCxnSpPr>
                <a:stCxn id="203" idx="4"/>
                <a:endCxn id="202"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207" name="Google Shape;207;p4"/>
              <p:cNvCxnSpPr>
                <a:stCxn id="203" idx="5"/>
                <a:endCxn id="204" idx="1"/>
              </p:cNvCxnSpPr>
              <p:nvPr/>
            </p:nvCxnSpPr>
            <p:spPr>
              <a:xfrm>
                <a:off x="199829" y="960741"/>
                <a:ext cx="204000" cy="379500"/>
              </a:xfrm>
              <a:prstGeom prst="straightConnector1">
                <a:avLst/>
              </a:prstGeom>
              <a:noFill/>
              <a:ln cap="flat" cmpd="sng" w="9525">
                <a:solidFill>
                  <a:schemeClr val="dk2"/>
                </a:solidFill>
                <a:prstDash val="solid"/>
                <a:round/>
                <a:headEnd len="med" w="med" type="none"/>
                <a:tailEnd len="med" w="med" type="none"/>
              </a:ln>
            </p:spPr>
          </p:cxnSp>
          <p:cxnSp>
            <p:nvCxnSpPr>
              <p:cNvPr id="208" name="Google Shape;208;p4"/>
              <p:cNvCxnSpPr>
                <a:stCxn id="203" idx="0"/>
                <a:endCxn id="201"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209" name="Google Shape;209;p4"/>
              <p:cNvCxnSpPr>
                <a:stCxn id="203" idx="7"/>
                <a:endCxn id="199"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210" name="Google Shape;210;p4"/>
              <p:cNvCxnSpPr>
                <a:stCxn id="201" idx="5"/>
                <a:endCxn id="199"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211" name="Google Shape;211;p4"/>
              <p:cNvCxnSpPr>
                <a:stCxn id="201" idx="6"/>
                <a:endCxn id="200"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212" name="Google Shape;212;p4"/>
              <p:cNvCxnSpPr>
                <a:stCxn id="213" idx="1"/>
                <a:endCxn id="201"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214" name="Google Shape;214;p4"/>
              <p:cNvCxnSpPr>
                <a:stCxn id="204" idx="0"/>
                <a:endCxn id="199" idx="4"/>
              </p:cNvCxnSpPr>
              <p:nvPr/>
            </p:nvCxnSpPr>
            <p:spPr>
              <a:xfrm rot="10800000">
                <a:off x="378449" y="456588"/>
                <a:ext cx="76200" cy="860700"/>
              </a:xfrm>
              <a:prstGeom prst="straightConnector1">
                <a:avLst/>
              </a:prstGeom>
              <a:noFill/>
              <a:ln cap="flat" cmpd="sng" w="9525">
                <a:solidFill>
                  <a:schemeClr val="dk2"/>
                </a:solidFill>
                <a:prstDash val="solid"/>
                <a:round/>
                <a:headEnd len="med" w="med" type="none"/>
                <a:tailEnd len="med" w="med" type="none"/>
              </a:ln>
            </p:spPr>
          </p:cxnSp>
          <p:cxnSp>
            <p:nvCxnSpPr>
              <p:cNvPr id="215" name="Google Shape;215;p4"/>
              <p:cNvCxnSpPr>
                <a:stCxn id="204" idx="0"/>
                <a:endCxn id="213" idx="3"/>
              </p:cNvCxnSpPr>
              <p:nvPr/>
            </p:nvCxnSpPr>
            <p:spPr>
              <a:xfrm flipH="1" rot="10800000">
                <a:off x="454649" y="268188"/>
                <a:ext cx="342000" cy="1049100"/>
              </a:xfrm>
              <a:prstGeom prst="straightConnector1">
                <a:avLst/>
              </a:prstGeom>
              <a:noFill/>
              <a:ln cap="flat" cmpd="sng" w="9525">
                <a:solidFill>
                  <a:schemeClr val="dk2"/>
                </a:solidFill>
                <a:prstDash val="solid"/>
                <a:round/>
                <a:headEnd len="med" w="med" type="none"/>
                <a:tailEnd len="med" w="med" type="none"/>
              </a:ln>
            </p:spPr>
          </p:cxnSp>
          <p:sp>
            <p:nvSpPr>
              <p:cNvPr id="216" name="Google Shape;216;p4"/>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17" name="Google Shape;217;p4"/>
              <p:cNvCxnSpPr>
                <a:stCxn id="201" idx="5"/>
                <a:endCxn id="216"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218" name="Google Shape;218;p4"/>
              <p:cNvCxnSpPr>
                <a:stCxn id="213" idx="7"/>
                <a:endCxn id="216"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219" name="Google Shape;219;p4"/>
              <p:cNvCxnSpPr>
                <a:stCxn id="216" idx="6"/>
                <a:endCxn id="200"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220" name="Google Shape;220;p4"/>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21" name="Google Shape;221;p4"/>
              <p:cNvCxnSpPr>
                <a:stCxn id="220" idx="0"/>
                <a:endCxn id="201"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222" name="Google Shape;222;p4"/>
              <p:cNvCxnSpPr>
                <a:stCxn id="220" idx="6"/>
                <a:endCxn id="199"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223" name="Google Shape;223;p4"/>
              <p:cNvCxnSpPr>
                <a:stCxn id="220" idx="5"/>
                <a:endCxn id="203"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224" name="Google Shape;224;p4"/>
              <p:cNvCxnSpPr>
                <a:stCxn id="220" idx="5"/>
                <a:endCxn id="202"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213" name="Google Shape;213;p4"/>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9" name="Google Shape;199;p4"/>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225" name="Google Shape;225;p4"/>
          <p:cNvGrpSpPr/>
          <p:nvPr/>
        </p:nvGrpSpPr>
        <p:grpSpPr>
          <a:xfrm flipH="1" rot="10800000">
            <a:off x="144013" y="213488"/>
            <a:ext cx="406275" cy="563575"/>
            <a:chOff x="140150" y="4340075"/>
            <a:chExt cx="406275" cy="563575"/>
          </a:xfrm>
        </p:grpSpPr>
        <p:sp>
          <p:nvSpPr>
            <p:cNvPr id="226" name="Google Shape;226;p4"/>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7" name="Google Shape;227;p4"/>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8" name="Google Shape;228;p4"/>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9" name="Google Shape;229;p4"/>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0" name="Shape 230"/>
        <p:cNvGrpSpPr/>
        <p:nvPr/>
      </p:nvGrpSpPr>
      <p:grpSpPr>
        <a:xfrm>
          <a:off x="0" y="0"/>
          <a:ext cx="0" cy="0"/>
          <a:chOff x="0" y="0"/>
          <a:chExt cx="0" cy="0"/>
        </a:xfrm>
      </p:grpSpPr>
      <p:sp>
        <p:nvSpPr>
          <p:cNvPr id="231" name="Google Shape;231;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2" name="Google Shape;232;p5"/>
          <p:cNvSpPr txBox="1"/>
          <p:nvPr>
            <p:ph idx="1" type="subTitle"/>
          </p:nvPr>
        </p:nvSpPr>
        <p:spPr>
          <a:xfrm>
            <a:off x="4951702" y="2609977"/>
            <a:ext cx="3141900" cy="1134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3" name="Google Shape;233;p5"/>
          <p:cNvSpPr txBox="1"/>
          <p:nvPr>
            <p:ph idx="2" type="subTitle"/>
          </p:nvPr>
        </p:nvSpPr>
        <p:spPr>
          <a:xfrm>
            <a:off x="1050400" y="2609977"/>
            <a:ext cx="3141900" cy="1134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4" name="Google Shape;234;p5"/>
          <p:cNvSpPr txBox="1"/>
          <p:nvPr>
            <p:ph idx="3" type="subTitle"/>
          </p:nvPr>
        </p:nvSpPr>
        <p:spPr>
          <a:xfrm>
            <a:off x="1050400" y="1821125"/>
            <a:ext cx="3141900" cy="865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35" name="Google Shape;235;p5"/>
          <p:cNvSpPr txBox="1"/>
          <p:nvPr>
            <p:ph idx="4" type="subTitle"/>
          </p:nvPr>
        </p:nvSpPr>
        <p:spPr>
          <a:xfrm>
            <a:off x="4951707" y="1821125"/>
            <a:ext cx="3141900" cy="865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36" name="Google Shape;236;p5"/>
          <p:cNvGrpSpPr/>
          <p:nvPr/>
        </p:nvGrpSpPr>
        <p:grpSpPr>
          <a:xfrm>
            <a:off x="-497962" y="-2402532"/>
            <a:ext cx="9442425" cy="7984626"/>
            <a:chOff x="-497962" y="-2402532"/>
            <a:chExt cx="9442425" cy="7984626"/>
          </a:xfrm>
        </p:grpSpPr>
        <p:grpSp>
          <p:nvGrpSpPr>
            <p:cNvPr id="237" name="Google Shape;237;p5"/>
            <p:cNvGrpSpPr/>
            <p:nvPr/>
          </p:nvGrpSpPr>
          <p:grpSpPr>
            <a:xfrm>
              <a:off x="4589284" y="-2402532"/>
              <a:ext cx="4355179" cy="2890037"/>
              <a:chOff x="4589284" y="-2402532"/>
              <a:chExt cx="4355179" cy="2890037"/>
            </a:xfrm>
          </p:grpSpPr>
          <p:sp>
            <p:nvSpPr>
              <p:cNvPr id="238" name="Google Shape;238;p5"/>
              <p:cNvSpPr/>
              <p:nvPr/>
            </p:nvSpPr>
            <p:spPr>
              <a:xfrm rot="-2040502">
                <a:off x="4627083" y="192930"/>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9" name="Google Shape;239;p5"/>
              <p:cNvSpPr/>
              <p:nvPr/>
            </p:nvSpPr>
            <p:spPr>
              <a:xfrm rot="-2040502">
                <a:off x="7193806" y="-2094369"/>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0" name="Google Shape;240;p5"/>
              <p:cNvSpPr/>
              <p:nvPr/>
            </p:nvSpPr>
            <p:spPr>
              <a:xfrm rot="-2039936">
                <a:off x="7657969" y="-331832"/>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1" name="Google Shape;241;p5"/>
              <p:cNvSpPr/>
              <p:nvPr/>
            </p:nvSpPr>
            <p:spPr>
              <a:xfrm rot="-2047713">
                <a:off x="6999695" y="-80062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2" name="Google Shape;242;p5"/>
              <p:cNvSpPr/>
              <p:nvPr/>
            </p:nvSpPr>
            <p:spPr>
              <a:xfrm rot="-2045153">
                <a:off x="6126796" y="-832163"/>
                <a:ext cx="96354" cy="9635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3" name="Google Shape;243;p5"/>
              <p:cNvSpPr/>
              <p:nvPr/>
            </p:nvSpPr>
            <p:spPr>
              <a:xfrm rot="-2047713">
                <a:off x="6039211" y="-237716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4" name="Google Shape;244;p5"/>
              <p:cNvSpPr/>
              <p:nvPr/>
            </p:nvSpPr>
            <p:spPr>
              <a:xfrm rot="-2047713">
                <a:off x="6268216" y="-105290"/>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5" name="Google Shape;245;p5"/>
              <p:cNvSpPr/>
              <p:nvPr/>
            </p:nvSpPr>
            <p:spPr>
              <a:xfrm rot="-2045153">
                <a:off x="8100376" y="-1339754"/>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46" name="Google Shape;246;p5"/>
              <p:cNvCxnSpPr>
                <a:stCxn id="242" idx="5"/>
                <a:endCxn id="241" idx="1"/>
              </p:cNvCxnSpPr>
              <p:nvPr/>
            </p:nvCxnSpPr>
            <p:spPr>
              <a:xfrm>
                <a:off x="6222278" y="-774864"/>
                <a:ext cx="778500" cy="27300"/>
              </a:xfrm>
              <a:prstGeom prst="straightConnector1">
                <a:avLst/>
              </a:prstGeom>
              <a:noFill/>
              <a:ln cap="flat" cmpd="sng" w="9525">
                <a:solidFill>
                  <a:schemeClr val="dk2"/>
                </a:solidFill>
                <a:prstDash val="solid"/>
                <a:round/>
                <a:headEnd len="med" w="med" type="none"/>
                <a:tailEnd len="med" w="med" type="none"/>
              </a:ln>
            </p:spPr>
          </p:cxnSp>
          <p:cxnSp>
            <p:nvCxnSpPr>
              <p:cNvPr id="247" name="Google Shape;247;p5"/>
              <p:cNvCxnSpPr>
                <a:stCxn id="243" idx="4"/>
                <a:endCxn id="241" idx="0"/>
              </p:cNvCxnSpPr>
              <p:nvPr/>
            </p:nvCxnSpPr>
            <p:spPr>
              <a:xfrm>
                <a:off x="6141046" y="-2257932"/>
                <a:ext cx="887400" cy="1468500"/>
              </a:xfrm>
              <a:prstGeom prst="straightConnector1">
                <a:avLst/>
              </a:prstGeom>
              <a:noFill/>
              <a:ln cap="flat" cmpd="sng" w="9525">
                <a:solidFill>
                  <a:schemeClr val="dk2"/>
                </a:solidFill>
                <a:prstDash val="solid"/>
                <a:round/>
                <a:headEnd len="med" w="med" type="none"/>
                <a:tailEnd len="med" w="med" type="none"/>
              </a:ln>
            </p:spPr>
          </p:cxnSp>
          <p:cxnSp>
            <p:nvCxnSpPr>
              <p:cNvPr id="248" name="Google Shape;248;p5"/>
              <p:cNvCxnSpPr>
                <a:stCxn id="238" idx="6"/>
                <a:endCxn id="242" idx="3"/>
              </p:cNvCxnSpPr>
              <p:nvPr/>
            </p:nvCxnSpPr>
            <p:spPr>
              <a:xfrm flipH="1" rot="10800000">
                <a:off x="4805134" y="-736769"/>
                <a:ext cx="1360800" cy="972600"/>
              </a:xfrm>
              <a:prstGeom prst="straightConnector1">
                <a:avLst/>
              </a:prstGeom>
              <a:noFill/>
              <a:ln cap="flat" cmpd="sng" w="9525">
                <a:solidFill>
                  <a:schemeClr val="dk2"/>
                </a:solidFill>
                <a:prstDash val="solid"/>
                <a:round/>
                <a:headEnd len="med" w="med" type="none"/>
                <a:tailEnd len="med" w="med" type="none"/>
              </a:ln>
            </p:spPr>
          </p:cxnSp>
          <p:cxnSp>
            <p:nvCxnSpPr>
              <p:cNvPr id="249" name="Google Shape;249;p5"/>
              <p:cNvCxnSpPr>
                <a:stCxn id="242" idx="7"/>
                <a:endCxn id="243" idx="2"/>
              </p:cNvCxnSpPr>
              <p:nvPr/>
            </p:nvCxnSpPr>
            <p:spPr>
              <a:xfrm rot="10800000">
                <a:off x="6050594" y="-2275192"/>
                <a:ext cx="133500" cy="1443900"/>
              </a:xfrm>
              <a:prstGeom prst="straightConnector1">
                <a:avLst/>
              </a:prstGeom>
              <a:noFill/>
              <a:ln cap="flat" cmpd="sng" w="9525">
                <a:solidFill>
                  <a:schemeClr val="dk2"/>
                </a:solidFill>
                <a:prstDash val="solid"/>
                <a:round/>
                <a:headEnd len="med" w="med" type="none"/>
                <a:tailEnd len="med" w="med" type="none"/>
              </a:ln>
            </p:spPr>
          </p:cxnSp>
          <p:cxnSp>
            <p:nvCxnSpPr>
              <p:cNvPr id="250" name="Google Shape;250;p5"/>
              <p:cNvCxnSpPr>
                <a:stCxn id="243" idx="6"/>
                <a:endCxn id="239" idx="1"/>
              </p:cNvCxnSpPr>
              <p:nvPr/>
            </p:nvCxnSpPr>
            <p:spPr>
              <a:xfrm>
                <a:off x="6158446" y="-2348532"/>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251" name="Google Shape;251;p5"/>
              <p:cNvCxnSpPr>
                <a:stCxn id="241" idx="7"/>
                <a:endCxn id="239" idx="3"/>
              </p:cNvCxnSpPr>
              <p:nvPr/>
            </p:nvCxnSpPr>
            <p:spPr>
              <a:xfrm flipH="1" rot="10800000">
                <a:off x="7077233" y="-1901356"/>
                <a:ext cx="195300" cy="1101900"/>
              </a:xfrm>
              <a:prstGeom prst="straightConnector1">
                <a:avLst/>
              </a:prstGeom>
              <a:noFill/>
              <a:ln cap="flat" cmpd="sng" w="9525">
                <a:solidFill>
                  <a:schemeClr val="dk2"/>
                </a:solidFill>
                <a:prstDash val="solid"/>
                <a:round/>
                <a:headEnd len="med" w="med" type="none"/>
                <a:tailEnd len="med" w="med" type="none"/>
              </a:ln>
            </p:spPr>
          </p:cxnSp>
          <p:cxnSp>
            <p:nvCxnSpPr>
              <p:cNvPr id="252" name="Google Shape;252;p5"/>
              <p:cNvCxnSpPr>
                <a:stCxn id="238" idx="6"/>
                <a:endCxn id="244" idx="1"/>
              </p:cNvCxnSpPr>
              <p:nvPr/>
            </p:nvCxnSpPr>
            <p:spPr>
              <a:xfrm flipH="1" rot="10800000">
                <a:off x="4805134" y="-52469"/>
                <a:ext cx="1464300" cy="288300"/>
              </a:xfrm>
              <a:prstGeom prst="straightConnector1">
                <a:avLst/>
              </a:prstGeom>
              <a:noFill/>
              <a:ln cap="flat" cmpd="sng" w="9525">
                <a:solidFill>
                  <a:schemeClr val="dk2"/>
                </a:solidFill>
                <a:prstDash val="solid"/>
                <a:round/>
                <a:headEnd len="med" w="med" type="none"/>
                <a:tailEnd len="med" w="med" type="none"/>
              </a:ln>
            </p:spPr>
          </p:cxnSp>
          <p:cxnSp>
            <p:nvCxnSpPr>
              <p:cNvPr id="253" name="Google Shape;253;p5"/>
              <p:cNvCxnSpPr>
                <a:stCxn id="244" idx="6"/>
                <a:endCxn id="241" idx="2"/>
              </p:cNvCxnSpPr>
              <p:nvPr/>
            </p:nvCxnSpPr>
            <p:spPr>
              <a:xfrm flipH="1" rot="10800000">
                <a:off x="6387451" y="-698855"/>
                <a:ext cx="623400" cy="622200"/>
              </a:xfrm>
              <a:prstGeom prst="straightConnector1">
                <a:avLst/>
              </a:prstGeom>
              <a:noFill/>
              <a:ln cap="flat" cmpd="sng" w="9525">
                <a:solidFill>
                  <a:schemeClr val="dk2"/>
                </a:solidFill>
                <a:prstDash val="solid"/>
                <a:round/>
                <a:headEnd len="med" w="med" type="none"/>
                <a:tailEnd len="med" w="med" type="none"/>
              </a:ln>
            </p:spPr>
          </p:cxnSp>
          <p:cxnSp>
            <p:nvCxnSpPr>
              <p:cNvPr id="254" name="Google Shape;254;p5"/>
              <p:cNvCxnSpPr>
                <a:stCxn id="244" idx="5"/>
                <a:endCxn id="240" idx="1"/>
              </p:cNvCxnSpPr>
              <p:nvPr/>
            </p:nvCxnSpPr>
            <p:spPr>
              <a:xfrm flipH="1" rot="10800000">
                <a:off x="6397515" y="-169351"/>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255" name="Google Shape;255;p5"/>
              <p:cNvCxnSpPr>
                <a:stCxn id="240" idx="0"/>
                <a:endCxn id="241" idx="5"/>
              </p:cNvCxnSpPr>
              <p:nvPr/>
            </p:nvCxnSpPr>
            <p:spPr>
              <a:xfrm rot="10800000">
                <a:off x="7129021" y="-723230"/>
                <a:ext cx="617400" cy="425700"/>
              </a:xfrm>
              <a:prstGeom prst="straightConnector1">
                <a:avLst/>
              </a:prstGeom>
              <a:noFill/>
              <a:ln cap="flat" cmpd="sng" w="9525">
                <a:solidFill>
                  <a:schemeClr val="dk2"/>
                </a:solidFill>
                <a:prstDash val="solid"/>
                <a:round/>
                <a:headEnd len="med" w="med" type="none"/>
                <a:tailEnd len="med" w="med" type="none"/>
              </a:ln>
            </p:spPr>
          </p:cxnSp>
          <p:cxnSp>
            <p:nvCxnSpPr>
              <p:cNvPr id="256" name="Google Shape;256;p5"/>
              <p:cNvCxnSpPr>
                <a:stCxn id="240" idx="7"/>
                <a:endCxn id="245" idx="3"/>
              </p:cNvCxnSpPr>
              <p:nvPr/>
            </p:nvCxnSpPr>
            <p:spPr>
              <a:xfrm flipH="1" rot="10800000">
                <a:off x="7896910" y="-1244345"/>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257" name="Google Shape;257;p5"/>
              <p:cNvCxnSpPr>
                <a:stCxn id="241" idx="6"/>
                <a:endCxn id="245" idx="2"/>
              </p:cNvCxnSpPr>
              <p:nvPr/>
            </p:nvCxnSpPr>
            <p:spPr>
              <a:xfrm flipH="1" rot="10800000">
                <a:off x="7118930" y="-1264592"/>
                <a:ext cx="989700" cy="492600"/>
              </a:xfrm>
              <a:prstGeom prst="straightConnector1">
                <a:avLst/>
              </a:prstGeom>
              <a:noFill/>
              <a:ln cap="flat" cmpd="sng" w="9525">
                <a:solidFill>
                  <a:schemeClr val="dk2"/>
                </a:solidFill>
                <a:prstDash val="solid"/>
                <a:round/>
                <a:headEnd len="med" w="med" type="none"/>
                <a:tailEnd len="med" w="med" type="none"/>
              </a:ln>
            </p:spPr>
          </p:cxnSp>
          <p:cxnSp>
            <p:nvCxnSpPr>
              <p:cNvPr id="258" name="Google Shape;258;p5"/>
              <p:cNvCxnSpPr>
                <a:stCxn id="245" idx="0"/>
                <a:endCxn id="239" idx="5"/>
              </p:cNvCxnSpPr>
              <p:nvPr/>
            </p:nvCxnSpPr>
            <p:spPr>
              <a:xfrm rot="10800000">
                <a:off x="7386853" y="-1978577"/>
                <a:ext cx="734700" cy="647100"/>
              </a:xfrm>
              <a:prstGeom prst="straightConnector1">
                <a:avLst/>
              </a:prstGeom>
              <a:noFill/>
              <a:ln cap="flat" cmpd="sng" w="9525">
                <a:solidFill>
                  <a:schemeClr val="dk2"/>
                </a:solidFill>
                <a:prstDash val="solid"/>
                <a:round/>
                <a:headEnd len="med" w="med" type="none"/>
                <a:tailEnd len="med" w="med" type="none"/>
              </a:ln>
            </p:spPr>
          </p:cxnSp>
          <p:cxnSp>
            <p:nvCxnSpPr>
              <p:cNvPr id="259" name="Google Shape;259;p5"/>
              <p:cNvCxnSpPr>
                <a:stCxn id="243" idx="5"/>
                <a:endCxn id="245" idx="1"/>
              </p:cNvCxnSpPr>
              <p:nvPr/>
            </p:nvCxnSpPr>
            <p:spPr>
              <a:xfrm>
                <a:off x="6168510" y="-2299629"/>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260" name="Google Shape;260;p5"/>
              <p:cNvCxnSpPr>
                <a:stCxn id="242" idx="6"/>
                <a:endCxn id="245" idx="1"/>
              </p:cNvCxnSpPr>
              <p:nvPr/>
            </p:nvCxnSpPr>
            <p:spPr>
              <a:xfrm flipH="1" rot="10800000">
                <a:off x="6214873" y="-1300586"/>
                <a:ext cx="1886400" cy="489600"/>
              </a:xfrm>
              <a:prstGeom prst="straightConnector1">
                <a:avLst/>
              </a:prstGeom>
              <a:noFill/>
              <a:ln cap="flat" cmpd="sng" w="9525">
                <a:solidFill>
                  <a:schemeClr val="dk2"/>
                </a:solidFill>
                <a:prstDash val="solid"/>
                <a:round/>
                <a:headEnd len="med" w="med" type="none"/>
                <a:tailEnd len="med" w="med" type="none"/>
              </a:ln>
            </p:spPr>
          </p:cxnSp>
          <p:cxnSp>
            <p:nvCxnSpPr>
              <p:cNvPr id="261" name="Google Shape;261;p5"/>
              <p:cNvCxnSpPr>
                <a:stCxn id="242" idx="4"/>
                <a:endCxn id="240" idx="1"/>
              </p:cNvCxnSpPr>
              <p:nvPr/>
            </p:nvCxnSpPr>
            <p:spPr>
              <a:xfrm>
                <a:off x="6201973" y="-744086"/>
                <a:ext cx="1459800" cy="574500"/>
              </a:xfrm>
              <a:prstGeom prst="straightConnector1">
                <a:avLst/>
              </a:prstGeom>
              <a:noFill/>
              <a:ln cap="flat" cmpd="sng" w="9525">
                <a:solidFill>
                  <a:schemeClr val="dk2"/>
                </a:solidFill>
                <a:prstDash val="solid"/>
                <a:round/>
                <a:headEnd len="med" w="med" type="none"/>
                <a:tailEnd len="med" w="med" type="none"/>
              </a:ln>
            </p:spPr>
          </p:cxnSp>
          <p:cxnSp>
            <p:nvCxnSpPr>
              <p:cNvPr id="262" name="Google Shape;262;p5"/>
              <p:cNvCxnSpPr>
                <a:stCxn id="239" idx="4"/>
                <a:endCxn id="240" idx="7"/>
              </p:cNvCxnSpPr>
              <p:nvPr/>
            </p:nvCxnSpPr>
            <p:spPr>
              <a:xfrm>
                <a:off x="7345607" y="-1916318"/>
                <a:ext cx="551400" cy="1588200"/>
              </a:xfrm>
              <a:prstGeom prst="straightConnector1">
                <a:avLst/>
              </a:prstGeom>
              <a:noFill/>
              <a:ln cap="flat" cmpd="sng" w="9525">
                <a:solidFill>
                  <a:schemeClr val="dk2"/>
                </a:solidFill>
                <a:prstDash val="solid"/>
                <a:round/>
                <a:headEnd len="med" w="med" type="none"/>
                <a:tailEnd len="med" w="med" type="none"/>
              </a:ln>
            </p:spPr>
          </p:cxnSp>
          <p:sp>
            <p:nvSpPr>
              <p:cNvPr id="263" name="Google Shape;263;p5"/>
              <p:cNvSpPr/>
              <p:nvPr/>
            </p:nvSpPr>
            <p:spPr>
              <a:xfrm rot="-2047713">
                <a:off x="8788629" y="-4306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64" name="Google Shape;264;p5"/>
              <p:cNvCxnSpPr>
                <a:stCxn id="245" idx="4"/>
                <a:endCxn id="263" idx="7"/>
              </p:cNvCxnSpPr>
              <p:nvPr/>
            </p:nvCxnSpPr>
            <p:spPr>
              <a:xfrm>
                <a:off x="8175553" y="-1251677"/>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265" name="Google Shape;265;p5"/>
              <p:cNvCxnSpPr>
                <a:stCxn id="263" idx="1"/>
                <a:endCxn id="240" idx="5"/>
              </p:cNvCxnSpPr>
              <p:nvPr/>
            </p:nvCxnSpPr>
            <p:spPr>
              <a:xfrm rot="10800000">
                <a:off x="8055700" y="-93031"/>
                <a:ext cx="734100" cy="102900"/>
              </a:xfrm>
              <a:prstGeom prst="straightConnector1">
                <a:avLst/>
              </a:prstGeom>
              <a:noFill/>
              <a:ln cap="flat" cmpd="sng" w="9525">
                <a:solidFill>
                  <a:schemeClr val="dk2"/>
                </a:solidFill>
                <a:prstDash val="solid"/>
                <a:round/>
                <a:headEnd len="med" w="med" type="none"/>
                <a:tailEnd len="med" w="med" type="none"/>
              </a:ln>
            </p:spPr>
          </p:cxnSp>
          <p:cxnSp>
            <p:nvCxnSpPr>
              <p:cNvPr id="266" name="Google Shape;266;p5"/>
              <p:cNvCxnSpPr>
                <a:stCxn id="263" idx="0"/>
                <a:endCxn id="239" idx="4"/>
              </p:cNvCxnSpPr>
              <p:nvPr/>
            </p:nvCxnSpPr>
            <p:spPr>
              <a:xfrm rot="10800000">
                <a:off x="7345463" y="-1916427"/>
                <a:ext cx="1471800" cy="1884600"/>
              </a:xfrm>
              <a:prstGeom prst="straightConnector1">
                <a:avLst/>
              </a:prstGeom>
              <a:noFill/>
              <a:ln cap="flat" cmpd="sng" w="9525">
                <a:solidFill>
                  <a:schemeClr val="dk2"/>
                </a:solidFill>
                <a:prstDash val="solid"/>
                <a:round/>
                <a:headEnd len="med" w="med" type="none"/>
                <a:tailEnd len="med" w="med" type="none"/>
              </a:ln>
            </p:spPr>
          </p:cxnSp>
          <p:cxnSp>
            <p:nvCxnSpPr>
              <p:cNvPr id="267" name="Google Shape;267;p5"/>
              <p:cNvCxnSpPr>
                <a:stCxn id="263" idx="1"/>
                <a:endCxn id="241" idx="5"/>
              </p:cNvCxnSpPr>
              <p:nvPr/>
            </p:nvCxnSpPr>
            <p:spPr>
              <a:xfrm rot="10800000">
                <a:off x="7129000" y="-723031"/>
                <a:ext cx="1660800" cy="732900"/>
              </a:xfrm>
              <a:prstGeom prst="straightConnector1">
                <a:avLst/>
              </a:prstGeom>
              <a:noFill/>
              <a:ln cap="flat" cmpd="sng" w="9525">
                <a:solidFill>
                  <a:schemeClr val="dk2"/>
                </a:solidFill>
                <a:prstDash val="solid"/>
                <a:round/>
                <a:headEnd len="med" w="med" type="none"/>
                <a:tailEnd len="med" w="med" type="none"/>
              </a:ln>
            </p:spPr>
          </p:cxnSp>
          <p:sp>
            <p:nvSpPr>
              <p:cNvPr id="268" name="Google Shape;268;p5"/>
              <p:cNvSpPr/>
              <p:nvPr/>
            </p:nvSpPr>
            <p:spPr>
              <a:xfrm rot="-2040502">
                <a:off x="7684687" y="25500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69" name="Google Shape;269;p5"/>
              <p:cNvCxnSpPr>
                <a:stCxn id="263" idx="2"/>
                <a:endCxn id="268" idx="5"/>
              </p:cNvCxnSpPr>
              <p:nvPr/>
            </p:nvCxnSpPr>
            <p:spPr>
              <a:xfrm flipH="1">
                <a:off x="7877663" y="58773"/>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270" name="Google Shape;270;p5"/>
              <p:cNvCxnSpPr>
                <a:stCxn id="268" idx="1"/>
                <a:endCxn id="244" idx="5"/>
              </p:cNvCxnSpPr>
              <p:nvPr/>
            </p:nvCxnSpPr>
            <p:spPr>
              <a:xfrm rot="10800000">
                <a:off x="6397373" y="-27707"/>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271" name="Google Shape;271;p5"/>
              <p:cNvCxnSpPr>
                <a:stCxn id="268" idx="7"/>
                <a:endCxn id="240" idx="3"/>
              </p:cNvCxnSpPr>
              <p:nvPr/>
            </p:nvCxnSpPr>
            <p:spPr>
              <a:xfrm flipH="1" rot="10800000">
                <a:off x="7800600" y="65689"/>
                <a:ext cx="19800" cy="191100"/>
              </a:xfrm>
              <a:prstGeom prst="straightConnector1">
                <a:avLst/>
              </a:prstGeom>
              <a:noFill/>
              <a:ln cap="flat" cmpd="sng" w="9525">
                <a:solidFill>
                  <a:schemeClr val="dk2"/>
                </a:solidFill>
                <a:prstDash val="solid"/>
                <a:round/>
                <a:headEnd len="med" w="med" type="none"/>
                <a:tailEnd len="med" w="med" type="none"/>
              </a:ln>
            </p:spPr>
          </p:cxnSp>
        </p:grpSp>
        <p:grpSp>
          <p:nvGrpSpPr>
            <p:cNvPr id="272" name="Google Shape;272;p5"/>
            <p:cNvGrpSpPr/>
            <p:nvPr/>
          </p:nvGrpSpPr>
          <p:grpSpPr>
            <a:xfrm flipH="1" rot="10800000">
              <a:off x="-497962" y="2260383"/>
              <a:ext cx="3063625" cy="3321711"/>
              <a:chOff x="-460575" y="-671217"/>
              <a:chExt cx="3063625" cy="3321711"/>
            </a:xfrm>
          </p:grpSpPr>
          <p:cxnSp>
            <p:nvCxnSpPr>
              <p:cNvPr id="273" name="Google Shape;273;p5"/>
              <p:cNvCxnSpPr>
                <a:stCxn id="274" idx="6"/>
                <a:endCxn id="275"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275" name="Google Shape;275;p5"/>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6" name="Google Shape;276;p5"/>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7" name="Google Shape;277;p5"/>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8" name="Google Shape;278;p5"/>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9" name="Google Shape;279;p5"/>
              <p:cNvSpPr/>
              <p:nvPr/>
            </p:nvSpPr>
            <p:spPr>
              <a:xfrm>
                <a:off x="382937" y="1317277"/>
                <a:ext cx="1569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80" name="Google Shape;280;p5"/>
              <p:cNvCxnSpPr>
                <a:stCxn id="279" idx="4"/>
                <a:endCxn id="277" idx="0"/>
              </p:cNvCxnSpPr>
              <p:nvPr/>
            </p:nvCxnSpPr>
            <p:spPr>
              <a:xfrm flipH="1">
                <a:off x="169187" y="1474777"/>
                <a:ext cx="292200" cy="1018200"/>
              </a:xfrm>
              <a:prstGeom prst="straightConnector1">
                <a:avLst/>
              </a:prstGeom>
              <a:noFill/>
              <a:ln cap="flat" cmpd="sng" w="9525">
                <a:solidFill>
                  <a:schemeClr val="dk2"/>
                </a:solidFill>
                <a:prstDash val="solid"/>
                <a:round/>
                <a:headEnd len="med" w="med" type="none"/>
                <a:tailEnd len="med" w="med" type="none"/>
              </a:ln>
            </p:spPr>
          </p:cxnSp>
          <p:cxnSp>
            <p:nvCxnSpPr>
              <p:cNvPr id="281" name="Google Shape;281;p5"/>
              <p:cNvCxnSpPr>
                <a:stCxn id="278" idx="4"/>
                <a:endCxn id="277"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282" name="Google Shape;282;p5"/>
              <p:cNvCxnSpPr>
                <a:stCxn id="278" idx="5"/>
                <a:endCxn id="279" idx="1"/>
              </p:cNvCxnSpPr>
              <p:nvPr/>
            </p:nvCxnSpPr>
            <p:spPr>
              <a:xfrm>
                <a:off x="199829" y="960741"/>
                <a:ext cx="206100" cy="379500"/>
              </a:xfrm>
              <a:prstGeom prst="straightConnector1">
                <a:avLst/>
              </a:prstGeom>
              <a:noFill/>
              <a:ln cap="flat" cmpd="sng" w="9525">
                <a:solidFill>
                  <a:schemeClr val="dk2"/>
                </a:solidFill>
                <a:prstDash val="solid"/>
                <a:round/>
                <a:headEnd len="med" w="med" type="none"/>
                <a:tailEnd len="med" w="med" type="none"/>
              </a:ln>
            </p:spPr>
          </p:cxnSp>
          <p:cxnSp>
            <p:nvCxnSpPr>
              <p:cNvPr id="283" name="Google Shape;283;p5"/>
              <p:cNvCxnSpPr>
                <a:stCxn id="278" idx="0"/>
                <a:endCxn id="276"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284" name="Google Shape;284;p5"/>
              <p:cNvCxnSpPr>
                <a:stCxn id="278" idx="7"/>
                <a:endCxn id="274"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285" name="Google Shape;285;p5"/>
              <p:cNvCxnSpPr>
                <a:stCxn id="276" idx="5"/>
                <a:endCxn id="274"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286" name="Google Shape;286;p5"/>
              <p:cNvCxnSpPr>
                <a:stCxn id="276" idx="6"/>
                <a:endCxn id="275"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287" name="Google Shape;287;p5"/>
              <p:cNvCxnSpPr>
                <a:stCxn id="288" idx="1"/>
                <a:endCxn id="276"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289" name="Google Shape;289;p5"/>
              <p:cNvCxnSpPr>
                <a:stCxn id="279" idx="0"/>
                <a:endCxn id="274" idx="4"/>
              </p:cNvCxnSpPr>
              <p:nvPr/>
            </p:nvCxnSpPr>
            <p:spPr>
              <a:xfrm rot="10800000">
                <a:off x="378587" y="456577"/>
                <a:ext cx="82800" cy="860700"/>
              </a:xfrm>
              <a:prstGeom prst="straightConnector1">
                <a:avLst/>
              </a:prstGeom>
              <a:noFill/>
              <a:ln cap="flat" cmpd="sng" w="9525">
                <a:solidFill>
                  <a:schemeClr val="dk2"/>
                </a:solidFill>
                <a:prstDash val="solid"/>
                <a:round/>
                <a:headEnd len="med" w="med" type="none"/>
                <a:tailEnd len="med" w="med" type="none"/>
              </a:ln>
            </p:spPr>
          </p:cxnSp>
          <p:cxnSp>
            <p:nvCxnSpPr>
              <p:cNvPr id="290" name="Google Shape;290;p5"/>
              <p:cNvCxnSpPr>
                <a:stCxn id="279" idx="0"/>
                <a:endCxn id="288" idx="3"/>
              </p:cNvCxnSpPr>
              <p:nvPr/>
            </p:nvCxnSpPr>
            <p:spPr>
              <a:xfrm flipH="1" rot="10800000">
                <a:off x="461387" y="268177"/>
                <a:ext cx="335100" cy="1049100"/>
              </a:xfrm>
              <a:prstGeom prst="straightConnector1">
                <a:avLst/>
              </a:prstGeom>
              <a:noFill/>
              <a:ln cap="flat" cmpd="sng" w="9525">
                <a:solidFill>
                  <a:schemeClr val="dk2"/>
                </a:solidFill>
                <a:prstDash val="solid"/>
                <a:round/>
                <a:headEnd len="med" w="med" type="none"/>
                <a:tailEnd len="med" w="med" type="none"/>
              </a:ln>
            </p:spPr>
          </p:cxnSp>
          <p:sp>
            <p:nvSpPr>
              <p:cNvPr id="291" name="Google Shape;291;p5"/>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92" name="Google Shape;292;p5"/>
              <p:cNvCxnSpPr>
                <a:stCxn id="276" idx="5"/>
                <a:endCxn id="291"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293" name="Google Shape;293;p5"/>
              <p:cNvCxnSpPr>
                <a:stCxn id="288" idx="7"/>
                <a:endCxn id="291"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294" name="Google Shape;294;p5"/>
              <p:cNvCxnSpPr>
                <a:stCxn id="291" idx="6"/>
                <a:endCxn id="275"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295" name="Google Shape;295;p5"/>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96" name="Google Shape;296;p5"/>
              <p:cNvCxnSpPr>
                <a:stCxn id="295" idx="0"/>
                <a:endCxn id="276"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297" name="Google Shape;297;p5"/>
              <p:cNvCxnSpPr>
                <a:stCxn id="295" idx="6"/>
                <a:endCxn id="274"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298" name="Google Shape;298;p5"/>
              <p:cNvCxnSpPr>
                <a:stCxn id="295" idx="5"/>
                <a:endCxn id="278"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299" name="Google Shape;299;p5"/>
              <p:cNvCxnSpPr>
                <a:stCxn id="295" idx="5"/>
                <a:endCxn id="277"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288" name="Google Shape;288;p5"/>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4" name="Google Shape;274;p5"/>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300" name="Google Shape;300;p5"/>
          <p:cNvGrpSpPr/>
          <p:nvPr/>
        </p:nvGrpSpPr>
        <p:grpSpPr>
          <a:xfrm>
            <a:off x="3132451" y="3639438"/>
            <a:ext cx="5812012" cy="1415987"/>
            <a:chOff x="3132451" y="3639438"/>
            <a:chExt cx="5812012" cy="1415987"/>
          </a:xfrm>
        </p:grpSpPr>
        <p:grpSp>
          <p:nvGrpSpPr>
            <p:cNvPr id="301" name="Google Shape;301;p5"/>
            <p:cNvGrpSpPr/>
            <p:nvPr/>
          </p:nvGrpSpPr>
          <p:grpSpPr>
            <a:xfrm flipH="1" rot="10800000">
              <a:off x="8538188" y="3639438"/>
              <a:ext cx="406275" cy="563575"/>
              <a:chOff x="140150" y="4340075"/>
              <a:chExt cx="406275" cy="563575"/>
            </a:xfrm>
          </p:grpSpPr>
          <p:sp>
            <p:nvSpPr>
              <p:cNvPr id="302" name="Google Shape;302;p5"/>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3" name="Google Shape;303;p5"/>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4" name="Google Shape;304;p5"/>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5" name="Google Shape;305;p5"/>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06" name="Google Shape;306;p5"/>
            <p:cNvGrpSpPr/>
            <p:nvPr/>
          </p:nvGrpSpPr>
          <p:grpSpPr>
            <a:xfrm rot="10800000">
              <a:off x="3132451" y="4732750"/>
              <a:ext cx="298275" cy="322675"/>
              <a:chOff x="8667225" y="681525"/>
              <a:chExt cx="298275" cy="322675"/>
            </a:xfrm>
          </p:grpSpPr>
          <p:sp>
            <p:nvSpPr>
              <p:cNvPr id="307" name="Google Shape;307;p5"/>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8" name="Google Shape;308;p5"/>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9" name="Google Shape;309;p5"/>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0" name="Shape 310"/>
        <p:cNvGrpSpPr/>
        <p:nvPr/>
      </p:nvGrpSpPr>
      <p:grpSpPr>
        <a:xfrm>
          <a:off x="0" y="0"/>
          <a:ext cx="0" cy="0"/>
          <a:chOff x="0" y="0"/>
          <a:chExt cx="0" cy="0"/>
        </a:xfrm>
      </p:grpSpPr>
      <p:sp>
        <p:nvSpPr>
          <p:cNvPr id="311" name="Google Shape;311;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312" name="Google Shape;312;p6"/>
          <p:cNvCxnSpPr>
            <a:stCxn id="313" idx="6"/>
            <a:endCxn id="314" idx="2"/>
          </p:cNvCxnSpPr>
          <p:nvPr/>
        </p:nvCxnSpPr>
        <p:spPr>
          <a:xfrm flipH="1" rot="10800000">
            <a:off x="193201" y="280868"/>
            <a:ext cx="388800" cy="117000"/>
          </a:xfrm>
          <a:prstGeom prst="straightConnector1">
            <a:avLst/>
          </a:prstGeom>
          <a:noFill/>
          <a:ln cap="flat" cmpd="sng" w="9525">
            <a:solidFill>
              <a:schemeClr val="dk2"/>
            </a:solidFill>
            <a:prstDash val="solid"/>
            <a:round/>
            <a:headEnd len="med" w="med" type="none"/>
            <a:tailEnd len="med" w="med" type="none"/>
          </a:ln>
        </p:spPr>
      </p:cxnSp>
      <p:grpSp>
        <p:nvGrpSpPr>
          <p:cNvPr id="315" name="Google Shape;315;p6"/>
          <p:cNvGrpSpPr/>
          <p:nvPr/>
        </p:nvGrpSpPr>
        <p:grpSpPr>
          <a:xfrm>
            <a:off x="-378324" y="-207277"/>
            <a:ext cx="9969999" cy="5712728"/>
            <a:chOff x="-378324" y="-207277"/>
            <a:chExt cx="9969999" cy="5712728"/>
          </a:xfrm>
        </p:grpSpPr>
        <p:grpSp>
          <p:nvGrpSpPr>
            <p:cNvPr id="316" name="Google Shape;316;p6"/>
            <p:cNvGrpSpPr/>
            <p:nvPr/>
          </p:nvGrpSpPr>
          <p:grpSpPr>
            <a:xfrm>
              <a:off x="-378324" y="-207277"/>
              <a:ext cx="1762174" cy="2641456"/>
              <a:chOff x="-149724" y="-192037"/>
              <a:chExt cx="1762174" cy="2641456"/>
            </a:xfrm>
          </p:grpSpPr>
          <p:cxnSp>
            <p:nvCxnSpPr>
              <p:cNvPr id="317" name="Google Shape;317;p6"/>
              <p:cNvCxnSpPr>
                <a:stCxn id="314" idx="7"/>
                <a:endCxn id="318" idx="2"/>
              </p:cNvCxnSpPr>
              <p:nvPr/>
            </p:nvCxnSpPr>
            <p:spPr>
              <a:xfrm flipH="1" rot="10800000">
                <a:off x="936740" y="3228"/>
                <a:ext cx="518100" cy="240600"/>
              </a:xfrm>
              <a:prstGeom prst="straightConnector1">
                <a:avLst/>
              </a:prstGeom>
              <a:noFill/>
              <a:ln cap="flat" cmpd="sng" w="9525">
                <a:solidFill>
                  <a:schemeClr val="dk2"/>
                </a:solidFill>
                <a:prstDash val="solid"/>
                <a:round/>
                <a:headEnd len="med" w="med" type="none"/>
                <a:tailEnd len="med" w="med" type="none"/>
              </a:ln>
            </p:spPr>
          </p:cxnSp>
          <p:sp>
            <p:nvSpPr>
              <p:cNvPr id="318" name="Google Shape;318;p6"/>
              <p:cNvSpPr/>
              <p:nvPr/>
            </p:nvSpPr>
            <p:spPr>
              <a:xfrm>
                <a:off x="1454950" y="-75631"/>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9" name="Google Shape;319;p6"/>
              <p:cNvSpPr/>
              <p:nvPr/>
            </p:nvSpPr>
            <p:spPr>
              <a:xfrm>
                <a:off x="-1497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0" name="Google Shape;320;p6"/>
              <p:cNvSpPr/>
              <p:nvPr/>
            </p:nvSpPr>
            <p:spPr>
              <a:xfrm>
                <a:off x="2538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4" name="Google Shape;314;p6"/>
              <p:cNvSpPr/>
              <p:nvPr/>
            </p:nvSpPr>
            <p:spPr>
              <a:xfrm>
                <a:off x="810500" y="222169"/>
                <a:ext cx="147900" cy="147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1" name="Google Shape;321;p6"/>
              <p:cNvSpPr/>
              <p:nvPr/>
            </p:nvSpPr>
            <p:spPr>
              <a:xfrm>
                <a:off x="64625" y="886726"/>
                <a:ext cx="147900" cy="147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2" name="Google Shape;322;p6"/>
              <p:cNvSpPr/>
              <p:nvPr/>
            </p:nvSpPr>
            <p:spPr>
              <a:xfrm>
                <a:off x="368276" y="1058087"/>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23" name="Google Shape;323;p6"/>
              <p:cNvCxnSpPr>
                <a:stCxn id="322" idx="4"/>
                <a:endCxn id="320" idx="0"/>
              </p:cNvCxnSpPr>
              <p:nvPr/>
            </p:nvCxnSpPr>
            <p:spPr>
              <a:xfrm flipH="1">
                <a:off x="332426" y="1144787"/>
                <a:ext cx="79200" cy="1147200"/>
              </a:xfrm>
              <a:prstGeom prst="straightConnector1">
                <a:avLst/>
              </a:prstGeom>
              <a:noFill/>
              <a:ln cap="flat" cmpd="sng" w="9525">
                <a:solidFill>
                  <a:schemeClr val="dk2"/>
                </a:solidFill>
                <a:prstDash val="solid"/>
                <a:round/>
                <a:headEnd len="med" w="med" type="none"/>
                <a:tailEnd len="med" w="med" type="none"/>
              </a:ln>
            </p:spPr>
          </p:cxnSp>
          <p:cxnSp>
            <p:nvCxnSpPr>
              <p:cNvPr id="324" name="Google Shape;324;p6"/>
              <p:cNvCxnSpPr>
                <a:stCxn id="321" idx="4"/>
                <a:endCxn id="320" idx="0"/>
              </p:cNvCxnSpPr>
              <p:nvPr/>
            </p:nvCxnSpPr>
            <p:spPr>
              <a:xfrm>
                <a:off x="138575" y="1034626"/>
                <a:ext cx="194100" cy="1257300"/>
              </a:xfrm>
              <a:prstGeom prst="straightConnector1">
                <a:avLst/>
              </a:prstGeom>
              <a:noFill/>
              <a:ln cap="flat" cmpd="sng" w="9525">
                <a:solidFill>
                  <a:schemeClr val="dk2"/>
                </a:solidFill>
                <a:prstDash val="solid"/>
                <a:round/>
                <a:headEnd len="med" w="med" type="none"/>
                <a:tailEnd len="med" w="med" type="none"/>
              </a:ln>
            </p:spPr>
          </p:cxnSp>
          <p:cxnSp>
            <p:nvCxnSpPr>
              <p:cNvPr id="325" name="Google Shape;325;p6"/>
              <p:cNvCxnSpPr>
                <a:stCxn id="321" idx="5"/>
                <a:endCxn id="322" idx="1"/>
              </p:cNvCxnSpPr>
              <p:nvPr/>
            </p:nvCxnSpPr>
            <p:spPr>
              <a:xfrm>
                <a:off x="190866" y="1012967"/>
                <a:ext cx="190200" cy="57900"/>
              </a:xfrm>
              <a:prstGeom prst="straightConnector1">
                <a:avLst/>
              </a:prstGeom>
              <a:noFill/>
              <a:ln cap="flat" cmpd="sng" w="9525">
                <a:solidFill>
                  <a:schemeClr val="dk2"/>
                </a:solidFill>
                <a:prstDash val="solid"/>
                <a:round/>
                <a:headEnd len="med" w="med" type="none"/>
                <a:tailEnd len="med" w="med" type="none"/>
              </a:ln>
            </p:spPr>
          </p:cxnSp>
          <p:cxnSp>
            <p:nvCxnSpPr>
              <p:cNvPr id="326" name="Google Shape;326;p6"/>
              <p:cNvCxnSpPr>
                <a:stCxn id="321" idx="0"/>
                <a:endCxn id="319" idx="4"/>
              </p:cNvCxnSpPr>
              <p:nvPr/>
            </p:nvCxnSpPr>
            <p:spPr>
              <a:xfrm rot="10800000">
                <a:off x="-99625" y="-92174"/>
                <a:ext cx="238200" cy="978900"/>
              </a:xfrm>
              <a:prstGeom prst="straightConnector1">
                <a:avLst/>
              </a:prstGeom>
              <a:noFill/>
              <a:ln cap="flat" cmpd="sng" w="9525">
                <a:solidFill>
                  <a:schemeClr val="dk2"/>
                </a:solidFill>
                <a:prstDash val="solid"/>
                <a:round/>
                <a:headEnd len="med" w="med" type="none"/>
                <a:tailEnd len="med" w="med" type="none"/>
              </a:ln>
            </p:spPr>
          </p:cxnSp>
          <p:cxnSp>
            <p:nvCxnSpPr>
              <p:cNvPr id="327" name="Google Shape;327;p6"/>
              <p:cNvCxnSpPr>
                <a:stCxn id="321" idx="0"/>
                <a:endCxn id="313" idx="3"/>
              </p:cNvCxnSpPr>
              <p:nvPr/>
            </p:nvCxnSpPr>
            <p:spPr>
              <a:xfrm flipH="1" rot="10800000">
                <a:off x="138575" y="443626"/>
                <a:ext cx="209100" cy="443100"/>
              </a:xfrm>
              <a:prstGeom prst="straightConnector1">
                <a:avLst/>
              </a:prstGeom>
              <a:noFill/>
              <a:ln cap="flat" cmpd="sng" w="9525">
                <a:solidFill>
                  <a:schemeClr val="dk2"/>
                </a:solidFill>
                <a:prstDash val="solid"/>
                <a:round/>
                <a:headEnd len="med" w="med" type="none"/>
                <a:tailEnd len="med" w="med" type="none"/>
              </a:ln>
            </p:spPr>
          </p:cxnSp>
          <p:cxnSp>
            <p:nvCxnSpPr>
              <p:cNvPr id="328" name="Google Shape;328;p6"/>
              <p:cNvCxnSpPr>
                <a:stCxn id="319" idx="5"/>
                <a:endCxn id="313" idx="1"/>
              </p:cNvCxnSpPr>
              <p:nvPr/>
            </p:nvCxnSpPr>
            <p:spPr>
              <a:xfrm>
                <a:off x="-644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329" name="Google Shape;329;p6"/>
              <p:cNvCxnSpPr>
                <a:stCxn id="319" idx="6"/>
                <a:endCxn id="318" idx="2"/>
              </p:cNvCxnSpPr>
              <p:nvPr/>
            </p:nvCxnSpPr>
            <p:spPr>
              <a:xfrm>
                <a:off x="-49824" y="-142087"/>
                <a:ext cx="1504800" cy="145200"/>
              </a:xfrm>
              <a:prstGeom prst="straightConnector1">
                <a:avLst/>
              </a:prstGeom>
              <a:noFill/>
              <a:ln cap="flat" cmpd="sng" w="9525">
                <a:solidFill>
                  <a:schemeClr val="dk2"/>
                </a:solidFill>
                <a:prstDash val="solid"/>
                <a:round/>
                <a:headEnd len="med" w="med" type="none"/>
                <a:tailEnd len="med" w="med" type="none"/>
              </a:ln>
            </p:spPr>
          </p:cxnSp>
          <p:cxnSp>
            <p:nvCxnSpPr>
              <p:cNvPr id="330" name="Google Shape;330;p6"/>
              <p:cNvCxnSpPr>
                <a:stCxn id="314" idx="1"/>
                <a:endCxn id="319" idx="5"/>
              </p:cNvCxnSpPr>
              <p:nvPr/>
            </p:nvCxnSpPr>
            <p:spPr>
              <a:xfrm rot="10800000">
                <a:off x="-64541" y="-106872"/>
                <a:ext cx="896700" cy="350700"/>
              </a:xfrm>
              <a:prstGeom prst="straightConnector1">
                <a:avLst/>
              </a:prstGeom>
              <a:noFill/>
              <a:ln cap="flat" cmpd="sng" w="9525">
                <a:solidFill>
                  <a:schemeClr val="dk2"/>
                </a:solidFill>
                <a:prstDash val="solid"/>
                <a:round/>
                <a:headEnd len="med" w="med" type="none"/>
                <a:tailEnd len="med" w="med" type="none"/>
              </a:ln>
            </p:spPr>
          </p:cxnSp>
          <p:cxnSp>
            <p:nvCxnSpPr>
              <p:cNvPr id="331" name="Google Shape;331;p6"/>
              <p:cNvCxnSpPr>
                <a:stCxn id="322" idx="0"/>
                <a:endCxn id="313" idx="4"/>
              </p:cNvCxnSpPr>
              <p:nvPr/>
            </p:nvCxnSpPr>
            <p:spPr>
              <a:xfrm rot="10800000">
                <a:off x="378326" y="456587"/>
                <a:ext cx="33300" cy="601500"/>
              </a:xfrm>
              <a:prstGeom prst="straightConnector1">
                <a:avLst/>
              </a:prstGeom>
              <a:noFill/>
              <a:ln cap="flat" cmpd="sng" w="9525">
                <a:solidFill>
                  <a:schemeClr val="dk2"/>
                </a:solidFill>
                <a:prstDash val="solid"/>
                <a:round/>
                <a:headEnd len="med" w="med" type="none"/>
                <a:tailEnd len="med" w="med" type="none"/>
              </a:ln>
            </p:spPr>
          </p:cxnSp>
          <p:cxnSp>
            <p:nvCxnSpPr>
              <p:cNvPr id="332" name="Google Shape;332;p6"/>
              <p:cNvCxnSpPr>
                <a:stCxn id="322" idx="0"/>
                <a:endCxn id="314" idx="3"/>
              </p:cNvCxnSpPr>
              <p:nvPr/>
            </p:nvCxnSpPr>
            <p:spPr>
              <a:xfrm flipH="1" rot="10800000">
                <a:off x="411626" y="348287"/>
                <a:ext cx="420600" cy="709800"/>
              </a:xfrm>
              <a:prstGeom prst="straightConnector1">
                <a:avLst/>
              </a:prstGeom>
              <a:noFill/>
              <a:ln cap="flat" cmpd="sng" w="9525">
                <a:solidFill>
                  <a:schemeClr val="dk2"/>
                </a:solidFill>
                <a:prstDash val="solid"/>
                <a:round/>
                <a:headEnd len="med" w="med" type="none"/>
                <a:tailEnd len="med" w="med" type="none"/>
              </a:ln>
            </p:spPr>
          </p:cxnSp>
          <p:sp>
            <p:nvSpPr>
              <p:cNvPr id="313" name="Google Shape;313;p6"/>
              <p:cNvSpPr/>
              <p:nvPr/>
            </p:nvSpPr>
            <p:spPr>
              <a:xfrm>
                <a:off x="335101" y="369758"/>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33" name="Google Shape;333;p6"/>
            <p:cNvGrpSpPr/>
            <p:nvPr/>
          </p:nvGrpSpPr>
          <p:grpSpPr>
            <a:xfrm>
              <a:off x="7337626" y="2995575"/>
              <a:ext cx="2254049" cy="2509875"/>
              <a:chOff x="7261426" y="2919375"/>
              <a:chExt cx="2254049" cy="2509875"/>
            </a:xfrm>
          </p:grpSpPr>
          <p:sp>
            <p:nvSpPr>
              <p:cNvPr id="334" name="Google Shape;334;p6"/>
              <p:cNvSpPr/>
              <p:nvPr/>
            </p:nvSpPr>
            <p:spPr>
              <a:xfrm rot="10800000">
                <a:off x="7261426" y="4782419"/>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5" name="Google Shape;335;p6"/>
              <p:cNvSpPr/>
              <p:nvPr/>
            </p:nvSpPr>
            <p:spPr>
              <a:xfrm rot="10800000">
                <a:off x="8680175" y="3577975"/>
                <a:ext cx="99900" cy="9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6" name="Google Shape;336;p6"/>
              <p:cNvSpPr/>
              <p:nvPr/>
            </p:nvSpPr>
            <p:spPr>
              <a:xfrm rot="10800000">
                <a:off x="8751276" y="4850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7" name="Google Shape;337;p6"/>
              <p:cNvSpPr/>
              <p:nvPr/>
            </p:nvSpPr>
            <p:spPr>
              <a:xfrm rot="10800000">
                <a:off x="7746475" y="5224950"/>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8" name="Google Shape;338;p6"/>
              <p:cNvSpPr/>
              <p:nvPr/>
            </p:nvSpPr>
            <p:spPr>
              <a:xfrm rot="10800000">
                <a:off x="8236400" y="4653675"/>
                <a:ext cx="137400" cy="137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9" name="Google Shape;339;p6"/>
              <p:cNvSpPr/>
              <p:nvPr/>
            </p:nvSpPr>
            <p:spPr>
              <a:xfrm rot="10800000">
                <a:off x="8814525" y="4221650"/>
                <a:ext cx="129900" cy="130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0" name="Google Shape;340;p6"/>
              <p:cNvSpPr/>
              <p:nvPr/>
            </p:nvSpPr>
            <p:spPr>
              <a:xfrm rot="10800000">
                <a:off x="8879025" y="2919375"/>
                <a:ext cx="141600" cy="141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41" name="Google Shape;341;p6"/>
              <p:cNvCxnSpPr>
                <a:stCxn id="340" idx="7"/>
                <a:endCxn id="335" idx="4"/>
              </p:cNvCxnSpPr>
              <p:nvPr/>
            </p:nvCxnSpPr>
            <p:spPr>
              <a:xfrm flipH="1">
                <a:off x="8730262" y="3040238"/>
                <a:ext cx="169500" cy="537600"/>
              </a:xfrm>
              <a:prstGeom prst="straightConnector1">
                <a:avLst/>
              </a:prstGeom>
              <a:noFill/>
              <a:ln cap="flat" cmpd="sng" w="9525">
                <a:solidFill>
                  <a:schemeClr val="dk2"/>
                </a:solidFill>
                <a:prstDash val="solid"/>
                <a:round/>
                <a:headEnd len="med" w="med" type="none"/>
                <a:tailEnd len="med" w="med" type="none"/>
              </a:ln>
            </p:spPr>
          </p:cxnSp>
          <p:cxnSp>
            <p:nvCxnSpPr>
              <p:cNvPr id="342" name="Google Shape;342;p6"/>
              <p:cNvCxnSpPr>
                <a:stCxn id="335" idx="0"/>
                <a:endCxn id="339" idx="5"/>
              </p:cNvCxnSpPr>
              <p:nvPr/>
            </p:nvCxnSpPr>
            <p:spPr>
              <a:xfrm>
                <a:off x="8730125" y="3677875"/>
                <a:ext cx="103500" cy="562800"/>
              </a:xfrm>
              <a:prstGeom prst="straightConnector1">
                <a:avLst/>
              </a:prstGeom>
              <a:noFill/>
              <a:ln cap="flat" cmpd="sng" w="9525">
                <a:solidFill>
                  <a:schemeClr val="dk2"/>
                </a:solidFill>
                <a:prstDash val="solid"/>
                <a:round/>
                <a:headEnd len="med" w="med" type="none"/>
                <a:tailEnd len="med" w="med" type="none"/>
              </a:ln>
            </p:spPr>
          </p:cxnSp>
          <p:cxnSp>
            <p:nvCxnSpPr>
              <p:cNvPr id="343" name="Google Shape;343;p6"/>
              <p:cNvCxnSpPr>
                <a:stCxn id="340" idx="0"/>
                <a:endCxn id="339" idx="4"/>
              </p:cNvCxnSpPr>
              <p:nvPr/>
            </p:nvCxnSpPr>
            <p:spPr>
              <a:xfrm flipH="1">
                <a:off x="8879625" y="3060975"/>
                <a:ext cx="70200" cy="1160700"/>
              </a:xfrm>
              <a:prstGeom prst="straightConnector1">
                <a:avLst/>
              </a:prstGeom>
              <a:noFill/>
              <a:ln cap="flat" cmpd="sng" w="9525">
                <a:solidFill>
                  <a:schemeClr val="dk2"/>
                </a:solidFill>
                <a:prstDash val="solid"/>
                <a:round/>
                <a:headEnd len="med" w="med" type="none"/>
                <a:tailEnd len="med" w="med" type="none"/>
              </a:ln>
            </p:spPr>
          </p:cxnSp>
          <p:cxnSp>
            <p:nvCxnSpPr>
              <p:cNvPr id="344" name="Google Shape;344;p6"/>
              <p:cNvCxnSpPr>
                <a:stCxn id="336" idx="4"/>
                <a:endCxn id="339" idx="0"/>
              </p:cNvCxnSpPr>
              <p:nvPr/>
            </p:nvCxnSpPr>
            <p:spPr>
              <a:xfrm flipH="1" rot="10800000">
                <a:off x="8830026" y="4351769"/>
                <a:ext cx="49500" cy="499200"/>
              </a:xfrm>
              <a:prstGeom prst="straightConnector1">
                <a:avLst/>
              </a:prstGeom>
              <a:noFill/>
              <a:ln cap="flat" cmpd="sng" w="9525">
                <a:solidFill>
                  <a:schemeClr val="dk2"/>
                </a:solidFill>
                <a:prstDash val="solid"/>
                <a:round/>
                <a:headEnd len="med" w="med" type="none"/>
                <a:tailEnd len="med" w="med" type="none"/>
              </a:ln>
            </p:spPr>
          </p:cxnSp>
          <p:cxnSp>
            <p:nvCxnSpPr>
              <p:cNvPr id="345" name="Google Shape;345;p6"/>
              <p:cNvCxnSpPr>
                <a:stCxn id="338" idx="2"/>
                <a:endCxn id="336" idx="6"/>
              </p:cNvCxnSpPr>
              <p:nvPr/>
            </p:nvCxnSpPr>
            <p:spPr>
              <a:xfrm>
                <a:off x="8373800" y="4722375"/>
                <a:ext cx="377400" cy="207300"/>
              </a:xfrm>
              <a:prstGeom prst="straightConnector1">
                <a:avLst/>
              </a:prstGeom>
              <a:noFill/>
              <a:ln cap="flat" cmpd="sng" w="9525">
                <a:solidFill>
                  <a:schemeClr val="dk2"/>
                </a:solidFill>
                <a:prstDash val="solid"/>
                <a:round/>
                <a:headEnd len="med" w="med" type="none"/>
                <a:tailEnd len="med" w="med" type="none"/>
              </a:ln>
            </p:spPr>
          </p:cxnSp>
          <p:cxnSp>
            <p:nvCxnSpPr>
              <p:cNvPr id="346" name="Google Shape;346;p6"/>
              <p:cNvCxnSpPr>
                <a:stCxn id="337" idx="2"/>
                <a:endCxn id="336" idx="6"/>
              </p:cNvCxnSpPr>
              <p:nvPr/>
            </p:nvCxnSpPr>
            <p:spPr>
              <a:xfrm flipH="1" rot="10800000">
                <a:off x="7833175" y="4929600"/>
                <a:ext cx="918000" cy="338700"/>
              </a:xfrm>
              <a:prstGeom prst="straightConnector1">
                <a:avLst/>
              </a:prstGeom>
              <a:noFill/>
              <a:ln cap="flat" cmpd="sng" w="9525">
                <a:solidFill>
                  <a:schemeClr val="dk2"/>
                </a:solidFill>
                <a:prstDash val="solid"/>
                <a:round/>
                <a:headEnd len="med" w="med" type="none"/>
                <a:tailEnd len="med" w="med" type="none"/>
              </a:ln>
            </p:spPr>
          </p:cxnSp>
          <p:cxnSp>
            <p:nvCxnSpPr>
              <p:cNvPr id="347" name="Google Shape;347;p6"/>
              <p:cNvCxnSpPr>
                <a:stCxn id="334" idx="1"/>
                <a:endCxn id="337" idx="5"/>
              </p:cNvCxnSpPr>
              <p:nvPr/>
            </p:nvCxnSpPr>
            <p:spPr>
              <a:xfrm>
                <a:off x="7395861" y="4916854"/>
                <a:ext cx="363300" cy="320700"/>
              </a:xfrm>
              <a:prstGeom prst="straightConnector1">
                <a:avLst/>
              </a:prstGeom>
              <a:noFill/>
              <a:ln cap="flat" cmpd="sng" w="9525">
                <a:solidFill>
                  <a:schemeClr val="dk2"/>
                </a:solidFill>
                <a:prstDash val="solid"/>
                <a:round/>
                <a:headEnd len="med" w="med" type="none"/>
                <a:tailEnd len="med" w="med" type="none"/>
              </a:ln>
            </p:spPr>
          </p:cxnSp>
          <p:cxnSp>
            <p:nvCxnSpPr>
              <p:cNvPr id="348" name="Google Shape;348;p6"/>
              <p:cNvCxnSpPr>
                <a:stCxn id="334" idx="2"/>
                <a:endCxn id="338" idx="6"/>
              </p:cNvCxnSpPr>
              <p:nvPr/>
            </p:nvCxnSpPr>
            <p:spPr>
              <a:xfrm flipH="1" rot="10800000">
                <a:off x="7418926" y="4722269"/>
                <a:ext cx="817500" cy="138900"/>
              </a:xfrm>
              <a:prstGeom prst="straightConnector1">
                <a:avLst/>
              </a:prstGeom>
              <a:noFill/>
              <a:ln cap="flat" cmpd="sng" w="9525">
                <a:solidFill>
                  <a:schemeClr val="dk2"/>
                </a:solidFill>
                <a:prstDash val="solid"/>
                <a:round/>
                <a:headEnd len="med" w="med" type="none"/>
                <a:tailEnd len="med" w="med" type="none"/>
              </a:ln>
            </p:spPr>
          </p:cxnSp>
          <p:cxnSp>
            <p:nvCxnSpPr>
              <p:cNvPr id="349" name="Google Shape;349;p6"/>
              <p:cNvCxnSpPr>
                <a:stCxn id="337" idx="3"/>
                <a:endCxn id="338" idx="7"/>
              </p:cNvCxnSpPr>
              <p:nvPr/>
            </p:nvCxnSpPr>
            <p:spPr>
              <a:xfrm flipH="1" rot="10800000">
                <a:off x="7820478" y="4770847"/>
                <a:ext cx="435900" cy="466800"/>
              </a:xfrm>
              <a:prstGeom prst="straightConnector1">
                <a:avLst/>
              </a:prstGeom>
              <a:noFill/>
              <a:ln cap="flat" cmpd="sng" w="9525">
                <a:solidFill>
                  <a:schemeClr val="dk2"/>
                </a:solidFill>
                <a:prstDash val="solid"/>
                <a:round/>
                <a:headEnd len="med" w="med" type="none"/>
                <a:tailEnd len="med" w="med" type="none"/>
              </a:ln>
            </p:spPr>
          </p:cxnSp>
          <p:cxnSp>
            <p:nvCxnSpPr>
              <p:cNvPr id="350" name="Google Shape;350;p6"/>
              <p:cNvCxnSpPr>
                <a:stCxn id="338" idx="3"/>
                <a:endCxn id="335" idx="7"/>
              </p:cNvCxnSpPr>
              <p:nvPr/>
            </p:nvCxnSpPr>
            <p:spPr>
              <a:xfrm flipH="1" rot="10800000">
                <a:off x="8353678" y="3663097"/>
                <a:ext cx="341100" cy="1010700"/>
              </a:xfrm>
              <a:prstGeom prst="straightConnector1">
                <a:avLst/>
              </a:prstGeom>
              <a:noFill/>
              <a:ln cap="flat" cmpd="sng" w="9525">
                <a:solidFill>
                  <a:schemeClr val="dk2"/>
                </a:solidFill>
                <a:prstDash val="solid"/>
                <a:round/>
                <a:headEnd len="med" w="med" type="none"/>
                <a:tailEnd len="med" w="med" type="none"/>
              </a:ln>
            </p:spPr>
          </p:cxnSp>
          <p:sp>
            <p:nvSpPr>
              <p:cNvPr id="351" name="Google Shape;351;p6"/>
              <p:cNvSpPr/>
              <p:nvPr/>
            </p:nvSpPr>
            <p:spPr>
              <a:xfrm rot="10800000">
                <a:off x="9220200" y="3517875"/>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52" name="Google Shape;352;p6"/>
              <p:cNvCxnSpPr>
                <a:endCxn id="351" idx="5"/>
              </p:cNvCxnSpPr>
              <p:nvPr/>
            </p:nvCxnSpPr>
            <p:spPr>
              <a:xfrm>
                <a:off x="9001130" y="3057605"/>
                <a:ext cx="233700" cy="474900"/>
              </a:xfrm>
              <a:prstGeom prst="straightConnector1">
                <a:avLst/>
              </a:prstGeom>
              <a:noFill/>
              <a:ln cap="flat" cmpd="sng" w="9525">
                <a:solidFill>
                  <a:schemeClr val="dk2"/>
                </a:solidFill>
                <a:prstDash val="solid"/>
                <a:round/>
                <a:headEnd len="med" w="med" type="none"/>
                <a:tailEnd len="med" w="med" type="none"/>
              </a:ln>
            </p:spPr>
          </p:cxnSp>
          <p:cxnSp>
            <p:nvCxnSpPr>
              <p:cNvPr id="353" name="Google Shape;353;p6"/>
              <p:cNvCxnSpPr>
                <a:stCxn id="339" idx="3"/>
                <a:endCxn id="351" idx="7"/>
              </p:cNvCxnSpPr>
              <p:nvPr/>
            </p:nvCxnSpPr>
            <p:spPr>
              <a:xfrm flipH="1" rot="10800000">
                <a:off x="8925402" y="3603217"/>
                <a:ext cx="309300" cy="637500"/>
              </a:xfrm>
              <a:prstGeom prst="straightConnector1">
                <a:avLst/>
              </a:prstGeom>
              <a:noFill/>
              <a:ln cap="flat" cmpd="sng" w="9525">
                <a:solidFill>
                  <a:schemeClr val="dk2"/>
                </a:solidFill>
                <a:prstDash val="solid"/>
                <a:round/>
                <a:headEnd len="med" w="med" type="none"/>
                <a:tailEnd len="med" w="med" type="none"/>
              </a:ln>
            </p:spPr>
          </p:cxnSp>
          <p:sp>
            <p:nvSpPr>
              <p:cNvPr id="354" name="Google Shape;354;p6"/>
              <p:cNvSpPr/>
              <p:nvPr/>
            </p:nvSpPr>
            <p:spPr>
              <a:xfrm rot="10800000">
                <a:off x="9334875" y="5218350"/>
                <a:ext cx="180600" cy="210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55" name="Google Shape;355;p6"/>
              <p:cNvCxnSpPr>
                <a:stCxn id="339" idx="1"/>
                <a:endCxn id="354" idx="5"/>
              </p:cNvCxnSpPr>
              <p:nvPr/>
            </p:nvCxnSpPr>
            <p:spPr>
              <a:xfrm>
                <a:off x="8925402" y="4332783"/>
                <a:ext cx="435900" cy="916500"/>
              </a:xfrm>
              <a:prstGeom prst="straightConnector1">
                <a:avLst/>
              </a:prstGeom>
              <a:noFill/>
              <a:ln cap="flat" cmpd="sng" w="9525">
                <a:solidFill>
                  <a:schemeClr val="dk2"/>
                </a:solidFill>
                <a:prstDash val="solid"/>
                <a:round/>
                <a:headEnd len="med" w="med" type="none"/>
                <a:tailEnd len="med" w="med" type="none"/>
              </a:ln>
            </p:spPr>
          </p:cxnSp>
          <p:cxnSp>
            <p:nvCxnSpPr>
              <p:cNvPr id="356" name="Google Shape;356;p6"/>
              <p:cNvCxnSpPr>
                <a:stCxn id="351" idx="0"/>
                <a:endCxn id="354" idx="4"/>
              </p:cNvCxnSpPr>
              <p:nvPr/>
            </p:nvCxnSpPr>
            <p:spPr>
              <a:xfrm>
                <a:off x="9270150" y="3617775"/>
                <a:ext cx="155100" cy="1600500"/>
              </a:xfrm>
              <a:prstGeom prst="straightConnector1">
                <a:avLst/>
              </a:prstGeom>
              <a:noFill/>
              <a:ln cap="flat" cmpd="sng" w="9525">
                <a:solidFill>
                  <a:schemeClr val="dk2"/>
                </a:solidFill>
                <a:prstDash val="solid"/>
                <a:round/>
                <a:headEnd len="med" w="med" type="none"/>
                <a:tailEnd len="med" w="med" type="none"/>
              </a:ln>
            </p:spPr>
          </p:cxnSp>
          <p:cxnSp>
            <p:nvCxnSpPr>
              <p:cNvPr id="357" name="Google Shape;357;p6"/>
              <p:cNvCxnSpPr>
                <a:stCxn id="336" idx="2"/>
                <a:endCxn id="354" idx="6"/>
              </p:cNvCxnSpPr>
              <p:nvPr/>
            </p:nvCxnSpPr>
            <p:spPr>
              <a:xfrm>
                <a:off x="8908776" y="4929719"/>
                <a:ext cx="426000" cy="394200"/>
              </a:xfrm>
              <a:prstGeom prst="straightConnector1">
                <a:avLst/>
              </a:prstGeom>
              <a:noFill/>
              <a:ln cap="flat" cmpd="sng" w="9525">
                <a:solidFill>
                  <a:schemeClr val="dk2"/>
                </a:solidFill>
                <a:prstDash val="solid"/>
                <a:round/>
                <a:headEnd len="med" w="med" type="none"/>
                <a:tailEnd len="med" w="med" type="none"/>
              </a:ln>
            </p:spPr>
          </p:cxnSp>
          <p:cxnSp>
            <p:nvCxnSpPr>
              <p:cNvPr id="358" name="Google Shape;358;p6"/>
              <p:cNvCxnSpPr>
                <a:stCxn id="337" idx="2"/>
                <a:endCxn id="354" idx="6"/>
              </p:cNvCxnSpPr>
              <p:nvPr/>
            </p:nvCxnSpPr>
            <p:spPr>
              <a:xfrm>
                <a:off x="7833175" y="5268300"/>
                <a:ext cx="1501800" cy="55500"/>
              </a:xfrm>
              <a:prstGeom prst="straightConnector1">
                <a:avLst/>
              </a:prstGeom>
              <a:noFill/>
              <a:ln cap="flat" cmpd="sng" w="9525">
                <a:solidFill>
                  <a:schemeClr val="dk2"/>
                </a:solidFill>
                <a:prstDash val="solid"/>
                <a:round/>
                <a:headEnd len="med" w="med" type="none"/>
                <a:tailEnd len="med" w="med" type="none"/>
              </a:ln>
            </p:spPr>
          </p:cxnSp>
          <p:cxnSp>
            <p:nvCxnSpPr>
              <p:cNvPr id="359" name="Google Shape;359;p6"/>
              <p:cNvCxnSpPr>
                <a:stCxn id="334" idx="2"/>
                <a:endCxn id="336" idx="6"/>
              </p:cNvCxnSpPr>
              <p:nvPr/>
            </p:nvCxnSpPr>
            <p:spPr>
              <a:xfrm>
                <a:off x="7418926" y="4861169"/>
                <a:ext cx="1332300" cy="68700"/>
              </a:xfrm>
              <a:prstGeom prst="straightConnector1">
                <a:avLst/>
              </a:prstGeom>
              <a:noFill/>
              <a:ln cap="flat" cmpd="sng" w="9525">
                <a:solidFill>
                  <a:schemeClr val="dk2"/>
                </a:solidFill>
                <a:prstDash val="solid"/>
                <a:round/>
                <a:headEnd len="med" w="med" type="none"/>
                <a:tailEnd len="med" w="med" type="none"/>
              </a:ln>
            </p:spPr>
          </p:cxnSp>
        </p:grpSp>
      </p:grpSp>
      <p:grpSp>
        <p:nvGrpSpPr>
          <p:cNvPr id="360" name="Google Shape;360;p6"/>
          <p:cNvGrpSpPr/>
          <p:nvPr/>
        </p:nvGrpSpPr>
        <p:grpSpPr>
          <a:xfrm>
            <a:off x="194975" y="681525"/>
            <a:ext cx="8770525" cy="4318100"/>
            <a:chOff x="194975" y="681525"/>
            <a:chExt cx="8770525" cy="4318100"/>
          </a:xfrm>
        </p:grpSpPr>
        <p:grpSp>
          <p:nvGrpSpPr>
            <p:cNvPr id="361" name="Google Shape;361;p6"/>
            <p:cNvGrpSpPr/>
            <p:nvPr/>
          </p:nvGrpSpPr>
          <p:grpSpPr>
            <a:xfrm>
              <a:off x="194975" y="4436050"/>
              <a:ext cx="462250" cy="563575"/>
              <a:chOff x="140150" y="4340075"/>
              <a:chExt cx="462250" cy="563575"/>
            </a:xfrm>
          </p:grpSpPr>
          <p:sp>
            <p:nvSpPr>
              <p:cNvPr id="362" name="Google Shape;362;p6"/>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3" name="Google Shape;363;p6"/>
              <p:cNvSpPr/>
              <p:nvPr/>
            </p:nvSpPr>
            <p:spPr>
              <a:xfrm rot="10800000">
                <a:off x="298325" y="4657175"/>
                <a:ext cx="140100" cy="140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4" name="Google Shape;364;p6"/>
              <p:cNvSpPr/>
              <p:nvPr/>
            </p:nvSpPr>
            <p:spPr>
              <a:xfrm rot="10800000">
                <a:off x="495000" y="4796250"/>
                <a:ext cx="107400" cy="107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5" name="Google Shape;365;p6"/>
              <p:cNvSpPr/>
              <p:nvPr/>
            </p:nvSpPr>
            <p:spPr>
              <a:xfrm rot="10800000">
                <a:off x="165050" y="4657175"/>
                <a:ext cx="51300" cy="51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66" name="Google Shape;366;p6"/>
            <p:cNvGrpSpPr/>
            <p:nvPr/>
          </p:nvGrpSpPr>
          <p:grpSpPr>
            <a:xfrm>
              <a:off x="8667225" y="681525"/>
              <a:ext cx="298275" cy="322675"/>
              <a:chOff x="8667225" y="681525"/>
              <a:chExt cx="298275" cy="322675"/>
            </a:xfrm>
          </p:grpSpPr>
          <p:sp>
            <p:nvSpPr>
              <p:cNvPr id="367" name="Google Shape;367;p6"/>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8" name="Google Shape;368;p6"/>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9" name="Google Shape;369;p6"/>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0" name="Shape 370"/>
        <p:cNvGrpSpPr/>
        <p:nvPr/>
      </p:nvGrpSpPr>
      <p:grpSpPr>
        <a:xfrm>
          <a:off x="0" y="0"/>
          <a:ext cx="0" cy="0"/>
          <a:chOff x="0" y="0"/>
          <a:chExt cx="0" cy="0"/>
        </a:xfrm>
      </p:grpSpPr>
      <p:sp>
        <p:nvSpPr>
          <p:cNvPr id="371" name="Google Shape;371;p7"/>
          <p:cNvSpPr txBox="1"/>
          <p:nvPr>
            <p:ph type="title"/>
          </p:nvPr>
        </p:nvSpPr>
        <p:spPr>
          <a:xfrm>
            <a:off x="865625" y="539500"/>
            <a:ext cx="3668400" cy="1097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2" name="Google Shape;372;p7"/>
          <p:cNvSpPr txBox="1"/>
          <p:nvPr>
            <p:ph idx="1" type="subTitle"/>
          </p:nvPr>
        </p:nvSpPr>
        <p:spPr>
          <a:xfrm>
            <a:off x="865625" y="1621843"/>
            <a:ext cx="3668400" cy="2982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373" name="Google Shape;373;p7"/>
          <p:cNvSpPr/>
          <p:nvPr>
            <p:ph idx="2" type="pic"/>
          </p:nvPr>
        </p:nvSpPr>
        <p:spPr>
          <a:xfrm>
            <a:off x="5029325" y="833500"/>
            <a:ext cx="3476400" cy="3476400"/>
          </a:xfrm>
          <a:prstGeom prst="ellipse">
            <a:avLst/>
          </a:prstGeom>
          <a:noFill/>
          <a:ln>
            <a:noFill/>
          </a:ln>
        </p:spPr>
      </p:sp>
      <p:grpSp>
        <p:nvGrpSpPr>
          <p:cNvPr id="374" name="Google Shape;374;p7"/>
          <p:cNvGrpSpPr/>
          <p:nvPr/>
        </p:nvGrpSpPr>
        <p:grpSpPr>
          <a:xfrm>
            <a:off x="-225924" y="-192037"/>
            <a:ext cx="1609774" cy="2641456"/>
            <a:chOff x="-225924" y="-192037"/>
            <a:chExt cx="1609774" cy="2641456"/>
          </a:xfrm>
        </p:grpSpPr>
        <p:cxnSp>
          <p:nvCxnSpPr>
            <p:cNvPr id="375" name="Google Shape;375;p7"/>
            <p:cNvCxnSpPr>
              <a:stCxn id="376" idx="7"/>
              <a:endCxn id="377"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377" name="Google Shape;377;p7"/>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8" name="Google Shape;378;p7"/>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9" name="Google Shape;379;p7"/>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0" name="Google Shape;380;p7"/>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1" name="Google Shape;381;p7"/>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2" name="Google Shape;382;p7"/>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83" name="Google Shape;383;p7"/>
            <p:cNvCxnSpPr>
              <a:stCxn id="382" idx="4"/>
              <a:endCxn id="379"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384" name="Google Shape;384;p7"/>
            <p:cNvCxnSpPr>
              <a:stCxn id="381" idx="4"/>
              <a:endCxn id="379"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385" name="Google Shape;385;p7"/>
            <p:cNvCxnSpPr>
              <a:stCxn id="381" idx="5"/>
              <a:endCxn id="382"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386" name="Google Shape;386;p7"/>
            <p:cNvCxnSpPr>
              <a:stCxn id="381" idx="0"/>
              <a:endCxn id="378"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387" name="Google Shape;387;p7"/>
            <p:cNvCxnSpPr>
              <a:stCxn id="381" idx="7"/>
              <a:endCxn id="376"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388" name="Google Shape;388;p7"/>
            <p:cNvCxnSpPr>
              <a:stCxn id="378" idx="5"/>
              <a:endCxn id="376"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389" name="Google Shape;389;p7"/>
            <p:cNvCxnSpPr>
              <a:stCxn id="378" idx="6"/>
              <a:endCxn id="377"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390" name="Google Shape;390;p7"/>
            <p:cNvCxnSpPr>
              <a:stCxn id="380" idx="2"/>
              <a:endCxn id="378"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391" name="Google Shape;391;p7"/>
            <p:cNvCxnSpPr>
              <a:stCxn id="382" idx="0"/>
              <a:endCxn id="376"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392" name="Google Shape;392;p7"/>
            <p:cNvCxnSpPr>
              <a:stCxn id="382" idx="0"/>
              <a:endCxn id="380"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376" name="Google Shape;376;p7"/>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93" name="Google Shape;393;p7"/>
          <p:cNvGrpSpPr/>
          <p:nvPr/>
        </p:nvGrpSpPr>
        <p:grpSpPr>
          <a:xfrm>
            <a:off x="194975" y="4436050"/>
            <a:ext cx="406275" cy="563575"/>
            <a:chOff x="140150" y="4340075"/>
            <a:chExt cx="406275" cy="563575"/>
          </a:xfrm>
        </p:grpSpPr>
        <p:sp>
          <p:nvSpPr>
            <p:cNvPr id="394" name="Google Shape;394;p7"/>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5" name="Google Shape;395;p7"/>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6" name="Google Shape;396;p7"/>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7" name="Google Shape;397;p7"/>
            <p:cNvSpPr/>
            <p:nvPr/>
          </p:nvSpPr>
          <p:spPr>
            <a:xfrm rot="10800000">
              <a:off x="165050" y="4657175"/>
              <a:ext cx="51300" cy="51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8" name="Shape 398"/>
        <p:cNvGrpSpPr/>
        <p:nvPr/>
      </p:nvGrpSpPr>
      <p:grpSpPr>
        <a:xfrm>
          <a:off x="0" y="0"/>
          <a:ext cx="0" cy="0"/>
          <a:chOff x="0" y="0"/>
          <a:chExt cx="0" cy="0"/>
        </a:xfrm>
      </p:grpSpPr>
      <p:sp>
        <p:nvSpPr>
          <p:cNvPr id="399" name="Google Shape;399;p8"/>
          <p:cNvSpPr txBox="1"/>
          <p:nvPr>
            <p:ph type="title"/>
          </p:nvPr>
        </p:nvSpPr>
        <p:spPr>
          <a:xfrm>
            <a:off x="713325" y="1485796"/>
            <a:ext cx="7717500" cy="21720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4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400" name="Google Shape;400;p8"/>
          <p:cNvGrpSpPr/>
          <p:nvPr/>
        </p:nvGrpSpPr>
        <p:grpSpPr>
          <a:xfrm>
            <a:off x="-626841" y="-1892623"/>
            <a:ext cx="9741411" cy="8805493"/>
            <a:chOff x="-626841" y="-1892623"/>
            <a:chExt cx="9741411" cy="8805493"/>
          </a:xfrm>
        </p:grpSpPr>
        <p:grpSp>
          <p:nvGrpSpPr>
            <p:cNvPr id="401" name="Google Shape;401;p8"/>
            <p:cNvGrpSpPr/>
            <p:nvPr/>
          </p:nvGrpSpPr>
          <p:grpSpPr>
            <a:xfrm>
              <a:off x="-626841" y="3469144"/>
              <a:ext cx="5410264" cy="3443726"/>
              <a:chOff x="-436341" y="3418344"/>
              <a:chExt cx="5410264" cy="3443726"/>
            </a:xfrm>
          </p:grpSpPr>
          <p:sp>
            <p:nvSpPr>
              <p:cNvPr id="402" name="Google Shape;402;p8"/>
              <p:cNvSpPr/>
              <p:nvPr/>
            </p:nvSpPr>
            <p:spPr>
              <a:xfrm flipH="1" rot="10800000">
                <a:off x="-436341" y="5541596"/>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3" name="Google Shape;403;p8"/>
              <p:cNvSpPr/>
              <p:nvPr/>
            </p:nvSpPr>
            <p:spPr>
              <a:xfrm flipH="1" rot="10800000">
                <a:off x="1998031" y="646094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4" name="Google Shape;404;p8"/>
              <p:cNvSpPr/>
              <p:nvPr/>
            </p:nvSpPr>
            <p:spPr>
              <a:xfrm flipH="1" rot="10800000">
                <a:off x="1331188" y="3979840"/>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5" name="Google Shape;405;p8"/>
              <p:cNvSpPr/>
              <p:nvPr/>
            </p:nvSpPr>
            <p:spPr>
              <a:xfrm flipH="1" rot="10800000">
                <a:off x="1136579" y="5573524"/>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6" name="Google Shape;406;p8"/>
              <p:cNvSpPr/>
              <p:nvPr/>
            </p:nvSpPr>
            <p:spPr>
              <a:xfrm flipH="1" rot="10800000">
                <a:off x="-13908" y="6509971"/>
                <a:ext cx="96300" cy="96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7" name="Google Shape;407;p8"/>
              <p:cNvSpPr/>
              <p:nvPr/>
            </p:nvSpPr>
            <p:spPr>
              <a:xfrm flipH="1" rot="10800000">
                <a:off x="1136579" y="673157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8" name="Google Shape;408;p8"/>
              <p:cNvSpPr/>
              <p:nvPr/>
            </p:nvSpPr>
            <p:spPr>
              <a:xfrm flipH="1" rot="10800000">
                <a:off x="248148" y="4631902"/>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9" name="Google Shape;409;p8"/>
              <p:cNvSpPr/>
              <p:nvPr/>
            </p:nvSpPr>
            <p:spPr>
              <a:xfrm flipH="1" rot="10800000">
                <a:off x="4877623" y="4911977"/>
                <a:ext cx="96300" cy="96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10" name="Google Shape;410;p8"/>
              <p:cNvCxnSpPr>
                <a:stCxn id="406" idx="5"/>
                <a:endCxn id="405" idx="1"/>
              </p:cNvCxnSpPr>
              <p:nvPr/>
            </p:nvCxnSpPr>
            <p:spPr>
              <a:xfrm flipH="1" rot="10800000">
                <a:off x="68289" y="5684974"/>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411" name="Google Shape;411;p8"/>
              <p:cNvCxnSpPr>
                <a:stCxn id="407" idx="4"/>
                <a:endCxn id="405" idx="0"/>
              </p:cNvCxnSpPr>
              <p:nvPr/>
            </p:nvCxnSpPr>
            <p:spPr>
              <a:xfrm rot="10800000">
                <a:off x="1201829" y="5704070"/>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412" name="Google Shape;412;p8"/>
              <p:cNvCxnSpPr>
                <a:stCxn id="402" idx="6"/>
                <a:endCxn id="405" idx="2"/>
              </p:cNvCxnSpPr>
              <p:nvPr/>
            </p:nvCxnSpPr>
            <p:spPr>
              <a:xfrm>
                <a:off x="-241941" y="5638796"/>
                <a:ext cx="1378500" cy="0"/>
              </a:xfrm>
              <a:prstGeom prst="straightConnector1">
                <a:avLst/>
              </a:prstGeom>
              <a:noFill/>
              <a:ln cap="flat" cmpd="sng" w="9525">
                <a:solidFill>
                  <a:schemeClr val="dk2"/>
                </a:solidFill>
                <a:prstDash val="solid"/>
                <a:round/>
                <a:headEnd len="med" w="med" type="none"/>
                <a:tailEnd len="med" w="med" type="none"/>
              </a:ln>
            </p:spPr>
          </p:cxnSp>
          <p:cxnSp>
            <p:nvCxnSpPr>
              <p:cNvPr id="413" name="Google Shape;413;p8"/>
              <p:cNvCxnSpPr>
                <a:stCxn id="402" idx="0"/>
                <a:endCxn id="406" idx="3"/>
              </p:cNvCxnSpPr>
              <p:nvPr/>
            </p:nvCxnSpPr>
            <p:spPr>
              <a:xfrm>
                <a:off x="-339141" y="5735996"/>
                <a:ext cx="339300" cy="788100"/>
              </a:xfrm>
              <a:prstGeom prst="straightConnector1">
                <a:avLst/>
              </a:prstGeom>
              <a:noFill/>
              <a:ln cap="flat" cmpd="sng" w="9525">
                <a:solidFill>
                  <a:schemeClr val="dk2"/>
                </a:solidFill>
                <a:prstDash val="solid"/>
                <a:round/>
                <a:headEnd len="med" w="med" type="none"/>
                <a:tailEnd len="med" w="med" type="none"/>
              </a:ln>
            </p:spPr>
          </p:cxnSp>
          <p:cxnSp>
            <p:nvCxnSpPr>
              <p:cNvPr id="414" name="Google Shape;414;p8"/>
              <p:cNvCxnSpPr>
                <a:stCxn id="406" idx="7"/>
                <a:endCxn id="407" idx="2"/>
              </p:cNvCxnSpPr>
              <p:nvPr/>
            </p:nvCxnSpPr>
            <p:spPr>
              <a:xfrm>
                <a:off x="68289" y="6592168"/>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415" name="Google Shape;415;p8"/>
              <p:cNvCxnSpPr>
                <a:stCxn id="407" idx="6"/>
                <a:endCxn id="403" idx="2"/>
              </p:cNvCxnSpPr>
              <p:nvPr/>
            </p:nvCxnSpPr>
            <p:spPr>
              <a:xfrm flipH="1" rot="10800000">
                <a:off x="1267079" y="6558020"/>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416" name="Google Shape;416;p8"/>
              <p:cNvCxnSpPr>
                <a:stCxn id="405" idx="7"/>
                <a:endCxn id="403" idx="3"/>
              </p:cNvCxnSpPr>
              <p:nvPr/>
            </p:nvCxnSpPr>
            <p:spPr>
              <a:xfrm>
                <a:off x="1247968" y="5684913"/>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417" name="Google Shape;417;p8"/>
              <p:cNvCxnSpPr>
                <a:stCxn id="402" idx="5"/>
                <a:endCxn id="408" idx="1"/>
              </p:cNvCxnSpPr>
              <p:nvPr/>
            </p:nvCxnSpPr>
            <p:spPr>
              <a:xfrm flipH="1" rot="10800000">
                <a:off x="-270410" y="4743265"/>
                <a:ext cx="537600" cy="826800"/>
              </a:xfrm>
              <a:prstGeom prst="straightConnector1">
                <a:avLst/>
              </a:prstGeom>
              <a:noFill/>
              <a:ln cap="flat" cmpd="sng" w="9525">
                <a:solidFill>
                  <a:schemeClr val="dk2"/>
                </a:solidFill>
                <a:prstDash val="solid"/>
                <a:round/>
                <a:headEnd len="med" w="med" type="none"/>
                <a:tailEnd len="med" w="med" type="none"/>
              </a:ln>
            </p:spPr>
          </p:cxnSp>
          <p:cxnSp>
            <p:nvCxnSpPr>
              <p:cNvPr id="418" name="Google Shape;418;p8"/>
              <p:cNvCxnSpPr>
                <a:stCxn id="408" idx="7"/>
                <a:endCxn id="405" idx="3"/>
              </p:cNvCxnSpPr>
              <p:nvPr/>
            </p:nvCxnSpPr>
            <p:spPr>
              <a:xfrm>
                <a:off x="359537" y="4743291"/>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419" name="Google Shape;419;p8"/>
              <p:cNvCxnSpPr>
                <a:stCxn id="408" idx="6"/>
                <a:endCxn id="404" idx="2"/>
              </p:cNvCxnSpPr>
              <p:nvPr/>
            </p:nvCxnSpPr>
            <p:spPr>
              <a:xfrm flipH="1" rot="10800000">
                <a:off x="378648" y="4180552"/>
                <a:ext cx="952500" cy="516600"/>
              </a:xfrm>
              <a:prstGeom prst="straightConnector1">
                <a:avLst/>
              </a:prstGeom>
              <a:noFill/>
              <a:ln cap="flat" cmpd="sng" w="9525">
                <a:solidFill>
                  <a:schemeClr val="dk2"/>
                </a:solidFill>
                <a:prstDash val="solid"/>
                <a:round/>
                <a:headEnd len="med" w="med" type="none"/>
                <a:tailEnd len="med" w="med" type="none"/>
              </a:ln>
            </p:spPr>
          </p:cxnSp>
          <p:cxnSp>
            <p:nvCxnSpPr>
              <p:cNvPr id="420" name="Google Shape;420;p8"/>
              <p:cNvCxnSpPr>
                <a:stCxn id="404" idx="1"/>
                <a:endCxn id="405" idx="4"/>
              </p:cNvCxnSpPr>
              <p:nvPr/>
            </p:nvCxnSpPr>
            <p:spPr>
              <a:xfrm flipH="1">
                <a:off x="1201872" y="4322457"/>
                <a:ext cx="188100" cy="1251000"/>
              </a:xfrm>
              <a:prstGeom prst="straightConnector1">
                <a:avLst/>
              </a:prstGeom>
              <a:noFill/>
              <a:ln cap="flat" cmpd="sng" w="9525">
                <a:solidFill>
                  <a:schemeClr val="dk2"/>
                </a:solidFill>
                <a:prstDash val="solid"/>
                <a:round/>
                <a:headEnd len="med" w="med" type="none"/>
                <a:tailEnd len="med" w="med" type="none"/>
              </a:ln>
            </p:spPr>
          </p:cxnSp>
          <p:cxnSp>
            <p:nvCxnSpPr>
              <p:cNvPr id="421" name="Google Shape;421;p8"/>
              <p:cNvCxnSpPr>
                <a:stCxn id="409" idx="1"/>
                <a:endCxn id="403" idx="5"/>
              </p:cNvCxnSpPr>
              <p:nvPr/>
            </p:nvCxnSpPr>
            <p:spPr>
              <a:xfrm flipH="1">
                <a:off x="2163826" y="4994175"/>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422" name="Google Shape;422;p8"/>
              <p:cNvCxnSpPr>
                <a:stCxn id="406" idx="6"/>
                <a:endCxn id="409" idx="1"/>
              </p:cNvCxnSpPr>
              <p:nvPr/>
            </p:nvCxnSpPr>
            <p:spPr>
              <a:xfrm flipH="1" rot="10800000">
                <a:off x="82392" y="4994221"/>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423" name="Google Shape;423;p8"/>
              <p:cNvCxnSpPr>
                <a:stCxn id="403" idx="4"/>
                <a:endCxn id="404" idx="0"/>
              </p:cNvCxnSpPr>
              <p:nvPr/>
            </p:nvCxnSpPr>
            <p:spPr>
              <a:xfrm rot="10800000">
                <a:off x="1531831" y="4381348"/>
                <a:ext cx="563400" cy="2079600"/>
              </a:xfrm>
              <a:prstGeom prst="straightConnector1">
                <a:avLst/>
              </a:prstGeom>
              <a:noFill/>
              <a:ln cap="flat" cmpd="sng" w="9525">
                <a:solidFill>
                  <a:schemeClr val="dk2"/>
                </a:solidFill>
                <a:prstDash val="solid"/>
                <a:round/>
                <a:headEnd len="med" w="med" type="none"/>
                <a:tailEnd len="med" w="med" type="none"/>
              </a:ln>
            </p:spPr>
          </p:cxnSp>
          <p:cxnSp>
            <p:nvCxnSpPr>
              <p:cNvPr id="424" name="Google Shape;424;p8"/>
              <p:cNvCxnSpPr>
                <a:stCxn id="402" idx="5"/>
                <a:endCxn id="404" idx="1"/>
              </p:cNvCxnSpPr>
              <p:nvPr/>
            </p:nvCxnSpPr>
            <p:spPr>
              <a:xfrm flipH="1" rot="10800000">
                <a:off x="-270410" y="4322365"/>
                <a:ext cx="1660500" cy="1247700"/>
              </a:xfrm>
              <a:prstGeom prst="straightConnector1">
                <a:avLst/>
              </a:prstGeom>
              <a:noFill/>
              <a:ln cap="flat" cmpd="sng" w="9525">
                <a:solidFill>
                  <a:schemeClr val="dk2"/>
                </a:solidFill>
                <a:prstDash val="solid"/>
                <a:round/>
                <a:headEnd len="med" w="med" type="none"/>
                <a:tailEnd len="med" w="med" type="none"/>
              </a:ln>
            </p:spPr>
          </p:cxnSp>
          <p:sp>
            <p:nvSpPr>
              <p:cNvPr id="425" name="Google Shape;425;p8"/>
              <p:cNvSpPr/>
              <p:nvPr/>
            </p:nvSpPr>
            <p:spPr>
              <a:xfrm flipH="1" rot="10800000">
                <a:off x="3294598" y="4298063"/>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26" name="Google Shape;426;p8"/>
              <p:cNvCxnSpPr>
                <a:stCxn id="409" idx="2"/>
                <a:endCxn id="425" idx="7"/>
              </p:cNvCxnSpPr>
              <p:nvPr/>
            </p:nvCxnSpPr>
            <p:spPr>
              <a:xfrm rot="10800000">
                <a:off x="3406123" y="4409327"/>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427" name="Google Shape;427;p8"/>
              <p:cNvCxnSpPr>
                <a:stCxn id="425" idx="2"/>
                <a:endCxn id="404" idx="6"/>
              </p:cNvCxnSpPr>
              <p:nvPr/>
            </p:nvCxnSpPr>
            <p:spPr>
              <a:xfrm rot="10800000">
                <a:off x="1732498" y="4180613"/>
                <a:ext cx="1562100" cy="182700"/>
              </a:xfrm>
              <a:prstGeom prst="straightConnector1">
                <a:avLst/>
              </a:prstGeom>
              <a:noFill/>
              <a:ln cap="flat" cmpd="sng" w="9525">
                <a:solidFill>
                  <a:schemeClr val="dk2"/>
                </a:solidFill>
                <a:prstDash val="solid"/>
                <a:round/>
                <a:headEnd len="med" w="med" type="none"/>
                <a:tailEnd len="med" w="med" type="none"/>
              </a:ln>
            </p:spPr>
          </p:cxnSp>
          <p:cxnSp>
            <p:nvCxnSpPr>
              <p:cNvPr id="428" name="Google Shape;428;p8"/>
              <p:cNvCxnSpPr>
                <a:stCxn id="425" idx="0"/>
                <a:endCxn id="403" idx="4"/>
              </p:cNvCxnSpPr>
              <p:nvPr/>
            </p:nvCxnSpPr>
            <p:spPr>
              <a:xfrm flipH="1">
                <a:off x="2095348" y="4428563"/>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429" name="Google Shape;429;p8"/>
              <p:cNvCxnSpPr>
                <a:stCxn id="425" idx="1"/>
                <a:endCxn id="405" idx="5"/>
              </p:cNvCxnSpPr>
              <p:nvPr/>
            </p:nvCxnSpPr>
            <p:spPr>
              <a:xfrm flipH="1">
                <a:off x="1247909" y="4409452"/>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430" name="Google Shape;430;p8"/>
              <p:cNvSpPr/>
              <p:nvPr/>
            </p:nvSpPr>
            <p:spPr>
              <a:xfrm flipH="1" rot="10800000">
                <a:off x="350141" y="3418344"/>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31" name="Google Shape;431;p8"/>
              <p:cNvCxnSpPr>
                <a:stCxn id="404" idx="3"/>
                <a:endCxn id="430" idx="6"/>
              </p:cNvCxnSpPr>
              <p:nvPr/>
            </p:nvCxnSpPr>
            <p:spPr>
              <a:xfrm rot="10800000">
                <a:off x="544572" y="3515424"/>
                <a:ext cx="845400" cy="523200"/>
              </a:xfrm>
              <a:prstGeom prst="straightConnector1">
                <a:avLst/>
              </a:prstGeom>
              <a:noFill/>
              <a:ln cap="flat" cmpd="sng" w="9525">
                <a:solidFill>
                  <a:schemeClr val="dk2"/>
                </a:solidFill>
                <a:prstDash val="solid"/>
                <a:round/>
                <a:headEnd len="med" w="med" type="none"/>
                <a:tailEnd len="med" w="med" type="none"/>
              </a:ln>
            </p:spPr>
          </p:cxnSp>
          <p:cxnSp>
            <p:nvCxnSpPr>
              <p:cNvPr id="432" name="Google Shape;432;p8"/>
              <p:cNvCxnSpPr>
                <a:stCxn id="430" idx="1"/>
                <a:endCxn id="408" idx="4"/>
              </p:cNvCxnSpPr>
              <p:nvPr/>
            </p:nvCxnSpPr>
            <p:spPr>
              <a:xfrm flipH="1">
                <a:off x="313510" y="3584275"/>
                <a:ext cx="65100" cy="1047600"/>
              </a:xfrm>
              <a:prstGeom prst="straightConnector1">
                <a:avLst/>
              </a:prstGeom>
              <a:noFill/>
              <a:ln cap="flat" cmpd="sng" w="9525">
                <a:solidFill>
                  <a:schemeClr val="dk2"/>
                </a:solidFill>
                <a:prstDash val="solid"/>
                <a:round/>
                <a:headEnd len="med" w="med" type="none"/>
                <a:tailEnd len="med" w="med" type="none"/>
              </a:ln>
            </p:spPr>
          </p:cxnSp>
        </p:grpSp>
        <p:grpSp>
          <p:nvGrpSpPr>
            <p:cNvPr id="433" name="Google Shape;433;p8"/>
            <p:cNvGrpSpPr/>
            <p:nvPr/>
          </p:nvGrpSpPr>
          <p:grpSpPr>
            <a:xfrm>
              <a:off x="5071007" y="-1892623"/>
              <a:ext cx="4043564" cy="3673594"/>
              <a:chOff x="5071007" y="-1892623"/>
              <a:chExt cx="4043564" cy="3673594"/>
            </a:xfrm>
          </p:grpSpPr>
          <p:sp>
            <p:nvSpPr>
              <p:cNvPr id="434" name="Google Shape;434;p8"/>
              <p:cNvSpPr/>
              <p:nvPr/>
            </p:nvSpPr>
            <p:spPr>
              <a:xfrm flipH="1" rot="9591490">
                <a:off x="5098516" y="540093"/>
                <a:ext cx="194282" cy="19428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5" name="Google Shape;435;p8"/>
              <p:cNvSpPr/>
              <p:nvPr/>
            </p:nvSpPr>
            <p:spPr>
              <a:xfrm flipH="1" rot="9591490">
                <a:off x="8892779" y="453876"/>
                <a:ext cx="194282" cy="194282"/>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6" name="Google Shape;436;p8"/>
              <p:cNvSpPr/>
              <p:nvPr/>
            </p:nvSpPr>
            <p:spPr>
              <a:xfrm flipH="1" rot="9590696">
                <a:off x="7529429" y="-1352882"/>
                <a:ext cx="401379" cy="401379"/>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7" name="Google Shape;437;p8"/>
              <p:cNvSpPr/>
              <p:nvPr/>
            </p:nvSpPr>
            <p:spPr>
              <a:xfrm flipH="1" rot="9588852">
                <a:off x="7769090" y="-69319"/>
                <a:ext cx="130410" cy="13041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8" name="Google Shape;438;p8"/>
              <p:cNvSpPr/>
              <p:nvPr/>
            </p:nvSpPr>
            <p:spPr>
              <a:xfrm flipH="1" rot="9585450">
                <a:off x="7304847" y="697939"/>
                <a:ext cx="96244" cy="9624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9" name="Google Shape;439;p8"/>
              <p:cNvSpPr/>
              <p:nvPr/>
            </p:nvSpPr>
            <p:spPr>
              <a:xfrm flipH="1" rot="9588852">
                <a:off x="8485536" y="1632066"/>
                <a:ext cx="130410" cy="13041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0" name="Google Shape;440;p8"/>
              <p:cNvSpPr/>
              <p:nvPr/>
            </p:nvSpPr>
            <p:spPr>
              <a:xfrm flipH="1" rot="9588852">
                <a:off x="6653615" y="27813"/>
                <a:ext cx="130410" cy="13041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1" name="Google Shape;441;p8"/>
              <p:cNvSpPr/>
              <p:nvPr/>
            </p:nvSpPr>
            <p:spPr>
              <a:xfrm flipH="1" rot="9585450">
                <a:off x="8871292" y="-605485"/>
                <a:ext cx="96244" cy="9624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42" name="Google Shape;442;p8"/>
              <p:cNvCxnSpPr>
                <a:stCxn id="438" idx="5"/>
                <a:endCxn id="437" idx="1"/>
              </p:cNvCxnSpPr>
              <p:nvPr/>
            </p:nvCxnSpPr>
            <p:spPr>
              <a:xfrm flipH="1" rot="10800000">
                <a:off x="7373121" y="54962"/>
                <a:ext cx="433800" cy="647400"/>
              </a:xfrm>
              <a:prstGeom prst="straightConnector1">
                <a:avLst/>
              </a:prstGeom>
              <a:noFill/>
              <a:ln cap="flat" cmpd="sng" w="9525">
                <a:solidFill>
                  <a:schemeClr val="dk2"/>
                </a:solidFill>
                <a:prstDash val="solid"/>
                <a:round/>
                <a:headEnd len="med" w="med" type="none"/>
                <a:tailEnd len="med" w="med" type="none"/>
              </a:ln>
            </p:spPr>
          </p:cxnSp>
          <p:cxnSp>
            <p:nvCxnSpPr>
              <p:cNvPr id="443" name="Google Shape;443;p8"/>
              <p:cNvCxnSpPr>
                <a:stCxn id="439" idx="4"/>
                <a:endCxn id="437" idx="0"/>
              </p:cNvCxnSpPr>
              <p:nvPr/>
            </p:nvCxnSpPr>
            <p:spPr>
              <a:xfrm rot="10800000">
                <a:off x="7856841" y="57171"/>
                <a:ext cx="671400" cy="1578900"/>
              </a:xfrm>
              <a:prstGeom prst="straightConnector1">
                <a:avLst/>
              </a:prstGeom>
              <a:noFill/>
              <a:ln cap="flat" cmpd="sng" w="9525">
                <a:solidFill>
                  <a:schemeClr val="dk2"/>
                </a:solidFill>
                <a:prstDash val="solid"/>
                <a:round/>
                <a:headEnd len="med" w="med" type="none"/>
                <a:tailEnd len="med" w="med" type="none"/>
              </a:ln>
            </p:spPr>
          </p:cxnSp>
          <p:cxnSp>
            <p:nvCxnSpPr>
              <p:cNvPr id="444" name="Google Shape;444;p8"/>
              <p:cNvCxnSpPr>
                <a:stCxn id="434" idx="6"/>
                <a:endCxn id="438" idx="3"/>
              </p:cNvCxnSpPr>
              <p:nvPr/>
            </p:nvCxnSpPr>
            <p:spPr>
              <a:xfrm>
                <a:off x="5286857" y="603783"/>
                <a:ext cx="2022300" cy="122100"/>
              </a:xfrm>
              <a:prstGeom prst="straightConnector1">
                <a:avLst/>
              </a:prstGeom>
              <a:noFill/>
              <a:ln cap="flat" cmpd="sng" w="9525">
                <a:solidFill>
                  <a:schemeClr val="dk2"/>
                </a:solidFill>
                <a:prstDash val="solid"/>
                <a:round/>
                <a:headEnd len="med" w="med" type="none"/>
                <a:tailEnd len="med" w="med" type="none"/>
              </a:ln>
            </p:spPr>
          </p:cxnSp>
          <p:cxnSp>
            <p:nvCxnSpPr>
              <p:cNvPr id="445" name="Google Shape;445;p8"/>
              <p:cNvCxnSpPr>
                <a:stCxn id="438" idx="7"/>
                <a:endCxn id="439" idx="2"/>
              </p:cNvCxnSpPr>
              <p:nvPr/>
            </p:nvCxnSpPr>
            <p:spPr>
              <a:xfrm>
                <a:off x="7396668" y="766214"/>
                <a:ext cx="1092900" cy="953700"/>
              </a:xfrm>
              <a:prstGeom prst="straightConnector1">
                <a:avLst/>
              </a:prstGeom>
              <a:noFill/>
              <a:ln cap="flat" cmpd="sng" w="9525">
                <a:solidFill>
                  <a:schemeClr val="dk2"/>
                </a:solidFill>
                <a:prstDash val="solid"/>
                <a:round/>
                <a:headEnd len="med" w="med" type="none"/>
                <a:tailEnd len="med" w="med" type="none"/>
              </a:ln>
            </p:spPr>
          </p:cxnSp>
          <p:cxnSp>
            <p:nvCxnSpPr>
              <p:cNvPr id="446" name="Google Shape;446;p8"/>
              <p:cNvCxnSpPr>
                <a:stCxn id="439" idx="6"/>
                <a:endCxn id="435" idx="1"/>
              </p:cNvCxnSpPr>
              <p:nvPr/>
            </p:nvCxnSpPr>
            <p:spPr>
              <a:xfrm flipH="1" rot="10800000">
                <a:off x="8611941" y="639171"/>
                <a:ext cx="337200" cy="1035600"/>
              </a:xfrm>
              <a:prstGeom prst="straightConnector1">
                <a:avLst/>
              </a:prstGeom>
              <a:noFill/>
              <a:ln cap="flat" cmpd="sng" w="9525">
                <a:solidFill>
                  <a:schemeClr val="dk2"/>
                </a:solidFill>
                <a:prstDash val="solid"/>
                <a:round/>
                <a:headEnd len="med" w="med" type="none"/>
                <a:tailEnd len="med" w="med" type="none"/>
              </a:ln>
            </p:spPr>
          </p:cxnSp>
          <p:cxnSp>
            <p:nvCxnSpPr>
              <p:cNvPr id="447" name="Google Shape;447;p8"/>
              <p:cNvCxnSpPr>
                <a:stCxn id="437" idx="7"/>
                <a:endCxn id="435" idx="3"/>
              </p:cNvCxnSpPr>
              <p:nvPr/>
            </p:nvCxnSpPr>
            <p:spPr>
              <a:xfrm>
                <a:off x="7893480" y="23251"/>
                <a:ext cx="1008300" cy="486900"/>
              </a:xfrm>
              <a:prstGeom prst="straightConnector1">
                <a:avLst/>
              </a:prstGeom>
              <a:noFill/>
              <a:ln cap="flat" cmpd="sng" w="9525">
                <a:solidFill>
                  <a:schemeClr val="dk2"/>
                </a:solidFill>
                <a:prstDash val="solid"/>
                <a:round/>
                <a:headEnd len="med" w="med" type="none"/>
                <a:tailEnd len="med" w="med" type="none"/>
              </a:ln>
            </p:spPr>
          </p:cxnSp>
          <p:cxnSp>
            <p:nvCxnSpPr>
              <p:cNvPr id="448" name="Google Shape;448;p8"/>
              <p:cNvCxnSpPr>
                <a:stCxn id="434" idx="6"/>
                <a:endCxn id="440" idx="1"/>
              </p:cNvCxnSpPr>
              <p:nvPr/>
            </p:nvCxnSpPr>
            <p:spPr>
              <a:xfrm flipH="1" rot="10800000">
                <a:off x="5286857" y="152283"/>
                <a:ext cx="1404600" cy="451500"/>
              </a:xfrm>
              <a:prstGeom prst="straightConnector1">
                <a:avLst/>
              </a:prstGeom>
              <a:noFill/>
              <a:ln cap="flat" cmpd="sng" w="9525">
                <a:solidFill>
                  <a:schemeClr val="dk2"/>
                </a:solidFill>
                <a:prstDash val="solid"/>
                <a:round/>
                <a:headEnd len="med" w="med" type="none"/>
                <a:tailEnd len="med" w="med" type="none"/>
              </a:ln>
            </p:spPr>
          </p:cxnSp>
          <p:cxnSp>
            <p:nvCxnSpPr>
              <p:cNvPr id="449" name="Google Shape;449;p8"/>
              <p:cNvCxnSpPr>
                <a:stCxn id="440" idx="7"/>
                <a:endCxn id="437" idx="2"/>
              </p:cNvCxnSpPr>
              <p:nvPr/>
            </p:nvCxnSpPr>
            <p:spPr>
              <a:xfrm flipH="1" rot="10800000">
                <a:off x="6778004" y="18383"/>
                <a:ext cx="995100" cy="102000"/>
              </a:xfrm>
              <a:prstGeom prst="straightConnector1">
                <a:avLst/>
              </a:prstGeom>
              <a:noFill/>
              <a:ln cap="flat" cmpd="sng" w="9525">
                <a:solidFill>
                  <a:schemeClr val="dk2"/>
                </a:solidFill>
                <a:prstDash val="solid"/>
                <a:round/>
                <a:headEnd len="med" w="med" type="none"/>
                <a:tailEnd len="med" w="med" type="none"/>
              </a:ln>
            </p:spPr>
          </p:cxnSp>
          <p:cxnSp>
            <p:nvCxnSpPr>
              <p:cNvPr id="450" name="Google Shape;450;p8"/>
              <p:cNvCxnSpPr>
                <a:stCxn id="440" idx="5"/>
                <a:endCxn id="436" idx="2"/>
              </p:cNvCxnSpPr>
              <p:nvPr/>
            </p:nvCxnSpPr>
            <p:spPr>
              <a:xfrm flipH="1" rot="10800000">
                <a:off x="6746185" y="-1083067"/>
                <a:ext cx="795600" cy="1116900"/>
              </a:xfrm>
              <a:prstGeom prst="straightConnector1">
                <a:avLst/>
              </a:prstGeom>
              <a:noFill/>
              <a:ln cap="flat" cmpd="sng" w="9525">
                <a:solidFill>
                  <a:schemeClr val="dk2"/>
                </a:solidFill>
                <a:prstDash val="solid"/>
                <a:round/>
                <a:headEnd len="med" w="med" type="none"/>
                <a:tailEnd len="med" w="med" type="none"/>
              </a:ln>
            </p:spPr>
          </p:cxnSp>
          <p:cxnSp>
            <p:nvCxnSpPr>
              <p:cNvPr id="451" name="Google Shape;451;p8"/>
              <p:cNvCxnSpPr>
                <a:stCxn id="436" idx="0"/>
                <a:endCxn id="437" idx="5"/>
              </p:cNvCxnSpPr>
              <p:nvPr/>
            </p:nvCxnSpPr>
            <p:spPr>
              <a:xfrm>
                <a:off x="7799269" y="-963792"/>
                <a:ext cx="62400" cy="900600"/>
              </a:xfrm>
              <a:prstGeom prst="straightConnector1">
                <a:avLst/>
              </a:prstGeom>
              <a:noFill/>
              <a:ln cap="flat" cmpd="sng" w="9525">
                <a:solidFill>
                  <a:schemeClr val="dk2"/>
                </a:solidFill>
                <a:prstDash val="solid"/>
                <a:round/>
                <a:headEnd len="med" w="med" type="none"/>
                <a:tailEnd len="med" w="med" type="none"/>
              </a:ln>
            </p:spPr>
          </p:cxnSp>
          <p:cxnSp>
            <p:nvCxnSpPr>
              <p:cNvPr id="452" name="Google Shape;452;p8"/>
              <p:cNvCxnSpPr>
                <a:stCxn id="436" idx="7"/>
                <a:endCxn id="441" idx="3"/>
              </p:cNvCxnSpPr>
              <p:nvPr/>
            </p:nvCxnSpPr>
            <p:spPr>
              <a:xfrm>
                <a:off x="7912234" y="-1067870"/>
                <a:ext cx="963600" cy="490500"/>
              </a:xfrm>
              <a:prstGeom prst="straightConnector1">
                <a:avLst/>
              </a:prstGeom>
              <a:noFill/>
              <a:ln cap="flat" cmpd="sng" w="9525">
                <a:solidFill>
                  <a:schemeClr val="dk2"/>
                </a:solidFill>
                <a:prstDash val="solid"/>
                <a:round/>
                <a:headEnd len="med" w="med" type="none"/>
                <a:tailEnd len="med" w="med" type="none"/>
              </a:ln>
            </p:spPr>
          </p:cxnSp>
          <p:cxnSp>
            <p:nvCxnSpPr>
              <p:cNvPr id="453" name="Google Shape;453;p8"/>
              <p:cNvCxnSpPr>
                <a:stCxn id="437" idx="6"/>
                <a:endCxn id="441" idx="2"/>
              </p:cNvCxnSpPr>
              <p:nvPr/>
            </p:nvCxnSpPr>
            <p:spPr>
              <a:xfrm flipH="1" rot="10800000">
                <a:off x="7895495" y="-540814"/>
                <a:ext cx="978900" cy="514200"/>
              </a:xfrm>
              <a:prstGeom prst="straightConnector1">
                <a:avLst/>
              </a:prstGeom>
              <a:noFill/>
              <a:ln cap="flat" cmpd="sng" w="9525">
                <a:solidFill>
                  <a:schemeClr val="dk2"/>
                </a:solidFill>
                <a:prstDash val="solid"/>
                <a:round/>
                <a:headEnd len="med" w="med" type="none"/>
                <a:tailEnd len="med" w="med" type="none"/>
              </a:ln>
            </p:spPr>
          </p:cxnSp>
          <p:cxnSp>
            <p:nvCxnSpPr>
              <p:cNvPr id="454" name="Google Shape;454;p8"/>
              <p:cNvCxnSpPr>
                <a:stCxn id="441" idx="0"/>
                <a:endCxn id="435" idx="5"/>
              </p:cNvCxnSpPr>
              <p:nvPr/>
            </p:nvCxnSpPr>
            <p:spPr>
              <a:xfrm>
                <a:off x="8936064" y="-512213"/>
                <a:ext cx="94800" cy="975000"/>
              </a:xfrm>
              <a:prstGeom prst="straightConnector1">
                <a:avLst/>
              </a:prstGeom>
              <a:noFill/>
              <a:ln cap="flat" cmpd="sng" w="9525">
                <a:solidFill>
                  <a:schemeClr val="dk2"/>
                </a:solidFill>
                <a:prstDash val="solid"/>
                <a:round/>
                <a:headEnd len="med" w="med" type="none"/>
                <a:tailEnd len="med" w="med" type="none"/>
              </a:ln>
            </p:spPr>
          </p:cxnSp>
          <p:cxnSp>
            <p:nvCxnSpPr>
              <p:cNvPr id="455" name="Google Shape;455;p8"/>
              <p:cNvCxnSpPr>
                <a:stCxn id="439" idx="5"/>
                <a:endCxn id="441" idx="1"/>
              </p:cNvCxnSpPr>
              <p:nvPr/>
            </p:nvCxnSpPr>
            <p:spPr>
              <a:xfrm flipH="1" rot="10800000">
                <a:off x="8578106" y="-513814"/>
                <a:ext cx="321300" cy="2151900"/>
              </a:xfrm>
              <a:prstGeom prst="straightConnector1">
                <a:avLst/>
              </a:prstGeom>
              <a:noFill/>
              <a:ln cap="flat" cmpd="sng" w="9525">
                <a:solidFill>
                  <a:schemeClr val="dk2"/>
                </a:solidFill>
                <a:prstDash val="solid"/>
                <a:round/>
                <a:headEnd len="med" w="med" type="none"/>
                <a:tailEnd len="med" w="med" type="none"/>
              </a:ln>
            </p:spPr>
          </p:cxnSp>
          <p:cxnSp>
            <p:nvCxnSpPr>
              <p:cNvPr id="456" name="Google Shape;456;p8"/>
              <p:cNvCxnSpPr>
                <a:stCxn id="438" idx="6"/>
                <a:endCxn id="441" idx="1"/>
              </p:cNvCxnSpPr>
              <p:nvPr/>
            </p:nvCxnSpPr>
            <p:spPr>
              <a:xfrm flipH="1" rot="10800000">
                <a:off x="7398119" y="-513788"/>
                <a:ext cx="1501200" cy="1243200"/>
              </a:xfrm>
              <a:prstGeom prst="straightConnector1">
                <a:avLst/>
              </a:prstGeom>
              <a:noFill/>
              <a:ln cap="flat" cmpd="sng" w="9525">
                <a:solidFill>
                  <a:schemeClr val="dk2"/>
                </a:solidFill>
                <a:prstDash val="solid"/>
                <a:round/>
                <a:headEnd len="med" w="med" type="none"/>
                <a:tailEnd len="med" w="med" type="none"/>
              </a:ln>
            </p:spPr>
          </p:cxnSp>
          <p:cxnSp>
            <p:nvCxnSpPr>
              <p:cNvPr id="457" name="Google Shape;457;p8"/>
              <p:cNvCxnSpPr>
                <a:stCxn id="438" idx="4"/>
                <a:endCxn id="436" idx="1"/>
              </p:cNvCxnSpPr>
              <p:nvPr/>
            </p:nvCxnSpPr>
            <p:spPr>
              <a:xfrm flipH="1" rot="10800000">
                <a:off x="7336319" y="-970088"/>
                <a:ext cx="309600" cy="1671000"/>
              </a:xfrm>
              <a:prstGeom prst="straightConnector1">
                <a:avLst/>
              </a:prstGeom>
              <a:noFill/>
              <a:ln cap="flat" cmpd="sng" w="9525">
                <a:solidFill>
                  <a:schemeClr val="dk2"/>
                </a:solidFill>
                <a:prstDash val="solid"/>
                <a:round/>
                <a:headEnd len="med" w="med" type="none"/>
                <a:tailEnd len="med" w="med" type="none"/>
              </a:ln>
            </p:spPr>
          </p:cxnSp>
          <p:cxnSp>
            <p:nvCxnSpPr>
              <p:cNvPr id="458" name="Google Shape;458;p8"/>
              <p:cNvCxnSpPr>
                <a:stCxn id="435" idx="4"/>
                <a:endCxn id="436" idx="7"/>
              </p:cNvCxnSpPr>
              <p:nvPr/>
            </p:nvCxnSpPr>
            <p:spPr>
              <a:xfrm rot="10800000">
                <a:off x="7912170" y="-1067784"/>
                <a:ext cx="1044300" cy="1527600"/>
              </a:xfrm>
              <a:prstGeom prst="straightConnector1">
                <a:avLst/>
              </a:prstGeom>
              <a:noFill/>
              <a:ln cap="flat" cmpd="sng" w="9525">
                <a:solidFill>
                  <a:schemeClr val="dk2"/>
                </a:solidFill>
                <a:prstDash val="solid"/>
                <a:round/>
                <a:headEnd len="med" w="med" type="none"/>
                <a:tailEnd len="med" w="med" type="none"/>
              </a:ln>
            </p:spPr>
          </p:cxnSp>
          <p:cxnSp>
            <p:nvCxnSpPr>
              <p:cNvPr id="459" name="Google Shape;459;p8"/>
              <p:cNvCxnSpPr>
                <a:stCxn id="434" idx="6"/>
                <a:endCxn id="436" idx="1"/>
              </p:cNvCxnSpPr>
              <p:nvPr/>
            </p:nvCxnSpPr>
            <p:spPr>
              <a:xfrm flipH="1" rot="10800000">
                <a:off x="5286857" y="-970017"/>
                <a:ext cx="2358900" cy="1573800"/>
              </a:xfrm>
              <a:prstGeom prst="straightConnector1">
                <a:avLst/>
              </a:prstGeom>
              <a:noFill/>
              <a:ln cap="flat" cmpd="sng" w="9525">
                <a:solidFill>
                  <a:schemeClr val="dk2"/>
                </a:solidFill>
                <a:prstDash val="solid"/>
                <a:round/>
                <a:headEnd len="med" w="med" type="none"/>
                <a:tailEnd len="med" w="med" type="none"/>
              </a:ln>
            </p:spPr>
          </p:cxnSp>
          <p:sp>
            <p:nvSpPr>
              <p:cNvPr id="460" name="Google Shape;460;p8"/>
              <p:cNvSpPr/>
              <p:nvPr/>
            </p:nvSpPr>
            <p:spPr>
              <a:xfrm flipH="1" rot="9588852">
                <a:off x="8325123" y="-1874128"/>
                <a:ext cx="130410" cy="13041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61" name="Google Shape;461;p8"/>
              <p:cNvCxnSpPr>
                <a:stCxn id="441" idx="4"/>
                <a:endCxn id="460" idx="7"/>
              </p:cNvCxnSpPr>
              <p:nvPr/>
            </p:nvCxnSpPr>
            <p:spPr>
              <a:xfrm rot="10800000">
                <a:off x="8449464" y="-1781513"/>
                <a:ext cx="453300" cy="1179000"/>
              </a:xfrm>
              <a:prstGeom prst="straightConnector1">
                <a:avLst/>
              </a:prstGeom>
              <a:noFill/>
              <a:ln cap="flat" cmpd="sng" w="9525">
                <a:solidFill>
                  <a:schemeClr val="dk2"/>
                </a:solidFill>
                <a:prstDash val="solid"/>
                <a:round/>
                <a:headEnd len="med" w="med" type="none"/>
                <a:tailEnd len="med" w="med" type="none"/>
              </a:ln>
            </p:spPr>
          </p:cxnSp>
          <p:cxnSp>
            <p:nvCxnSpPr>
              <p:cNvPr id="462" name="Google Shape;462;p8"/>
              <p:cNvCxnSpPr>
                <a:stCxn id="460" idx="2"/>
                <a:endCxn id="436" idx="5"/>
              </p:cNvCxnSpPr>
              <p:nvPr/>
            </p:nvCxnSpPr>
            <p:spPr>
              <a:xfrm flipH="1">
                <a:off x="7814328" y="-1786423"/>
                <a:ext cx="514800" cy="452100"/>
              </a:xfrm>
              <a:prstGeom prst="straightConnector1">
                <a:avLst/>
              </a:prstGeom>
              <a:noFill/>
              <a:ln cap="flat" cmpd="sng" w="9525">
                <a:solidFill>
                  <a:schemeClr val="dk2"/>
                </a:solidFill>
                <a:prstDash val="solid"/>
                <a:round/>
                <a:headEnd len="med" w="med" type="none"/>
                <a:tailEnd len="med" w="med" type="none"/>
              </a:ln>
            </p:spPr>
          </p:cxnSp>
          <p:cxnSp>
            <p:nvCxnSpPr>
              <p:cNvPr id="463" name="Google Shape;463;p8"/>
              <p:cNvCxnSpPr>
                <a:stCxn id="460" idx="0"/>
                <a:endCxn id="435" idx="4"/>
              </p:cNvCxnSpPr>
              <p:nvPr/>
            </p:nvCxnSpPr>
            <p:spPr>
              <a:xfrm>
                <a:off x="8412828" y="-1747723"/>
                <a:ext cx="543600" cy="2207400"/>
              </a:xfrm>
              <a:prstGeom prst="straightConnector1">
                <a:avLst/>
              </a:prstGeom>
              <a:noFill/>
              <a:ln cap="flat" cmpd="sng" w="9525">
                <a:solidFill>
                  <a:schemeClr val="dk2"/>
                </a:solidFill>
                <a:prstDash val="solid"/>
                <a:round/>
                <a:headEnd len="med" w="med" type="none"/>
                <a:tailEnd len="med" w="med" type="none"/>
              </a:ln>
            </p:spPr>
          </p:cxnSp>
          <p:cxnSp>
            <p:nvCxnSpPr>
              <p:cNvPr id="464" name="Google Shape;464;p8"/>
              <p:cNvCxnSpPr>
                <a:stCxn id="460" idx="1"/>
                <a:endCxn id="437" idx="5"/>
              </p:cNvCxnSpPr>
              <p:nvPr/>
            </p:nvCxnSpPr>
            <p:spPr>
              <a:xfrm flipH="1">
                <a:off x="7861663" y="-1749738"/>
                <a:ext cx="501300" cy="1686300"/>
              </a:xfrm>
              <a:prstGeom prst="straightConnector1">
                <a:avLst/>
              </a:prstGeom>
              <a:noFill/>
              <a:ln cap="flat" cmpd="sng" w="9525">
                <a:solidFill>
                  <a:schemeClr val="dk2"/>
                </a:solidFill>
                <a:prstDash val="solid"/>
                <a:round/>
                <a:headEnd len="med" w="med" type="none"/>
                <a:tailEnd len="med" w="med" type="none"/>
              </a:ln>
            </p:spPr>
          </p:cxnSp>
          <p:sp>
            <p:nvSpPr>
              <p:cNvPr id="465" name="Google Shape;465;p8"/>
              <p:cNvSpPr/>
              <p:nvPr/>
            </p:nvSpPr>
            <p:spPr>
              <a:xfrm flipH="1" rot="9591490">
                <a:off x="7189341" y="-1500669"/>
                <a:ext cx="194282" cy="194282"/>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66" name="Google Shape;466;p8"/>
              <p:cNvCxnSpPr>
                <a:stCxn id="460" idx="2"/>
                <a:endCxn id="465" idx="6"/>
              </p:cNvCxnSpPr>
              <p:nvPr/>
            </p:nvCxnSpPr>
            <p:spPr>
              <a:xfrm flipH="1">
                <a:off x="7377828" y="-1786423"/>
                <a:ext cx="951300" cy="349500"/>
              </a:xfrm>
              <a:prstGeom prst="straightConnector1">
                <a:avLst/>
              </a:prstGeom>
              <a:noFill/>
              <a:ln cap="flat" cmpd="sng" w="9525">
                <a:solidFill>
                  <a:schemeClr val="dk2"/>
                </a:solidFill>
                <a:prstDash val="solid"/>
                <a:round/>
                <a:headEnd len="med" w="med" type="none"/>
                <a:tailEnd len="med" w="med" type="none"/>
              </a:ln>
            </p:spPr>
          </p:cxnSp>
          <p:cxnSp>
            <p:nvCxnSpPr>
              <p:cNvPr id="467" name="Google Shape;467;p8"/>
              <p:cNvCxnSpPr>
                <a:stCxn id="465" idx="1"/>
                <a:endCxn id="440" idx="5"/>
              </p:cNvCxnSpPr>
              <p:nvPr/>
            </p:nvCxnSpPr>
            <p:spPr>
              <a:xfrm flipH="1">
                <a:off x="6746147" y="-1315387"/>
                <a:ext cx="499500" cy="1349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8" name="Shape 468"/>
        <p:cNvGrpSpPr/>
        <p:nvPr/>
      </p:nvGrpSpPr>
      <p:grpSpPr>
        <a:xfrm>
          <a:off x="0" y="0"/>
          <a:ext cx="0" cy="0"/>
          <a:chOff x="0" y="0"/>
          <a:chExt cx="0" cy="0"/>
        </a:xfrm>
      </p:grpSpPr>
      <p:sp>
        <p:nvSpPr>
          <p:cNvPr id="469" name="Google Shape;469;p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70" name="Google Shape;470;p9"/>
          <p:cNvSpPr txBox="1"/>
          <p:nvPr>
            <p:ph idx="1" type="subTitle"/>
          </p:nvPr>
        </p:nvSpPr>
        <p:spPr>
          <a:xfrm>
            <a:off x="4731475" y="1256325"/>
            <a:ext cx="3699300" cy="2925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1" name="Google Shape;471;p9"/>
          <p:cNvSpPr txBox="1"/>
          <p:nvPr>
            <p:ph idx="2" type="subTitle"/>
          </p:nvPr>
        </p:nvSpPr>
        <p:spPr>
          <a:xfrm>
            <a:off x="720000" y="1256325"/>
            <a:ext cx="3699300" cy="2925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72" name="Google Shape;472;p9"/>
          <p:cNvGrpSpPr/>
          <p:nvPr/>
        </p:nvGrpSpPr>
        <p:grpSpPr>
          <a:xfrm>
            <a:off x="190301" y="174004"/>
            <a:ext cx="8808974" cy="4007621"/>
            <a:chOff x="190301" y="174004"/>
            <a:chExt cx="8808974" cy="4007621"/>
          </a:xfrm>
        </p:grpSpPr>
        <p:grpSp>
          <p:nvGrpSpPr>
            <p:cNvPr id="473" name="Google Shape;473;p9"/>
            <p:cNvGrpSpPr/>
            <p:nvPr/>
          </p:nvGrpSpPr>
          <p:grpSpPr>
            <a:xfrm rot="10800000">
              <a:off x="190301" y="3858950"/>
              <a:ext cx="298275" cy="322675"/>
              <a:chOff x="8667225" y="681525"/>
              <a:chExt cx="298275" cy="322675"/>
            </a:xfrm>
          </p:grpSpPr>
          <p:sp>
            <p:nvSpPr>
              <p:cNvPr id="474" name="Google Shape;474;p9"/>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5" name="Google Shape;475;p9"/>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6" name="Google Shape;476;p9"/>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477" name="Google Shape;477;p9"/>
            <p:cNvGrpSpPr/>
            <p:nvPr/>
          </p:nvGrpSpPr>
          <p:grpSpPr>
            <a:xfrm rot="-5139163">
              <a:off x="8591694" y="201328"/>
              <a:ext cx="406266" cy="379191"/>
              <a:chOff x="140150" y="4657175"/>
              <a:chExt cx="406275" cy="379200"/>
            </a:xfrm>
          </p:grpSpPr>
          <p:sp>
            <p:nvSpPr>
              <p:cNvPr id="478" name="Google Shape;478;p9"/>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9" name="Google Shape;479;p9"/>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0" name="Google Shape;480;p9"/>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1" name="Google Shape;481;p9"/>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482" name="Google Shape;482;p9"/>
          <p:cNvGrpSpPr/>
          <p:nvPr/>
        </p:nvGrpSpPr>
        <p:grpSpPr>
          <a:xfrm>
            <a:off x="115024" y="-2374836"/>
            <a:ext cx="8971639" cy="9741507"/>
            <a:chOff x="115024" y="-2374836"/>
            <a:chExt cx="8971639" cy="9741507"/>
          </a:xfrm>
        </p:grpSpPr>
        <p:grpSp>
          <p:nvGrpSpPr>
            <p:cNvPr id="483" name="Google Shape;483;p9"/>
            <p:cNvGrpSpPr/>
            <p:nvPr/>
          </p:nvGrpSpPr>
          <p:grpSpPr>
            <a:xfrm flipH="1">
              <a:off x="115024" y="-2374836"/>
              <a:ext cx="3687215" cy="3485542"/>
              <a:chOff x="5337386" y="-2374836"/>
              <a:chExt cx="3687215" cy="3485542"/>
            </a:xfrm>
          </p:grpSpPr>
          <p:sp>
            <p:nvSpPr>
              <p:cNvPr id="484" name="Google Shape;484;p9"/>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5" name="Google Shape;485;p9"/>
              <p:cNvSpPr/>
              <p:nvPr/>
            </p:nvSpPr>
            <p:spPr>
              <a:xfrm rot="9699868">
                <a:off x="6325487" y="-94127"/>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6" name="Google Shape;486;p9"/>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7" name="Google Shape;487;p9"/>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8" name="Google Shape;488;p9"/>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9" name="Google Shape;489;p9"/>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0" name="Google Shape;490;p9"/>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1" name="Google Shape;491;p9"/>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92" name="Google Shape;492;p9"/>
              <p:cNvCxnSpPr>
                <a:stCxn id="488" idx="5"/>
                <a:endCxn id="487"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493" name="Google Shape;493;p9"/>
              <p:cNvCxnSpPr>
                <a:stCxn id="489" idx="4"/>
                <a:endCxn id="487"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494" name="Google Shape;494;p9"/>
              <p:cNvCxnSpPr>
                <a:stCxn id="484" idx="0"/>
                <a:endCxn id="488"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495" name="Google Shape;495;p9"/>
              <p:cNvCxnSpPr>
                <a:stCxn id="488" idx="6"/>
                <a:endCxn id="489"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496" name="Google Shape;496;p9"/>
              <p:cNvCxnSpPr>
                <a:stCxn id="489" idx="6"/>
                <a:endCxn id="485"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497" name="Google Shape;497;p9"/>
              <p:cNvCxnSpPr>
                <a:stCxn id="487" idx="6"/>
                <a:endCxn id="485"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498" name="Google Shape;498;p9"/>
              <p:cNvCxnSpPr>
                <a:stCxn id="484" idx="6"/>
                <a:endCxn id="490"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499" name="Google Shape;499;p9"/>
              <p:cNvCxnSpPr>
                <a:stCxn id="484" idx="7"/>
                <a:endCxn id="487"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500" name="Google Shape;500;p9"/>
              <p:cNvCxnSpPr>
                <a:stCxn id="490" idx="7"/>
                <a:endCxn id="486"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501" name="Google Shape;501;p9"/>
              <p:cNvCxnSpPr>
                <a:stCxn id="486" idx="0"/>
                <a:endCxn id="487"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502" name="Google Shape;502;p9"/>
              <p:cNvCxnSpPr>
                <a:stCxn id="491" idx="2"/>
                <a:endCxn id="485"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503" name="Google Shape;503;p9"/>
              <p:cNvCxnSpPr>
                <a:stCxn id="489" idx="7"/>
                <a:endCxn id="491"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504" name="Google Shape;504;p9"/>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05" name="Google Shape;505;p9"/>
              <p:cNvCxnSpPr>
                <a:stCxn id="491" idx="3"/>
                <a:endCxn id="504"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506" name="Google Shape;506;p9"/>
              <p:cNvCxnSpPr>
                <a:stCxn id="504" idx="2"/>
                <a:endCxn id="486"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507" name="Google Shape;507;p9"/>
              <p:cNvCxnSpPr>
                <a:stCxn id="504" idx="0"/>
                <a:endCxn id="485"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508" name="Google Shape;508;p9"/>
              <p:cNvCxnSpPr>
                <a:stCxn id="504" idx="1"/>
                <a:endCxn id="487"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509" name="Google Shape;509;p9"/>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10" name="Google Shape;510;p9"/>
              <p:cNvCxnSpPr>
                <a:stCxn id="486" idx="2"/>
                <a:endCxn id="509"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511" name="Google Shape;511;p9"/>
              <p:cNvCxnSpPr>
                <a:stCxn id="509" idx="3"/>
                <a:endCxn id="484"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512" name="Google Shape;512;p9"/>
              <p:cNvCxnSpPr>
                <a:stCxn id="487" idx="4"/>
                <a:endCxn id="509"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513" name="Google Shape;513;p9"/>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14" name="Google Shape;514;p9"/>
              <p:cNvCxnSpPr>
                <a:stCxn id="487" idx="0"/>
                <a:endCxn id="513"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515" name="Google Shape;515;p9"/>
              <p:cNvCxnSpPr>
                <a:stCxn id="488" idx="7"/>
                <a:endCxn id="513"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516" name="Google Shape;516;p9"/>
            <p:cNvGrpSpPr/>
            <p:nvPr/>
          </p:nvGrpSpPr>
          <p:grpSpPr>
            <a:xfrm>
              <a:off x="4731484" y="3852908"/>
              <a:ext cx="4355179" cy="3513764"/>
              <a:chOff x="720009" y="3852908"/>
              <a:chExt cx="4355179" cy="3513764"/>
            </a:xfrm>
          </p:grpSpPr>
          <p:sp>
            <p:nvSpPr>
              <p:cNvPr id="517" name="Google Shape;517;p9"/>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18" name="Google Shape;518;p9"/>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19" name="Google Shape;519;p9"/>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0" name="Google Shape;520;p9"/>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1" name="Google Shape;521;p9"/>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2" name="Google Shape;522;p9"/>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3" name="Google Shape;523;p9"/>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4" name="Google Shape;524;p9"/>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25" name="Google Shape;525;p9"/>
              <p:cNvCxnSpPr>
                <a:stCxn id="522" idx="4"/>
                <a:endCxn id="520"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526" name="Google Shape;526;p9"/>
              <p:cNvCxnSpPr>
                <a:stCxn id="517" idx="7"/>
                <a:endCxn id="521"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527" name="Google Shape;527;p9"/>
              <p:cNvCxnSpPr>
                <a:stCxn id="521" idx="7"/>
                <a:endCxn id="522"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528" name="Google Shape;528;p9"/>
              <p:cNvCxnSpPr>
                <a:stCxn id="522" idx="6"/>
                <a:endCxn id="518"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529" name="Google Shape;529;p9"/>
              <p:cNvCxnSpPr>
                <a:stCxn id="520" idx="7"/>
                <a:endCxn id="518"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530" name="Google Shape;530;p9"/>
              <p:cNvCxnSpPr>
                <a:stCxn id="517" idx="6"/>
                <a:endCxn id="523"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531" name="Google Shape;531;p9"/>
              <p:cNvCxnSpPr>
                <a:stCxn id="523" idx="0"/>
                <a:endCxn id="520"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532" name="Google Shape;532;p9"/>
              <p:cNvCxnSpPr>
                <a:stCxn id="523" idx="5"/>
                <a:endCxn id="519"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533" name="Google Shape;533;p9"/>
              <p:cNvCxnSpPr>
                <a:stCxn id="519" idx="0"/>
                <a:endCxn id="520"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534" name="Google Shape;534;p9"/>
              <p:cNvCxnSpPr>
                <a:stCxn id="519" idx="7"/>
                <a:endCxn id="524"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535" name="Google Shape;535;p9"/>
              <p:cNvCxnSpPr>
                <a:stCxn id="520" idx="6"/>
                <a:endCxn id="524"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536" name="Google Shape;536;p9"/>
              <p:cNvCxnSpPr>
                <a:stCxn id="524" idx="0"/>
                <a:endCxn id="518"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537" name="Google Shape;537;p9"/>
              <p:cNvCxnSpPr>
                <a:stCxn id="522" idx="5"/>
                <a:endCxn id="524"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538" name="Google Shape;538;p9"/>
              <p:cNvCxnSpPr>
                <a:stCxn id="521" idx="6"/>
                <a:endCxn id="524"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539" name="Google Shape;539;p9"/>
              <p:cNvCxnSpPr>
                <a:stCxn id="521" idx="5"/>
                <a:endCxn id="523"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540" name="Google Shape;540;p9"/>
              <p:cNvCxnSpPr>
                <a:stCxn id="518" idx="4"/>
                <a:endCxn id="519"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541" name="Google Shape;541;p9"/>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42" name="Google Shape;542;p9"/>
              <p:cNvCxnSpPr>
                <a:stCxn id="524" idx="4"/>
                <a:endCxn id="541"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543" name="Google Shape;543;p9"/>
              <p:cNvCxnSpPr>
                <a:stCxn id="541" idx="1"/>
                <a:endCxn id="519"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544" name="Google Shape;544;p9"/>
              <p:cNvSpPr/>
              <p:nvPr/>
            </p:nvSpPr>
            <p:spPr>
              <a:xfrm rot="8759498">
                <a:off x="1785083" y="451443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45" name="Google Shape;545;p9"/>
              <p:cNvCxnSpPr>
                <a:stCxn id="541" idx="2"/>
                <a:endCxn id="544"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546" name="Google Shape;546;p9"/>
              <p:cNvCxnSpPr>
                <a:stCxn id="544" idx="1"/>
                <a:endCxn id="523"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547" name="Google Shape;547;p9"/>
              <p:cNvCxnSpPr>
                <a:stCxn id="544" idx="7"/>
                <a:endCxn id="519"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8" name="Shape 548"/>
        <p:cNvGrpSpPr/>
        <p:nvPr/>
      </p:nvGrpSpPr>
      <p:grpSpPr>
        <a:xfrm>
          <a:off x="0" y="0"/>
          <a:ext cx="0" cy="0"/>
          <a:chOff x="0" y="0"/>
          <a:chExt cx="0" cy="0"/>
        </a:xfrm>
      </p:grpSpPr>
      <p:sp>
        <p:nvSpPr>
          <p:cNvPr id="549" name="Google Shape;549;p10"/>
          <p:cNvSpPr/>
          <p:nvPr>
            <p:ph idx="2" type="pic"/>
          </p:nvPr>
        </p:nvSpPr>
        <p:spPr>
          <a:xfrm>
            <a:off x="-25" y="-13725"/>
            <a:ext cx="9144000" cy="5157300"/>
          </a:xfrm>
          <a:prstGeom prst="rect">
            <a:avLst/>
          </a:prstGeom>
          <a:noFill/>
          <a:ln>
            <a:noFill/>
          </a:ln>
        </p:spPr>
      </p:sp>
      <p:sp>
        <p:nvSpPr>
          <p:cNvPr id="550" name="Google Shape;550;p10"/>
          <p:cNvSpPr txBox="1"/>
          <p:nvPr>
            <p:ph type="title"/>
          </p:nvPr>
        </p:nvSpPr>
        <p:spPr>
          <a:xfrm>
            <a:off x="720000" y="4014450"/>
            <a:ext cx="7704000" cy="572700"/>
          </a:xfrm>
          <a:prstGeom prst="rect">
            <a:avLst/>
          </a:prstGeom>
          <a:solidFill>
            <a:schemeClr val="lt1"/>
          </a:solidFill>
        </p:spPr>
        <p:txBody>
          <a:bodyPr anchorCtr="0" anchor="t" bIns="91425" lIns="91425" spcFirstLastPara="1" rIns="91425" wrap="square" tIns="91425">
            <a:noAutofit/>
          </a:bodyPr>
          <a:lstStyle>
            <a:lvl1pPr lvl="0" rtl="0" algn="ctr">
              <a:lnSpc>
                <a:spcPct val="115000"/>
              </a:lnSpc>
              <a:spcBef>
                <a:spcPts val="0"/>
              </a:spcBef>
              <a:spcAft>
                <a:spcPts val="0"/>
              </a:spcAft>
              <a:buSzPts val="3000"/>
              <a:buNone/>
              <a:defRPr sz="2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1" name="Shape 551"/>
        <p:cNvGrpSpPr/>
        <p:nvPr/>
      </p:nvGrpSpPr>
      <p:grpSpPr>
        <a:xfrm>
          <a:off x="0" y="0"/>
          <a:ext cx="0" cy="0"/>
          <a:chOff x="0" y="0"/>
          <a:chExt cx="0" cy="0"/>
        </a:xfrm>
      </p:grpSpPr>
      <p:sp>
        <p:nvSpPr>
          <p:cNvPr id="552" name="Google Shape;552;p11"/>
          <p:cNvSpPr txBox="1"/>
          <p:nvPr>
            <p:ph hasCustomPrompt="1" type="title"/>
          </p:nvPr>
        </p:nvSpPr>
        <p:spPr>
          <a:xfrm>
            <a:off x="1284000" y="1714512"/>
            <a:ext cx="6576000" cy="1207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53" name="Google Shape;553;p11"/>
          <p:cNvSpPr txBox="1"/>
          <p:nvPr>
            <p:ph idx="1" type="subTitle"/>
          </p:nvPr>
        </p:nvSpPr>
        <p:spPr>
          <a:xfrm>
            <a:off x="1284000" y="2922288"/>
            <a:ext cx="6576000" cy="506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554" name="Google Shape;554;p11"/>
          <p:cNvGrpSpPr/>
          <p:nvPr/>
        </p:nvGrpSpPr>
        <p:grpSpPr>
          <a:xfrm>
            <a:off x="-1196147" y="-548842"/>
            <a:ext cx="13880920" cy="6874700"/>
            <a:chOff x="-1196147" y="-548842"/>
            <a:chExt cx="13880920" cy="6874700"/>
          </a:xfrm>
        </p:grpSpPr>
        <p:grpSp>
          <p:nvGrpSpPr>
            <p:cNvPr id="555" name="Google Shape;555;p11"/>
            <p:cNvGrpSpPr/>
            <p:nvPr/>
          </p:nvGrpSpPr>
          <p:grpSpPr>
            <a:xfrm>
              <a:off x="-1196147" y="-548842"/>
              <a:ext cx="3657841" cy="4417628"/>
              <a:chOff x="-1196147" y="-548842"/>
              <a:chExt cx="3657841" cy="4417628"/>
            </a:xfrm>
          </p:grpSpPr>
          <p:sp>
            <p:nvSpPr>
              <p:cNvPr id="556" name="Google Shape;556;p11"/>
              <p:cNvSpPr/>
              <p:nvPr/>
            </p:nvSpPr>
            <p:spPr>
              <a:xfrm rot="10359365">
                <a:off x="2255245" y="146021"/>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57" name="Google Shape;557;p11"/>
              <p:cNvSpPr/>
              <p:nvPr/>
            </p:nvSpPr>
            <p:spPr>
              <a:xfrm rot="10359365">
                <a:off x="-841304" y="2200605"/>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58" name="Google Shape;558;p11"/>
              <p:cNvSpPr/>
              <p:nvPr/>
            </p:nvSpPr>
            <p:spPr>
              <a:xfrm rot="10361981">
                <a:off x="352993" y="-214656"/>
                <a:ext cx="401353" cy="40135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59" name="Google Shape;559;p11"/>
              <p:cNvSpPr/>
              <p:nvPr/>
            </p:nvSpPr>
            <p:spPr>
              <a:xfrm rot="10355821">
                <a:off x="274120" y="560515"/>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0" name="Google Shape;560;p11"/>
              <p:cNvSpPr/>
              <p:nvPr/>
            </p:nvSpPr>
            <p:spPr>
              <a:xfrm rot="10360416">
                <a:off x="1106270" y="873580"/>
                <a:ext cx="254074" cy="25407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1" name="Google Shape;561;p11"/>
              <p:cNvSpPr/>
              <p:nvPr/>
            </p:nvSpPr>
            <p:spPr>
              <a:xfrm rot="10355821">
                <a:off x="424057" y="2400495"/>
                <a:ext cx="130387" cy="1303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2" name="Google Shape;562;p11"/>
              <p:cNvSpPr/>
              <p:nvPr/>
            </p:nvSpPr>
            <p:spPr>
              <a:xfrm rot="9969336">
                <a:off x="1746927" y="9840"/>
                <a:ext cx="130388" cy="13038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3" name="Google Shape;563;p11"/>
              <p:cNvSpPr/>
              <p:nvPr/>
            </p:nvSpPr>
            <p:spPr>
              <a:xfrm rot="10360567">
                <a:off x="-737089" y="906043"/>
                <a:ext cx="96487" cy="964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64" name="Google Shape;564;p11"/>
              <p:cNvCxnSpPr>
                <a:stCxn id="560" idx="5"/>
                <a:endCxn id="559" idx="1"/>
              </p:cNvCxnSpPr>
              <p:nvPr/>
            </p:nvCxnSpPr>
            <p:spPr>
              <a:xfrm rot="10800000">
                <a:off x="390857" y="665576"/>
                <a:ext cx="741900" cy="257400"/>
              </a:xfrm>
              <a:prstGeom prst="straightConnector1">
                <a:avLst/>
              </a:prstGeom>
              <a:noFill/>
              <a:ln cap="flat" cmpd="sng" w="9525">
                <a:solidFill>
                  <a:schemeClr val="dk2"/>
                </a:solidFill>
                <a:prstDash val="solid"/>
                <a:round/>
                <a:headEnd len="med" w="med" type="none"/>
                <a:tailEnd len="med" w="med" type="none"/>
              </a:ln>
            </p:spPr>
          </p:cxnSp>
          <p:cxnSp>
            <p:nvCxnSpPr>
              <p:cNvPr id="565" name="Google Shape;565;p11"/>
              <p:cNvCxnSpPr>
                <a:stCxn id="561" idx="4"/>
                <a:endCxn id="559" idx="0"/>
              </p:cNvCxnSpPr>
              <p:nvPr/>
            </p:nvCxnSpPr>
            <p:spPr>
              <a:xfrm rot="10800000">
                <a:off x="347650" y="690439"/>
                <a:ext cx="133200" cy="1710600"/>
              </a:xfrm>
              <a:prstGeom prst="straightConnector1">
                <a:avLst/>
              </a:prstGeom>
              <a:noFill/>
              <a:ln cap="flat" cmpd="sng" w="9525">
                <a:solidFill>
                  <a:schemeClr val="dk2"/>
                </a:solidFill>
                <a:prstDash val="solid"/>
                <a:round/>
                <a:headEnd len="med" w="med" type="none"/>
                <a:tailEnd len="med" w="med" type="none"/>
              </a:ln>
            </p:spPr>
          </p:cxnSp>
          <p:cxnSp>
            <p:nvCxnSpPr>
              <p:cNvPr id="566" name="Google Shape;566;p11"/>
              <p:cNvCxnSpPr>
                <a:stCxn id="556" idx="6"/>
                <a:endCxn id="560" idx="3"/>
              </p:cNvCxnSpPr>
              <p:nvPr/>
            </p:nvCxnSpPr>
            <p:spPr>
              <a:xfrm flipH="1">
                <a:off x="1311044" y="255870"/>
                <a:ext cx="945000" cy="644100"/>
              </a:xfrm>
              <a:prstGeom prst="straightConnector1">
                <a:avLst/>
              </a:prstGeom>
              <a:noFill/>
              <a:ln cap="flat" cmpd="sng" w="9525">
                <a:solidFill>
                  <a:schemeClr val="dk2"/>
                </a:solidFill>
                <a:prstDash val="solid"/>
                <a:round/>
                <a:headEnd len="med" w="med" type="none"/>
                <a:tailEnd len="med" w="med" type="none"/>
              </a:ln>
            </p:spPr>
          </p:cxnSp>
          <p:cxnSp>
            <p:nvCxnSpPr>
              <p:cNvPr id="567" name="Google Shape;567;p11"/>
              <p:cNvCxnSpPr>
                <a:stCxn id="560" idx="7"/>
                <a:endCxn id="561" idx="2"/>
              </p:cNvCxnSpPr>
              <p:nvPr/>
            </p:nvCxnSpPr>
            <p:spPr>
              <a:xfrm flipH="1">
                <a:off x="553867" y="1101167"/>
                <a:ext cx="601800" cy="1356000"/>
              </a:xfrm>
              <a:prstGeom prst="straightConnector1">
                <a:avLst/>
              </a:prstGeom>
              <a:noFill/>
              <a:ln cap="flat" cmpd="sng" w="9525">
                <a:solidFill>
                  <a:schemeClr val="dk2"/>
                </a:solidFill>
                <a:prstDash val="solid"/>
                <a:round/>
                <a:headEnd len="med" w="med" type="none"/>
                <a:tailEnd len="med" w="med" type="none"/>
              </a:ln>
            </p:spPr>
          </p:cxnSp>
          <p:cxnSp>
            <p:nvCxnSpPr>
              <p:cNvPr id="568" name="Google Shape;568;p11"/>
              <p:cNvCxnSpPr>
                <a:stCxn id="561" idx="6"/>
                <a:endCxn id="557" idx="1"/>
              </p:cNvCxnSpPr>
              <p:nvPr/>
            </p:nvCxnSpPr>
            <p:spPr>
              <a:xfrm rot="10800000">
                <a:off x="-666800" y="2357389"/>
                <a:ext cx="1091400" cy="116700"/>
              </a:xfrm>
              <a:prstGeom prst="straightConnector1">
                <a:avLst/>
              </a:prstGeom>
              <a:noFill/>
              <a:ln cap="flat" cmpd="sng" w="9525">
                <a:solidFill>
                  <a:schemeClr val="dk2"/>
                </a:solidFill>
                <a:prstDash val="solid"/>
                <a:round/>
                <a:headEnd len="med" w="med" type="none"/>
                <a:tailEnd len="med" w="med" type="none"/>
              </a:ln>
            </p:spPr>
          </p:cxnSp>
          <p:cxnSp>
            <p:nvCxnSpPr>
              <p:cNvPr id="569" name="Google Shape;569;p11"/>
              <p:cNvCxnSpPr>
                <a:stCxn id="559" idx="7"/>
                <a:endCxn id="557" idx="3"/>
              </p:cNvCxnSpPr>
              <p:nvPr/>
            </p:nvCxnSpPr>
            <p:spPr>
              <a:xfrm flipH="1">
                <a:off x="-684462" y="677363"/>
                <a:ext cx="984000" cy="1543500"/>
              </a:xfrm>
              <a:prstGeom prst="straightConnector1">
                <a:avLst/>
              </a:prstGeom>
              <a:noFill/>
              <a:ln cap="flat" cmpd="sng" w="9525">
                <a:solidFill>
                  <a:schemeClr val="dk2"/>
                </a:solidFill>
                <a:prstDash val="solid"/>
                <a:round/>
                <a:headEnd len="med" w="med" type="none"/>
                <a:tailEnd len="med" w="med" type="none"/>
              </a:ln>
            </p:spPr>
          </p:cxnSp>
          <p:cxnSp>
            <p:nvCxnSpPr>
              <p:cNvPr id="570" name="Google Shape;570;p11"/>
              <p:cNvCxnSpPr>
                <a:stCxn id="556" idx="6"/>
                <a:endCxn id="562" idx="1"/>
              </p:cNvCxnSpPr>
              <p:nvPr/>
            </p:nvCxnSpPr>
            <p:spPr>
              <a:xfrm rot="10800000">
                <a:off x="1867844" y="108870"/>
                <a:ext cx="388200" cy="147000"/>
              </a:xfrm>
              <a:prstGeom prst="straightConnector1">
                <a:avLst/>
              </a:prstGeom>
              <a:noFill/>
              <a:ln cap="flat" cmpd="sng" w="9525">
                <a:solidFill>
                  <a:schemeClr val="dk2"/>
                </a:solidFill>
                <a:prstDash val="solid"/>
                <a:round/>
                <a:headEnd len="med" w="med" type="none"/>
                <a:tailEnd len="med" w="med" type="none"/>
              </a:ln>
            </p:spPr>
          </p:cxnSp>
          <p:cxnSp>
            <p:nvCxnSpPr>
              <p:cNvPr id="571" name="Google Shape;571;p11"/>
              <p:cNvCxnSpPr>
                <a:stCxn id="562" idx="6"/>
                <a:endCxn id="559" idx="2"/>
              </p:cNvCxnSpPr>
              <p:nvPr/>
            </p:nvCxnSpPr>
            <p:spPr>
              <a:xfrm flipH="1">
                <a:off x="403921" y="90634"/>
                <a:ext cx="1344900" cy="526800"/>
              </a:xfrm>
              <a:prstGeom prst="straightConnector1">
                <a:avLst/>
              </a:prstGeom>
              <a:noFill/>
              <a:ln cap="flat" cmpd="sng" w="9525">
                <a:solidFill>
                  <a:schemeClr val="dk2"/>
                </a:solidFill>
                <a:prstDash val="solid"/>
                <a:round/>
                <a:headEnd len="med" w="med" type="none"/>
                <a:tailEnd len="med" w="med" type="none"/>
              </a:ln>
            </p:spPr>
          </p:cxnSp>
          <p:cxnSp>
            <p:nvCxnSpPr>
              <p:cNvPr id="572" name="Google Shape;572;p11"/>
              <p:cNvCxnSpPr>
                <a:stCxn id="562" idx="6"/>
                <a:endCxn id="558" idx="1"/>
              </p:cNvCxnSpPr>
              <p:nvPr/>
            </p:nvCxnSpPr>
            <p:spPr>
              <a:xfrm flipH="1">
                <a:off x="712321" y="90634"/>
                <a:ext cx="1036500" cy="18000"/>
              </a:xfrm>
              <a:prstGeom prst="straightConnector1">
                <a:avLst/>
              </a:prstGeom>
              <a:noFill/>
              <a:ln cap="flat" cmpd="sng" w="9525">
                <a:solidFill>
                  <a:schemeClr val="dk2"/>
                </a:solidFill>
                <a:prstDash val="solid"/>
                <a:round/>
                <a:headEnd len="med" w="med" type="none"/>
                <a:tailEnd len="med" w="med" type="none"/>
              </a:ln>
            </p:spPr>
          </p:cxnSp>
          <p:cxnSp>
            <p:nvCxnSpPr>
              <p:cNvPr id="573" name="Google Shape;573;p11"/>
              <p:cNvCxnSpPr>
                <a:stCxn id="558" idx="7"/>
                <a:endCxn id="563" idx="3"/>
              </p:cNvCxnSpPr>
              <p:nvPr/>
            </p:nvCxnSpPr>
            <p:spPr>
              <a:xfrm flipH="1">
                <a:off x="-659248" y="144801"/>
                <a:ext cx="1090200" cy="771300"/>
              </a:xfrm>
              <a:prstGeom prst="straightConnector1">
                <a:avLst/>
              </a:prstGeom>
              <a:noFill/>
              <a:ln cap="flat" cmpd="sng" w="9525">
                <a:solidFill>
                  <a:schemeClr val="dk2"/>
                </a:solidFill>
                <a:prstDash val="solid"/>
                <a:round/>
                <a:headEnd len="med" w="med" type="none"/>
                <a:tailEnd len="med" w="med" type="none"/>
              </a:ln>
            </p:spPr>
          </p:cxnSp>
          <p:cxnSp>
            <p:nvCxnSpPr>
              <p:cNvPr id="574" name="Google Shape;574;p11"/>
              <p:cNvCxnSpPr>
                <a:stCxn id="559" idx="6"/>
                <a:endCxn id="563" idx="2"/>
              </p:cNvCxnSpPr>
              <p:nvPr/>
            </p:nvCxnSpPr>
            <p:spPr>
              <a:xfrm flipH="1">
                <a:off x="-640937" y="634109"/>
                <a:ext cx="915600" cy="314100"/>
              </a:xfrm>
              <a:prstGeom prst="straightConnector1">
                <a:avLst/>
              </a:prstGeom>
              <a:noFill/>
              <a:ln cap="flat" cmpd="sng" w="9525">
                <a:solidFill>
                  <a:schemeClr val="dk2"/>
                </a:solidFill>
                <a:prstDash val="solid"/>
                <a:round/>
                <a:headEnd len="med" w="med" type="none"/>
                <a:tailEnd len="med" w="med" type="none"/>
              </a:ln>
            </p:spPr>
          </p:cxnSp>
          <p:cxnSp>
            <p:nvCxnSpPr>
              <p:cNvPr id="575" name="Google Shape;575;p11"/>
              <p:cNvCxnSpPr>
                <a:stCxn id="563" idx="0"/>
                <a:endCxn id="557" idx="5"/>
              </p:cNvCxnSpPr>
              <p:nvPr/>
            </p:nvCxnSpPr>
            <p:spPr>
              <a:xfrm flipH="1">
                <a:off x="-820996" y="1002137"/>
                <a:ext cx="138300" cy="1236300"/>
              </a:xfrm>
              <a:prstGeom prst="straightConnector1">
                <a:avLst/>
              </a:prstGeom>
              <a:noFill/>
              <a:ln cap="flat" cmpd="sng" w="9525">
                <a:solidFill>
                  <a:schemeClr val="dk2"/>
                </a:solidFill>
                <a:prstDash val="solid"/>
                <a:round/>
                <a:headEnd len="med" w="med" type="none"/>
                <a:tailEnd len="med" w="med" type="none"/>
              </a:ln>
            </p:spPr>
          </p:cxnSp>
          <p:cxnSp>
            <p:nvCxnSpPr>
              <p:cNvPr id="576" name="Google Shape;576;p11"/>
              <p:cNvCxnSpPr>
                <a:stCxn id="561" idx="5"/>
                <a:endCxn id="563" idx="1"/>
              </p:cNvCxnSpPr>
              <p:nvPr/>
            </p:nvCxnSpPr>
            <p:spPr>
              <a:xfrm rot="10800000">
                <a:off x="-650804" y="983814"/>
                <a:ext cx="1088400" cy="1442100"/>
              </a:xfrm>
              <a:prstGeom prst="straightConnector1">
                <a:avLst/>
              </a:prstGeom>
              <a:noFill/>
              <a:ln cap="flat" cmpd="sng" w="9525">
                <a:solidFill>
                  <a:schemeClr val="dk2"/>
                </a:solidFill>
                <a:prstDash val="solid"/>
                <a:round/>
                <a:headEnd len="med" w="med" type="none"/>
                <a:tailEnd len="med" w="med" type="none"/>
              </a:ln>
            </p:spPr>
          </p:cxnSp>
          <p:cxnSp>
            <p:nvCxnSpPr>
              <p:cNvPr id="577" name="Google Shape;577;p11"/>
              <p:cNvCxnSpPr>
                <a:stCxn id="560" idx="6"/>
                <a:endCxn id="563" idx="1"/>
              </p:cNvCxnSpPr>
              <p:nvPr/>
            </p:nvCxnSpPr>
            <p:spPr>
              <a:xfrm rot="10800000">
                <a:off x="-650693" y="983817"/>
                <a:ext cx="1758000" cy="33000"/>
              </a:xfrm>
              <a:prstGeom prst="straightConnector1">
                <a:avLst/>
              </a:prstGeom>
              <a:noFill/>
              <a:ln cap="flat" cmpd="sng" w="9525">
                <a:solidFill>
                  <a:schemeClr val="dk2"/>
                </a:solidFill>
                <a:prstDash val="solid"/>
                <a:round/>
                <a:headEnd len="med" w="med" type="none"/>
                <a:tailEnd len="med" w="med" type="none"/>
              </a:ln>
            </p:spPr>
          </p:cxnSp>
          <p:cxnSp>
            <p:nvCxnSpPr>
              <p:cNvPr id="578" name="Google Shape;578;p11"/>
              <p:cNvCxnSpPr>
                <a:stCxn id="560" idx="4"/>
                <a:endCxn id="558" idx="1"/>
              </p:cNvCxnSpPr>
              <p:nvPr/>
            </p:nvCxnSpPr>
            <p:spPr>
              <a:xfrm rot="10800000">
                <a:off x="712507" y="108717"/>
                <a:ext cx="504600" cy="765900"/>
              </a:xfrm>
              <a:prstGeom prst="straightConnector1">
                <a:avLst/>
              </a:prstGeom>
              <a:noFill/>
              <a:ln cap="flat" cmpd="sng" w="9525">
                <a:solidFill>
                  <a:schemeClr val="dk2"/>
                </a:solidFill>
                <a:prstDash val="solid"/>
                <a:round/>
                <a:headEnd len="med" w="med" type="none"/>
                <a:tailEnd len="med" w="med" type="none"/>
              </a:ln>
            </p:spPr>
          </p:cxnSp>
          <p:sp>
            <p:nvSpPr>
              <p:cNvPr id="579" name="Google Shape;579;p11"/>
              <p:cNvSpPr/>
              <p:nvPr/>
            </p:nvSpPr>
            <p:spPr>
              <a:xfrm rot="10355821">
                <a:off x="-1188290" y="-540986"/>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80" name="Google Shape;580;p11"/>
              <p:cNvCxnSpPr>
                <a:stCxn id="563" idx="4"/>
                <a:endCxn id="579" idx="1"/>
              </p:cNvCxnSpPr>
              <p:nvPr/>
            </p:nvCxnSpPr>
            <p:spPr>
              <a:xfrm rot="10800000">
                <a:off x="-1071496" y="-436063"/>
                <a:ext cx="376500" cy="1342500"/>
              </a:xfrm>
              <a:prstGeom prst="straightConnector1">
                <a:avLst/>
              </a:prstGeom>
              <a:noFill/>
              <a:ln cap="flat" cmpd="sng" w="9525">
                <a:solidFill>
                  <a:schemeClr val="dk2"/>
                </a:solidFill>
                <a:prstDash val="solid"/>
                <a:round/>
                <a:headEnd len="med" w="med" type="none"/>
                <a:tailEnd len="med" w="med" type="none"/>
              </a:ln>
            </p:spPr>
          </p:cxnSp>
          <p:cxnSp>
            <p:nvCxnSpPr>
              <p:cNvPr id="581" name="Google Shape;581;p11"/>
              <p:cNvCxnSpPr>
                <a:stCxn id="579" idx="1"/>
                <a:endCxn id="558" idx="5"/>
              </p:cNvCxnSpPr>
              <p:nvPr/>
            </p:nvCxnSpPr>
            <p:spPr>
              <a:xfrm>
                <a:off x="-1071443" y="-436018"/>
                <a:ext cx="1466400" cy="299400"/>
              </a:xfrm>
              <a:prstGeom prst="straightConnector1">
                <a:avLst/>
              </a:prstGeom>
              <a:noFill/>
              <a:ln cap="flat" cmpd="sng" w="9525">
                <a:solidFill>
                  <a:schemeClr val="dk2"/>
                </a:solidFill>
                <a:prstDash val="solid"/>
                <a:round/>
                <a:headEnd len="med" w="med" type="none"/>
                <a:tailEnd len="med" w="med" type="none"/>
              </a:ln>
            </p:spPr>
          </p:cxnSp>
          <p:cxnSp>
            <p:nvCxnSpPr>
              <p:cNvPr id="582" name="Google Shape;582;p11"/>
              <p:cNvCxnSpPr>
                <a:stCxn id="579" idx="1"/>
                <a:endCxn id="559" idx="5"/>
              </p:cNvCxnSpPr>
              <p:nvPr/>
            </p:nvCxnSpPr>
            <p:spPr>
              <a:xfrm>
                <a:off x="-1071443" y="-436018"/>
                <a:ext cx="1359000" cy="1022100"/>
              </a:xfrm>
              <a:prstGeom prst="straightConnector1">
                <a:avLst/>
              </a:prstGeom>
              <a:noFill/>
              <a:ln cap="flat" cmpd="sng" w="9525">
                <a:solidFill>
                  <a:schemeClr val="dk2"/>
                </a:solidFill>
                <a:prstDash val="solid"/>
                <a:round/>
                <a:headEnd len="med" w="med" type="none"/>
                <a:tailEnd len="med" w="med" type="none"/>
              </a:ln>
            </p:spPr>
          </p:cxnSp>
          <p:sp>
            <p:nvSpPr>
              <p:cNvPr id="583" name="Google Shape;583;p11"/>
              <p:cNvSpPr/>
              <p:nvPr/>
            </p:nvSpPr>
            <p:spPr>
              <a:xfrm rot="10361165">
                <a:off x="-233691" y="3414341"/>
                <a:ext cx="428890" cy="42889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84" name="Google Shape;584;p11"/>
              <p:cNvCxnSpPr>
                <a:stCxn id="561" idx="0"/>
                <a:endCxn id="583" idx="3"/>
              </p:cNvCxnSpPr>
              <p:nvPr/>
            </p:nvCxnSpPr>
            <p:spPr>
              <a:xfrm flipH="1">
                <a:off x="111850" y="2530339"/>
                <a:ext cx="385800" cy="928800"/>
              </a:xfrm>
              <a:prstGeom prst="straightConnector1">
                <a:avLst/>
              </a:prstGeom>
              <a:noFill/>
              <a:ln cap="flat" cmpd="sng" w="9525">
                <a:solidFill>
                  <a:schemeClr val="dk2"/>
                </a:solidFill>
                <a:prstDash val="solid"/>
                <a:round/>
                <a:headEnd len="med" w="med" type="none"/>
                <a:tailEnd len="med" w="med" type="none"/>
              </a:ln>
            </p:spPr>
          </p:cxnSp>
          <p:cxnSp>
            <p:nvCxnSpPr>
              <p:cNvPr id="585" name="Google Shape;585;p11"/>
              <p:cNvCxnSpPr>
                <a:stCxn id="557" idx="0"/>
                <a:endCxn id="583" idx="5"/>
              </p:cNvCxnSpPr>
              <p:nvPr/>
            </p:nvCxnSpPr>
            <p:spPr>
              <a:xfrm>
                <a:off x="-731455" y="2394604"/>
                <a:ext cx="542400" cy="1103100"/>
              </a:xfrm>
              <a:prstGeom prst="straightConnector1">
                <a:avLst/>
              </a:prstGeom>
              <a:noFill/>
              <a:ln cap="flat" cmpd="sng" w="9525">
                <a:solidFill>
                  <a:schemeClr val="dk2"/>
                </a:solidFill>
                <a:prstDash val="solid"/>
                <a:round/>
                <a:headEnd len="med" w="med" type="none"/>
                <a:tailEnd len="med" w="med" type="none"/>
              </a:ln>
            </p:spPr>
          </p:cxnSp>
        </p:grpSp>
        <p:grpSp>
          <p:nvGrpSpPr>
            <p:cNvPr id="586" name="Google Shape;586;p11"/>
            <p:cNvGrpSpPr/>
            <p:nvPr/>
          </p:nvGrpSpPr>
          <p:grpSpPr>
            <a:xfrm>
              <a:off x="6988759" y="2308882"/>
              <a:ext cx="5696014" cy="4016976"/>
              <a:chOff x="6988759" y="2308882"/>
              <a:chExt cx="5696014" cy="4016976"/>
            </a:xfrm>
          </p:grpSpPr>
          <p:sp>
            <p:nvSpPr>
              <p:cNvPr id="587" name="Google Shape;587;p11"/>
              <p:cNvSpPr/>
              <p:nvPr/>
            </p:nvSpPr>
            <p:spPr>
              <a:xfrm flipH="1" rot="10800000">
                <a:off x="6988759" y="481140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88" name="Google Shape;588;p11"/>
              <p:cNvSpPr/>
              <p:nvPr/>
            </p:nvSpPr>
            <p:spPr>
              <a:xfrm flipH="1" rot="10800000">
                <a:off x="9708881" y="5924735"/>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89" name="Google Shape;589;p11"/>
              <p:cNvSpPr/>
              <p:nvPr/>
            </p:nvSpPr>
            <p:spPr>
              <a:xfrm flipH="1" rot="10800000">
                <a:off x="9274463" y="3379603"/>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0" name="Google Shape;590;p11"/>
              <p:cNvSpPr/>
              <p:nvPr/>
            </p:nvSpPr>
            <p:spPr>
              <a:xfrm flipH="1" rot="10800000">
                <a:off x="8847429" y="5037312"/>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1" name="Google Shape;591;p11"/>
              <p:cNvSpPr/>
              <p:nvPr/>
            </p:nvSpPr>
            <p:spPr>
              <a:xfrm flipH="1" rot="10800000">
                <a:off x="7696942" y="5973758"/>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2" name="Google Shape;592;p11"/>
              <p:cNvSpPr/>
              <p:nvPr/>
            </p:nvSpPr>
            <p:spPr>
              <a:xfrm flipH="1" rot="10800000">
                <a:off x="8847429" y="6195358"/>
                <a:ext cx="130500" cy="1305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3" name="Google Shape;593;p11"/>
              <p:cNvSpPr/>
              <p:nvPr/>
            </p:nvSpPr>
            <p:spPr>
              <a:xfrm flipH="1" rot="10800000">
                <a:off x="7958998" y="409569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4" name="Google Shape;594;p11"/>
              <p:cNvSpPr/>
              <p:nvPr/>
            </p:nvSpPr>
            <p:spPr>
              <a:xfrm flipH="1" rot="10800000">
                <a:off x="12588473" y="4375765"/>
                <a:ext cx="96300" cy="96300"/>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95" name="Google Shape;595;p11"/>
              <p:cNvCxnSpPr>
                <a:stCxn id="591" idx="5"/>
                <a:endCxn id="590" idx="1"/>
              </p:cNvCxnSpPr>
              <p:nvPr/>
            </p:nvCxnSpPr>
            <p:spPr>
              <a:xfrm flipH="1" rot="10800000">
                <a:off x="7779139" y="5148761"/>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596" name="Google Shape;596;p11"/>
              <p:cNvCxnSpPr>
                <a:stCxn id="592" idx="4"/>
                <a:endCxn id="590" idx="0"/>
              </p:cNvCxnSpPr>
              <p:nvPr/>
            </p:nvCxnSpPr>
            <p:spPr>
              <a:xfrm rot="10800000">
                <a:off x="8912679" y="5167858"/>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597" name="Google Shape;597;p11"/>
              <p:cNvCxnSpPr>
                <a:stCxn id="587" idx="6"/>
                <a:endCxn id="590" idx="2"/>
              </p:cNvCxnSpPr>
              <p:nvPr/>
            </p:nvCxnSpPr>
            <p:spPr>
              <a:xfrm>
                <a:off x="7183159" y="4908608"/>
                <a:ext cx="1664400" cy="194100"/>
              </a:xfrm>
              <a:prstGeom prst="straightConnector1">
                <a:avLst/>
              </a:prstGeom>
              <a:noFill/>
              <a:ln cap="flat" cmpd="sng" w="9525">
                <a:solidFill>
                  <a:schemeClr val="dk2"/>
                </a:solidFill>
                <a:prstDash val="solid"/>
                <a:round/>
                <a:headEnd len="med" w="med" type="none"/>
                <a:tailEnd len="med" w="med" type="none"/>
              </a:ln>
            </p:spPr>
          </p:cxnSp>
          <p:cxnSp>
            <p:nvCxnSpPr>
              <p:cNvPr id="598" name="Google Shape;598;p11"/>
              <p:cNvCxnSpPr>
                <a:stCxn id="587" idx="0"/>
                <a:endCxn id="591" idx="3"/>
              </p:cNvCxnSpPr>
              <p:nvPr/>
            </p:nvCxnSpPr>
            <p:spPr>
              <a:xfrm>
                <a:off x="7085959" y="5005808"/>
                <a:ext cx="625200" cy="982200"/>
              </a:xfrm>
              <a:prstGeom prst="straightConnector1">
                <a:avLst/>
              </a:prstGeom>
              <a:noFill/>
              <a:ln cap="flat" cmpd="sng" w="9525">
                <a:solidFill>
                  <a:schemeClr val="dk2"/>
                </a:solidFill>
                <a:prstDash val="solid"/>
                <a:round/>
                <a:headEnd len="med" w="med" type="none"/>
                <a:tailEnd len="med" w="med" type="none"/>
              </a:ln>
            </p:spPr>
          </p:cxnSp>
          <p:cxnSp>
            <p:nvCxnSpPr>
              <p:cNvPr id="599" name="Google Shape;599;p11"/>
              <p:cNvCxnSpPr>
                <a:stCxn id="591" idx="7"/>
                <a:endCxn id="592" idx="2"/>
              </p:cNvCxnSpPr>
              <p:nvPr/>
            </p:nvCxnSpPr>
            <p:spPr>
              <a:xfrm>
                <a:off x="7779139" y="6055955"/>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600" name="Google Shape;600;p11"/>
              <p:cNvCxnSpPr>
                <a:stCxn id="592" idx="6"/>
                <a:endCxn id="588" idx="2"/>
              </p:cNvCxnSpPr>
              <p:nvPr/>
            </p:nvCxnSpPr>
            <p:spPr>
              <a:xfrm flipH="1" rot="10800000">
                <a:off x="8977929" y="6021808"/>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601" name="Google Shape;601;p11"/>
              <p:cNvCxnSpPr>
                <a:stCxn id="590" idx="7"/>
                <a:endCxn id="588" idx="3"/>
              </p:cNvCxnSpPr>
              <p:nvPr/>
            </p:nvCxnSpPr>
            <p:spPr>
              <a:xfrm>
                <a:off x="8958818" y="5148700"/>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602" name="Google Shape;602;p11"/>
              <p:cNvCxnSpPr>
                <a:stCxn id="587" idx="5"/>
                <a:endCxn id="593" idx="1"/>
              </p:cNvCxnSpPr>
              <p:nvPr/>
            </p:nvCxnSpPr>
            <p:spPr>
              <a:xfrm flipH="1" rot="10800000">
                <a:off x="7154690" y="4207177"/>
                <a:ext cx="823500" cy="632700"/>
              </a:xfrm>
              <a:prstGeom prst="straightConnector1">
                <a:avLst/>
              </a:prstGeom>
              <a:noFill/>
              <a:ln cap="flat" cmpd="sng" w="9525">
                <a:solidFill>
                  <a:schemeClr val="dk2"/>
                </a:solidFill>
                <a:prstDash val="solid"/>
                <a:round/>
                <a:headEnd len="med" w="med" type="none"/>
                <a:tailEnd len="med" w="med" type="none"/>
              </a:ln>
            </p:spPr>
          </p:cxnSp>
          <p:cxnSp>
            <p:nvCxnSpPr>
              <p:cNvPr id="603" name="Google Shape;603;p11"/>
              <p:cNvCxnSpPr>
                <a:stCxn id="593" idx="7"/>
                <a:endCxn id="590" idx="3"/>
              </p:cNvCxnSpPr>
              <p:nvPr/>
            </p:nvCxnSpPr>
            <p:spPr>
              <a:xfrm>
                <a:off x="8070387" y="4207078"/>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604" name="Google Shape;604;p11"/>
              <p:cNvCxnSpPr>
                <a:stCxn id="593" idx="7"/>
                <a:endCxn id="589" idx="1"/>
              </p:cNvCxnSpPr>
              <p:nvPr/>
            </p:nvCxnSpPr>
            <p:spPr>
              <a:xfrm flipH="1" rot="10800000">
                <a:off x="8070387" y="3722278"/>
                <a:ext cx="1263000" cy="484800"/>
              </a:xfrm>
              <a:prstGeom prst="straightConnector1">
                <a:avLst/>
              </a:prstGeom>
              <a:noFill/>
              <a:ln cap="flat" cmpd="sng" w="9525">
                <a:solidFill>
                  <a:schemeClr val="dk2"/>
                </a:solidFill>
                <a:prstDash val="solid"/>
                <a:round/>
                <a:headEnd len="med" w="med" type="none"/>
                <a:tailEnd len="med" w="med" type="none"/>
              </a:ln>
            </p:spPr>
          </p:cxnSp>
          <p:cxnSp>
            <p:nvCxnSpPr>
              <p:cNvPr id="605" name="Google Shape;605;p11"/>
              <p:cNvCxnSpPr>
                <a:stCxn id="589" idx="0"/>
                <a:endCxn id="590" idx="5"/>
              </p:cNvCxnSpPr>
              <p:nvPr/>
            </p:nvCxnSpPr>
            <p:spPr>
              <a:xfrm flipH="1">
                <a:off x="8958863" y="3781003"/>
                <a:ext cx="516300" cy="1275300"/>
              </a:xfrm>
              <a:prstGeom prst="straightConnector1">
                <a:avLst/>
              </a:prstGeom>
              <a:noFill/>
              <a:ln cap="flat" cmpd="sng" w="9525">
                <a:solidFill>
                  <a:schemeClr val="dk2"/>
                </a:solidFill>
                <a:prstDash val="solid"/>
                <a:round/>
                <a:headEnd len="med" w="med" type="none"/>
                <a:tailEnd len="med" w="med" type="none"/>
              </a:ln>
            </p:spPr>
          </p:cxnSp>
          <p:cxnSp>
            <p:nvCxnSpPr>
              <p:cNvPr id="606" name="Google Shape;606;p11"/>
              <p:cNvCxnSpPr>
                <a:stCxn id="594" idx="1"/>
                <a:endCxn id="588" idx="5"/>
              </p:cNvCxnSpPr>
              <p:nvPr/>
            </p:nvCxnSpPr>
            <p:spPr>
              <a:xfrm flipH="1">
                <a:off x="9874676" y="4457962"/>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607" name="Google Shape;607;p11"/>
              <p:cNvCxnSpPr>
                <a:stCxn id="591" idx="6"/>
                <a:endCxn id="594" idx="1"/>
              </p:cNvCxnSpPr>
              <p:nvPr/>
            </p:nvCxnSpPr>
            <p:spPr>
              <a:xfrm flipH="1" rot="10800000">
                <a:off x="7793242" y="4458008"/>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608" name="Google Shape;608;p11"/>
              <p:cNvCxnSpPr>
                <a:stCxn id="588" idx="4"/>
                <a:endCxn id="589" idx="0"/>
              </p:cNvCxnSpPr>
              <p:nvPr/>
            </p:nvCxnSpPr>
            <p:spPr>
              <a:xfrm rot="10800000">
                <a:off x="9475181" y="3780935"/>
                <a:ext cx="330900" cy="2143800"/>
              </a:xfrm>
              <a:prstGeom prst="straightConnector1">
                <a:avLst/>
              </a:prstGeom>
              <a:noFill/>
              <a:ln cap="flat" cmpd="sng" w="9525">
                <a:solidFill>
                  <a:schemeClr val="dk2"/>
                </a:solidFill>
                <a:prstDash val="solid"/>
                <a:round/>
                <a:headEnd len="med" w="med" type="none"/>
                <a:tailEnd len="med" w="med" type="none"/>
              </a:ln>
            </p:spPr>
          </p:cxnSp>
          <p:sp>
            <p:nvSpPr>
              <p:cNvPr id="609" name="Google Shape;609;p11"/>
              <p:cNvSpPr/>
              <p:nvPr/>
            </p:nvSpPr>
            <p:spPr>
              <a:xfrm flipH="1" rot="10800000">
                <a:off x="11005448" y="376185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10" name="Google Shape;610;p11"/>
              <p:cNvCxnSpPr>
                <a:stCxn id="594" idx="2"/>
                <a:endCxn id="609" idx="7"/>
              </p:cNvCxnSpPr>
              <p:nvPr/>
            </p:nvCxnSpPr>
            <p:spPr>
              <a:xfrm rot="10800000">
                <a:off x="11116973" y="3873115"/>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611" name="Google Shape;611;p11"/>
              <p:cNvCxnSpPr>
                <a:stCxn id="609" idx="2"/>
                <a:endCxn id="589" idx="6"/>
              </p:cNvCxnSpPr>
              <p:nvPr/>
            </p:nvCxnSpPr>
            <p:spPr>
              <a:xfrm rot="10800000">
                <a:off x="9675848" y="3580200"/>
                <a:ext cx="1329600" cy="246900"/>
              </a:xfrm>
              <a:prstGeom prst="straightConnector1">
                <a:avLst/>
              </a:prstGeom>
              <a:noFill/>
              <a:ln cap="flat" cmpd="sng" w="9525">
                <a:solidFill>
                  <a:schemeClr val="dk2"/>
                </a:solidFill>
                <a:prstDash val="solid"/>
                <a:round/>
                <a:headEnd len="med" w="med" type="none"/>
                <a:tailEnd len="med" w="med" type="none"/>
              </a:ln>
            </p:spPr>
          </p:cxnSp>
          <p:cxnSp>
            <p:nvCxnSpPr>
              <p:cNvPr id="612" name="Google Shape;612;p11"/>
              <p:cNvCxnSpPr>
                <a:stCxn id="609" idx="0"/>
                <a:endCxn id="588" idx="4"/>
              </p:cNvCxnSpPr>
              <p:nvPr/>
            </p:nvCxnSpPr>
            <p:spPr>
              <a:xfrm flipH="1">
                <a:off x="9806198" y="3892350"/>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613" name="Google Shape;613;p11"/>
              <p:cNvCxnSpPr>
                <a:stCxn id="609" idx="1"/>
                <a:endCxn id="590" idx="5"/>
              </p:cNvCxnSpPr>
              <p:nvPr/>
            </p:nvCxnSpPr>
            <p:spPr>
              <a:xfrm flipH="1">
                <a:off x="8958759" y="3873239"/>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614" name="Google Shape;614;p11"/>
              <p:cNvSpPr/>
              <p:nvPr/>
            </p:nvSpPr>
            <p:spPr>
              <a:xfrm flipH="1" rot="10800000">
                <a:off x="8260191" y="2787257"/>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15" name="Google Shape;615;p11"/>
              <p:cNvCxnSpPr>
                <a:stCxn id="589" idx="3"/>
                <a:endCxn id="614" idx="7"/>
              </p:cNvCxnSpPr>
              <p:nvPr/>
            </p:nvCxnSpPr>
            <p:spPr>
              <a:xfrm rot="10800000">
                <a:off x="8426047" y="2953287"/>
                <a:ext cx="907200" cy="485100"/>
              </a:xfrm>
              <a:prstGeom prst="straightConnector1">
                <a:avLst/>
              </a:prstGeom>
              <a:noFill/>
              <a:ln cap="flat" cmpd="sng" w="9525">
                <a:solidFill>
                  <a:schemeClr val="dk2"/>
                </a:solidFill>
                <a:prstDash val="solid"/>
                <a:round/>
                <a:headEnd len="med" w="med" type="none"/>
                <a:tailEnd len="med" w="med" type="none"/>
              </a:ln>
            </p:spPr>
          </p:cxnSp>
          <p:cxnSp>
            <p:nvCxnSpPr>
              <p:cNvPr id="616" name="Google Shape;616;p11"/>
              <p:cNvCxnSpPr>
                <a:stCxn id="614" idx="0"/>
                <a:endCxn id="593" idx="4"/>
              </p:cNvCxnSpPr>
              <p:nvPr/>
            </p:nvCxnSpPr>
            <p:spPr>
              <a:xfrm flipH="1">
                <a:off x="8024391" y="2981657"/>
                <a:ext cx="333000" cy="1113900"/>
              </a:xfrm>
              <a:prstGeom prst="straightConnector1">
                <a:avLst/>
              </a:prstGeom>
              <a:noFill/>
              <a:ln cap="flat" cmpd="sng" w="9525">
                <a:solidFill>
                  <a:schemeClr val="dk2"/>
                </a:solidFill>
                <a:prstDash val="solid"/>
                <a:round/>
                <a:headEnd len="med" w="med" type="none"/>
                <a:tailEnd len="med" w="med" type="none"/>
              </a:ln>
            </p:spPr>
          </p:cxnSp>
          <p:sp>
            <p:nvSpPr>
              <p:cNvPr id="617" name="Google Shape;617;p11"/>
              <p:cNvSpPr/>
              <p:nvPr/>
            </p:nvSpPr>
            <p:spPr>
              <a:xfrm flipH="1" rot="10800000">
                <a:off x="7973826" y="4652423"/>
                <a:ext cx="249300" cy="249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18" name="Google Shape;618;p11"/>
              <p:cNvCxnSpPr>
                <a:stCxn id="587" idx="6"/>
                <a:endCxn id="617" idx="2"/>
              </p:cNvCxnSpPr>
              <p:nvPr/>
            </p:nvCxnSpPr>
            <p:spPr>
              <a:xfrm flipH="1" rot="10800000">
                <a:off x="7183159" y="4777208"/>
                <a:ext cx="790800" cy="131400"/>
              </a:xfrm>
              <a:prstGeom prst="straightConnector1">
                <a:avLst/>
              </a:prstGeom>
              <a:noFill/>
              <a:ln cap="flat" cmpd="sng" w="9525">
                <a:solidFill>
                  <a:schemeClr val="dk2"/>
                </a:solidFill>
                <a:prstDash val="solid"/>
                <a:round/>
                <a:headEnd len="med" w="med" type="none"/>
                <a:tailEnd len="med" w="med" type="none"/>
              </a:ln>
            </p:spPr>
          </p:cxnSp>
          <p:cxnSp>
            <p:nvCxnSpPr>
              <p:cNvPr id="619" name="Google Shape;619;p11"/>
              <p:cNvCxnSpPr>
                <a:stCxn id="593" idx="0"/>
                <a:endCxn id="617" idx="4"/>
              </p:cNvCxnSpPr>
              <p:nvPr/>
            </p:nvCxnSpPr>
            <p:spPr>
              <a:xfrm>
                <a:off x="8024248" y="4226190"/>
                <a:ext cx="74100" cy="426300"/>
              </a:xfrm>
              <a:prstGeom prst="straightConnector1">
                <a:avLst/>
              </a:prstGeom>
              <a:noFill/>
              <a:ln cap="flat" cmpd="sng" w="9525">
                <a:solidFill>
                  <a:schemeClr val="dk2"/>
                </a:solidFill>
                <a:prstDash val="solid"/>
                <a:round/>
                <a:headEnd len="med" w="med" type="none"/>
                <a:tailEnd len="med" w="med" type="none"/>
              </a:ln>
            </p:spPr>
          </p:cxnSp>
          <p:cxnSp>
            <p:nvCxnSpPr>
              <p:cNvPr id="620" name="Google Shape;620;p11"/>
              <p:cNvCxnSpPr>
                <a:stCxn id="617" idx="6"/>
                <a:endCxn id="590" idx="3"/>
              </p:cNvCxnSpPr>
              <p:nvPr/>
            </p:nvCxnSpPr>
            <p:spPr>
              <a:xfrm>
                <a:off x="8223126" y="4777073"/>
                <a:ext cx="643500" cy="279300"/>
              </a:xfrm>
              <a:prstGeom prst="straightConnector1">
                <a:avLst/>
              </a:prstGeom>
              <a:noFill/>
              <a:ln cap="flat" cmpd="sng" w="9525">
                <a:solidFill>
                  <a:schemeClr val="dk2"/>
                </a:solidFill>
                <a:prstDash val="solid"/>
                <a:round/>
                <a:headEnd len="med" w="med" type="none"/>
                <a:tailEnd len="med" w="med" type="none"/>
              </a:ln>
            </p:spPr>
          </p:cxnSp>
          <p:sp>
            <p:nvSpPr>
              <p:cNvPr id="621" name="Google Shape;621;p11"/>
              <p:cNvSpPr/>
              <p:nvPr/>
            </p:nvSpPr>
            <p:spPr>
              <a:xfrm flipH="1" rot="10800000">
                <a:off x="8782441" y="2308882"/>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22" name="Google Shape;622;p11"/>
              <p:cNvCxnSpPr>
                <a:stCxn id="614" idx="5"/>
                <a:endCxn id="621" idx="1"/>
              </p:cNvCxnSpPr>
              <p:nvPr/>
            </p:nvCxnSpPr>
            <p:spPr>
              <a:xfrm flipH="1" rot="10800000">
                <a:off x="8426122" y="2474926"/>
                <a:ext cx="384900" cy="340800"/>
              </a:xfrm>
              <a:prstGeom prst="straightConnector1">
                <a:avLst/>
              </a:prstGeom>
              <a:noFill/>
              <a:ln cap="flat" cmpd="sng" w="9525">
                <a:solidFill>
                  <a:schemeClr val="dk2"/>
                </a:solidFill>
                <a:prstDash val="solid"/>
                <a:round/>
                <a:headEnd len="med" w="med" type="none"/>
                <a:tailEnd len="med" w="med" type="none"/>
              </a:ln>
            </p:spPr>
          </p:cxnSp>
          <p:cxnSp>
            <p:nvCxnSpPr>
              <p:cNvPr id="623" name="Google Shape;623;p11"/>
              <p:cNvCxnSpPr>
                <a:stCxn id="621" idx="7"/>
                <a:endCxn id="589" idx="3"/>
              </p:cNvCxnSpPr>
              <p:nvPr/>
            </p:nvCxnSpPr>
            <p:spPr>
              <a:xfrm>
                <a:off x="8948372" y="2474812"/>
                <a:ext cx="384900" cy="963600"/>
              </a:xfrm>
              <a:prstGeom prst="straightConnector1">
                <a:avLst/>
              </a:prstGeom>
              <a:noFill/>
              <a:ln cap="flat" cmpd="sng" w="9525">
                <a:solidFill>
                  <a:schemeClr val="dk2"/>
                </a:solidFill>
                <a:prstDash val="solid"/>
                <a:round/>
                <a:headEnd len="med" w="med" type="none"/>
                <a:tailEnd len="med" w="med" type="none"/>
              </a:ln>
            </p:spPr>
          </p:cxnSp>
          <p:sp>
            <p:nvSpPr>
              <p:cNvPr id="624" name="Google Shape;624;p11"/>
              <p:cNvSpPr/>
              <p:nvPr/>
            </p:nvSpPr>
            <p:spPr>
              <a:xfrm flipH="1" rot="10800000">
                <a:off x="8521366" y="3414207"/>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25" name="Google Shape;625;p11"/>
              <p:cNvCxnSpPr>
                <a:stCxn id="614" idx="0"/>
                <a:endCxn id="624" idx="3"/>
              </p:cNvCxnSpPr>
              <p:nvPr/>
            </p:nvCxnSpPr>
            <p:spPr>
              <a:xfrm>
                <a:off x="8357391" y="2981657"/>
                <a:ext cx="192300" cy="461100"/>
              </a:xfrm>
              <a:prstGeom prst="straightConnector1">
                <a:avLst/>
              </a:prstGeom>
              <a:noFill/>
              <a:ln cap="flat" cmpd="sng" w="9525">
                <a:solidFill>
                  <a:schemeClr val="dk2"/>
                </a:solidFill>
                <a:prstDash val="solid"/>
                <a:round/>
                <a:headEnd len="med" w="med" type="none"/>
                <a:tailEnd len="med" w="med" type="none"/>
              </a:ln>
            </p:spPr>
          </p:cxnSp>
          <p:cxnSp>
            <p:nvCxnSpPr>
              <p:cNvPr id="626" name="Google Shape;626;p11"/>
              <p:cNvCxnSpPr>
                <a:stCxn id="624" idx="1"/>
                <a:endCxn id="593" idx="5"/>
              </p:cNvCxnSpPr>
              <p:nvPr/>
            </p:nvCxnSpPr>
            <p:spPr>
              <a:xfrm flipH="1">
                <a:off x="8070435" y="3580137"/>
                <a:ext cx="479400" cy="534600"/>
              </a:xfrm>
              <a:prstGeom prst="straightConnector1">
                <a:avLst/>
              </a:prstGeom>
              <a:noFill/>
              <a:ln cap="flat" cmpd="sng" w="9525">
                <a:solidFill>
                  <a:schemeClr val="dk2"/>
                </a:solidFill>
                <a:prstDash val="solid"/>
                <a:round/>
                <a:headEnd len="med" w="med" type="none"/>
                <a:tailEnd len="med" w="med" type="none"/>
              </a:ln>
            </p:spPr>
          </p:cxnSp>
          <p:cxnSp>
            <p:nvCxnSpPr>
              <p:cNvPr id="627" name="Google Shape;627;p11"/>
              <p:cNvCxnSpPr>
                <a:stCxn id="624" idx="6"/>
                <a:endCxn id="589" idx="2"/>
              </p:cNvCxnSpPr>
              <p:nvPr/>
            </p:nvCxnSpPr>
            <p:spPr>
              <a:xfrm>
                <a:off x="8715766" y="3511407"/>
                <a:ext cx="558600" cy="690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28" name="Shape 62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629" name="Shape 629"/>
        <p:cNvGrpSpPr/>
        <p:nvPr/>
      </p:nvGrpSpPr>
      <p:grpSpPr>
        <a:xfrm>
          <a:off x="0" y="0"/>
          <a:ext cx="0" cy="0"/>
          <a:chOff x="0" y="0"/>
          <a:chExt cx="0" cy="0"/>
        </a:xfrm>
      </p:grpSpPr>
      <p:sp>
        <p:nvSpPr>
          <p:cNvPr id="630" name="Google Shape;630;p13"/>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631" name="Google Shape;631;p13"/>
          <p:cNvGrpSpPr/>
          <p:nvPr/>
        </p:nvGrpSpPr>
        <p:grpSpPr>
          <a:xfrm>
            <a:off x="119288" y="163238"/>
            <a:ext cx="8837200" cy="4388712"/>
            <a:chOff x="119288" y="163238"/>
            <a:chExt cx="8837200" cy="4388712"/>
          </a:xfrm>
        </p:grpSpPr>
        <p:grpSp>
          <p:nvGrpSpPr>
            <p:cNvPr id="632" name="Google Shape;632;p13"/>
            <p:cNvGrpSpPr/>
            <p:nvPr/>
          </p:nvGrpSpPr>
          <p:grpSpPr>
            <a:xfrm flipH="1" rot="10800000">
              <a:off x="8658213" y="4229275"/>
              <a:ext cx="298275" cy="322675"/>
              <a:chOff x="8667225" y="681525"/>
              <a:chExt cx="298275" cy="322675"/>
            </a:xfrm>
          </p:grpSpPr>
          <p:sp>
            <p:nvSpPr>
              <p:cNvPr id="633" name="Google Shape;633;p13"/>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4" name="Google Shape;634;p13"/>
              <p:cNvSpPr/>
              <p:nvPr/>
            </p:nvSpPr>
            <p:spPr>
              <a:xfrm rot="10800000">
                <a:off x="8825400" y="68152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5" name="Google Shape;635;p13"/>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636" name="Google Shape;636;p13"/>
            <p:cNvGrpSpPr/>
            <p:nvPr/>
          </p:nvGrpSpPr>
          <p:grpSpPr>
            <a:xfrm flipH="1" rot="10800000">
              <a:off x="119288" y="163238"/>
              <a:ext cx="406275" cy="563575"/>
              <a:chOff x="140150" y="4340075"/>
              <a:chExt cx="406275" cy="563575"/>
            </a:xfrm>
          </p:grpSpPr>
          <p:sp>
            <p:nvSpPr>
              <p:cNvPr id="637" name="Google Shape;637;p13"/>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8" name="Google Shape;638;p13"/>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9" name="Google Shape;639;p13"/>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0" name="Google Shape;640;p13"/>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641" name="Google Shape;641;p13"/>
          <p:cNvGrpSpPr/>
          <p:nvPr/>
        </p:nvGrpSpPr>
        <p:grpSpPr>
          <a:xfrm>
            <a:off x="-989788" y="-671217"/>
            <a:ext cx="10544675" cy="8105803"/>
            <a:chOff x="-989788" y="-671217"/>
            <a:chExt cx="10544675" cy="8105803"/>
          </a:xfrm>
        </p:grpSpPr>
        <p:grpSp>
          <p:nvGrpSpPr>
            <p:cNvPr id="642" name="Google Shape;642;p13"/>
            <p:cNvGrpSpPr/>
            <p:nvPr/>
          </p:nvGrpSpPr>
          <p:grpSpPr>
            <a:xfrm flipH="1">
              <a:off x="6491263" y="-671217"/>
              <a:ext cx="3063625" cy="3321711"/>
              <a:chOff x="-460575" y="-671217"/>
              <a:chExt cx="3063625" cy="3321711"/>
            </a:xfrm>
          </p:grpSpPr>
          <p:cxnSp>
            <p:nvCxnSpPr>
              <p:cNvPr id="643" name="Google Shape;643;p13"/>
              <p:cNvCxnSpPr>
                <a:stCxn id="644" idx="6"/>
                <a:endCxn id="645"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645" name="Google Shape;645;p13"/>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6" name="Google Shape;646;p13"/>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7" name="Google Shape;647;p13"/>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8" name="Google Shape;648;p13"/>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9" name="Google Shape;649;p13"/>
              <p:cNvSpPr/>
              <p:nvPr/>
            </p:nvSpPr>
            <p:spPr>
              <a:xfrm>
                <a:off x="382949" y="1317288"/>
                <a:ext cx="1434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50" name="Google Shape;650;p13"/>
              <p:cNvCxnSpPr>
                <a:stCxn id="649" idx="4"/>
                <a:endCxn id="647" idx="0"/>
              </p:cNvCxnSpPr>
              <p:nvPr/>
            </p:nvCxnSpPr>
            <p:spPr>
              <a:xfrm flipH="1">
                <a:off x="169049" y="1474788"/>
                <a:ext cx="285600" cy="1018200"/>
              </a:xfrm>
              <a:prstGeom prst="straightConnector1">
                <a:avLst/>
              </a:prstGeom>
              <a:noFill/>
              <a:ln cap="flat" cmpd="sng" w="9525">
                <a:solidFill>
                  <a:schemeClr val="dk2"/>
                </a:solidFill>
                <a:prstDash val="solid"/>
                <a:round/>
                <a:headEnd len="med" w="med" type="none"/>
                <a:tailEnd len="med" w="med" type="none"/>
              </a:ln>
            </p:spPr>
          </p:cxnSp>
          <p:cxnSp>
            <p:nvCxnSpPr>
              <p:cNvPr id="651" name="Google Shape;651;p13"/>
              <p:cNvCxnSpPr>
                <a:stCxn id="648" idx="4"/>
                <a:endCxn id="647"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652" name="Google Shape;652;p13"/>
              <p:cNvCxnSpPr>
                <a:stCxn id="648" idx="5"/>
                <a:endCxn id="649" idx="1"/>
              </p:cNvCxnSpPr>
              <p:nvPr/>
            </p:nvCxnSpPr>
            <p:spPr>
              <a:xfrm>
                <a:off x="199829" y="960741"/>
                <a:ext cx="204000" cy="379500"/>
              </a:xfrm>
              <a:prstGeom prst="straightConnector1">
                <a:avLst/>
              </a:prstGeom>
              <a:noFill/>
              <a:ln cap="flat" cmpd="sng" w="9525">
                <a:solidFill>
                  <a:schemeClr val="dk2"/>
                </a:solidFill>
                <a:prstDash val="solid"/>
                <a:round/>
                <a:headEnd len="med" w="med" type="none"/>
                <a:tailEnd len="med" w="med" type="none"/>
              </a:ln>
            </p:spPr>
          </p:cxnSp>
          <p:cxnSp>
            <p:nvCxnSpPr>
              <p:cNvPr id="653" name="Google Shape;653;p13"/>
              <p:cNvCxnSpPr>
                <a:stCxn id="648" idx="0"/>
                <a:endCxn id="646"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654" name="Google Shape;654;p13"/>
              <p:cNvCxnSpPr>
                <a:stCxn id="648" idx="7"/>
                <a:endCxn id="644"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655" name="Google Shape;655;p13"/>
              <p:cNvCxnSpPr>
                <a:stCxn id="646" idx="5"/>
                <a:endCxn id="644"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656" name="Google Shape;656;p13"/>
              <p:cNvCxnSpPr>
                <a:stCxn id="646" idx="6"/>
                <a:endCxn id="645"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657" name="Google Shape;657;p13"/>
              <p:cNvCxnSpPr>
                <a:stCxn id="658" idx="1"/>
                <a:endCxn id="646"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659" name="Google Shape;659;p13"/>
              <p:cNvCxnSpPr>
                <a:stCxn id="649" idx="0"/>
                <a:endCxn id="644" idx="4"/>
              </p:cNvCxnSpPr>
              <p:nvPr/>
            </p:nvCxnSpPr>
            <p:spPr>
              <a:xfrm rot="10800000">
                <a:off x="378449" y="456588"/>
                <a:ext cx="76200" cy="860700"/>
              </a:xfrm>
              <a:prstGeom prst="straightConnector1">
                <a:avLst/>
              </a:prstGeom>
              <a:noFill/>
              <a:ln cap="flat" cmpd="sng" w="9525">
                <a:solidFill>
                  <a:schemeClr val="dk2"/>
                </a:solidFill>
                <a:prstDash val="solid"/>
                <a:round/>
                <a:headEnd len="med" w="med" type="none"/>
                <a:tailEnd len="med" w="med" type="none"/>
              </a:ln>
            </p:spPr>
          </p:cxnSp>
          <p:cxnSp>
            <p:nvCxnSpPr>
              <p:cNvPr id="660" name="Google Shape;660;p13"/>
              <p:cNvCxnSpPr>
                <a:stCxn id="649" idx="0"/>
                <a:endCxn id="658" idx="3"/>
              </p:cNvCxnSpPr>
              <p:nvPr/>
            </p:nvCxnSpPr>
            <p:spPr>
              <a:xfrm flipH="1" rot="10800000">
                <a:off x="454649" y="268188"/>
                <a:ext cx="342000" cy="1049100"/>
              </a:xfrm>
              <a:prstGeom prst="straightConnector1">
                <a:avLst/>
              </a:prstGeom>
              <a:noFill/>
              <a:ln cap="flat" cmpd="sng" w="9525">
                <a:solidFill>
                  <a:schemeClr val="dk2"/>
                </a:solidFill>
                <a:prstDash val="solid"/>
                <a:round/>
                <a:headEnd len="med" w="med" type="none"/>
                <a:tailEnd len="med" w="med" type="none"/>
              </a:ln>
            </p:spPr>
          </p:cxnSp>
          <p:sp>
            <p:nvSpPr>
              <p:cNvPr id="661" name="Google Shape;661;p13"/>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62" name="Google Shape;662;p13"/>
              <p:cNvCxnSpPr>
                <a:stCxn id="646" idx="5"/>
                <a:endCxn id="661"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663" name="Google Shape;663;p13"/>
              <p:cNvCxnSpPr>
                <a:stCxn id="658" idx="7"/>
                <a:endCxn id="661"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664" name="Google Shape;664;p13"/>
              <p:cNvCxnSpPr>
                <a:stCxn id="661" idx="6"/>
                <a:endCxn id="645"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665" name="Google Shape;665;p13"/>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66" name="Google Shape;666;p13"/>
              <p:cNvCxnSpPr>
                <a:stCxn id="665" idx="0"/>
                <a:endCxn id="646"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667" name="Google Shape;667;p13"/>
              <p:cNvCxnSpPr>
                <a:stCxn id="665" idx="6"/>
                <a:endCxn id="644"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668" name="Google Shape;668;p13"/>
              <p:cNvCxnSpPr>
                <a:stCxn id="665" idx="5"/>
                <a:endCxn id="648"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669" name="Google Shape;669;p13"/>
              <p:cNvCxnSpPr>
                <a:stCxn id="665" idx="5"/>
                <a:endCxn id="647"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658" name="Google Shape;658;p13"/>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4" name="Google Shape;644;p13"/>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670" name="Google Shape;670;p13"/>
            <p:cNvGrpSpPr/>
            <p:nvPr/>
          </p:nvGrpSpPr>
          <p:grpSpPr>
            <a:xfrm rot="459949">
              <a:off x="-831023" y="4514858"/>
              <a:ext cx="4123087" cy="2656599"/>
              <a:chOff x="720013" y="4544655"/>
              <a:chExt cx="4122933" cy="2656500"/>
            </a:xfrm>
          </p:grpSpPr>
          <p:sp>
            <p:nvSpPr>
              <p:cNvPr id="671" name="Google Shape;671;p13"/>
              <p:cNvSpPr/>
              <p:nvPr/>
            </p:nvSpPr>
            <p:spPr>
              <a:xfrm rot="-9417549">
                <a:off x="4549660" y="470131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2" name="Google Shape;672;p13"/>
              <p:cNvSpPr/>
              <p:nvPr/>
            </p:nvSpPr>
            <p:spPr>
              <a:xfrm rot="-9417549">
                <a:off x="1761182" y="493644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3" name="Google Shape;673;p13"/>
              <p:cNvSpPr/>
              <p:nvPr/>
            </p:nvSpPr>
            <p:spPr>
              <a:xfrm rot="-9421326">
                <a:off x="3012797" y="4851722"/>
                <a:ext cx="265897" cy="265897"/>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4" name="Google Shape;674;p13"/>
              <p:cNvSpPr/>
              <p:nvPr/>
            </p:nvSpPr>
            <p:spPr>
              <a:xfrm rot="-9414352">
                <a:off x="2945862" y="6000076"/>
                <a:ext cx="86426" cy="8642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5" name="Google Shape;675;p13"/>
              <p:cNvSpPr/>
              <p:nvPr/>
            </p:nvSpPr>
            <p:spPr>
              <a:xfrm rot="-9422930">
                <a:off x="3430718" y="6873877"/>
                <a:ext cx="63855" cy="63855"/>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6" name="Google Shape;676;p13"/>
              <p:cNvSpPr/>
              <p:nvPr/>
            </p:nvSpPr>
            <p:spPr>
              <a:xfrm rot="-9414352">
                <a:off x="1807960" y="6172505"/>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7" name="Google Shape;677;p13"/>
              <p:cNvSpPr/>
              <p:nvPr/>
            </p:nvSpPr>
            <p:spPr>
              <a:xfrm rot="-9414352">
                <a:off x="3731053" y="4665484"/>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8" name="Google Shape;678;p13"/>
              <p:cNvSpPr/>
              <p:nvPr/>
            </p:nvSpPr>
            <p:spPr>
              <a:xfrm rot="-9421558">
                <a:off x="740331" y="4726434"/>
                <a:ext cx="130664" cy="13066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79" name="Google Shape;679;p13"/>
              <p:cNvCxnSpPr>
                <a:stCxn id="675" idx="5"/>
                <a:endCxn id="674" idx="1"/>
              </p:cNvCxnSpPr>
              <p:nvPr/>
            </p:nvCxnSpPr>
            <p:spPr>
              <a:xfrm rot="10340870">
                <a:off x="3060066" y="6057182"/>
                <a:ext cx="335689" cy="845161"/>
              </a:xfrm>
              <a:prstGeom prst="straightConnector1">
                <a:avLst/>
              </a:prstGeom>
              <a:noFill/>
              <a:ln cap="flat" cmpd="sng" w="9525">
                <a:solidFill>
                  <a:schemeClr val="dk2"/>
                </a:solidFill>
                <a:prstDash val="solid"/>
                <a:round/>
                <a:headEnd len="med" w="med" type="none"/>
                <a:tailEnd len="med" w="med" type="none"/>
              </a:ln>
            </p:spPr>
          </p:cxnSp>
          <p:cxnSp>
            <p:nvCxnSpPr>
              <p:cNvPr id="680" name="Google Shape;680;p13"/>
              <p:cNvCxnSpPr>
                <a:stCxn id="676" idx="4"/>
                <a:endCxn id="674" idx="7"/>
              </p:cNvCxnSpPr>
              <p:nvPr/>
            </p:nvCxnSpPr>
            <p:spPr>
              <a:xfrm rot="-459755">
                <a:off x="1865221" y="6103386"/>
                <a:ext cx="1086704" cy="28766"/>
              </a:xfrm>
              <a:prstGeom prst="straightConnector1">
                <a:avLst/>
              </a:prstGeom>
              <a:noFill/>
              <a:ln cap="flat" cmpd="sng" w="9525">
                <a:solidFill>
                  <a:schemeClr val="dk2"/>
                </a:solidFill>
                <a:prstDash val="solid"/>
                <a:round/>
                <a:headEnd len="med" w="med" type="none"/>
                <a:tailEnd len="med" w="med" type="none"/>
              </a:ln>
            </p:spPr>
          </p:cxnSp>
          <p:cxnSp>
            <p:nvCxnSpPr>
              <p:cNvPr id="681" name="Google Shape;681;p13"/>
              <p:cNvCxnSpPr>
                <a:stCxn id="671" idx="0"/>
                <a:endCxn id="675" idx="3"/>
              </p:cNvCxnSpPr>
              <p:nvPr/>
            </p:nvCxnSpPr>
            <p:spPr>
              <a:xfrm flipH="1" rot="-459979">
                <a:off x="3359205" y="4907332"/>
                <a:ext cx="1362781" cy="1904031"/>
              </a:xfrm>
              <a:prstGeom prst="straightConnector1">
                <a:avLst/>
              </a:prstGeom>
              <a:noFill/>
              <a:ln cap="flat" cmpd="sng" w="9525">
                <a:solidFill>
                  <a:schemeClr val="dk2"/>
                </a:solidFill>
                <a:prstDash val="solid"/>
                <a:round/>
                <a:headEnd len="med" w="med" type="none"/>
                <a:tailEnd len="med" w="med" type="none"/>
              </a:ln>
            </p:spPr>
          </p:cxnSp>
          <p:cxnSp>
            <p:nvCxnSpPr>
              <p:cNvPr id="682" name="Google Shape;682;p13"/>
              <p:cNvCxnSpPr>
                <a:stCxn id="675" idx="7"/>
                <a:endCxn id="676" idx="2"/>
              </p:cNvCxnSpPr>
              <p:nvPr/>
            </p:nvCxnSpPr>
            <p:spPr>
              <a:xfrm rot="10340005">
                <a:off x="1943581" y="6132795"/>
                <a:ext cx="1436945" cy="884790"/>
              </a:xfrm>
              <a:prstGeom prst="straightConnector1">
                <a:avLst/>
              </a:prstGeom>
              <a:noFill/>
              <a:ln cap="flat" cmpd="sng" w="9525">
                <a:solidFill>
                  <a:schemeClr val="dk2"/>
                </a:solidFill>
                <a:prstDash val="solid"/>
                <a:round/>
                <a:headEnd len="med" w="med" type="none"/>
                <a:tailEnd len="med" w="med" type="none"/>
              </a:ln>
            </p:spPr>
          </p:cxnSp>
          <p:cxnSp>
            <p:nvCxnSpPr>
              <p:cNvPr id="683" name="Google Shape;683;p13"/>
              <p:cNvCxnSpPr>
                <a:stCxn id="676" idx="6"/>
                <a:endCxn id="672" idx="1"/>
              </p:cNvCxnSpPr>
              <p:nvPr/>
            </p:nvCxnSpPr>
            <p:spPr>
              <a:xfrm flipH="1" rot="10342167">
                <a:off x="1735733" y="5068157"/>
                <a:ext cx="189781" cy="1123022"/>
              </a:xfrm>
              <a:prstGeom prst="straightConnector1">
                <a:avLst/>
              </a:prstGeom>
              <a:noFill/>
              <a:ln cap="flat" cmpd="sng" w="9525">
                <a:solidFill>
                  <a:schemeClr val="dk2"/>
                </a:solidFill>
                <a:prstDash val="solid"/>
                <a:round/>
                <a:headEnd len="med" w="med" type="none"/>
                <a:tailEnd len="med" w="med" type="none"/>
              </a:ln>
            </p:spPr>
          </p:cxnSp>
          <p:cxnSp>
            <p:nvCxnSpPr>
              <p:cNvPr id="684" name="Google Shape;684;p13"/>
              <p:cNvCxnSpPr>
                <a:stCxn id="674" idx="5"/>
                <a:endCxn id="672" idx="1"/>
              </p:cNvCxnSpPr>
              <p:nvPr/>
            </p:nvCxnSpPr>
            <p:spPr>
              <a:xfrm rot="10340111">
                <a:off x="1917642" y="4989902"/>
                <a:ext cx="987422" cy="1083988"/>
              </a:xfrm>
              <a:prstGeom prst="straightConnector1">
                <a:avLst/>
              </a:prstGeom>
              <a:noFill/>
              <a:ln cap="flat" cmpd="sng" w="9525">
                <a:solidFill>
                  <a:schemeClr val="dk2"/>
                </a:solidFill>
                <a:prstDash val="solid"/>
                <a:round/>
                <a:headEnd len="med" w="med" type="none"/>
                <a:tailEnd len="med" w="med" type="none"/>
              </a:ln>
            </p:spPr>
          </p:cxnSp>
          <p:cxnSp>
            <p:nvCxnSpPr>
              <p:cNvPr id="685" name="Google Shape;685;p13"/>
              <p:cNvCxnSpPr>
                <a:stCxn id="671" idx="6"/>
                <a:endCxn id="677" idx="3"/>
              </p:cNvCxnSpPr>
              <p:nvPr/>
            </p:nvCxnSpPr>
            <p:spPr>
              <a:xfrm rot="10340667">
                <a:off x="3820904" y="4643394"/>
                <a:ext cx="727383" cy="146206"/>
              </a:xfrm>
              <a:prstGeom prst="straightConnector1">
                <a:avLst/>
              </a:prstGeom>
              <a:noFill/>
              <a:ln cap="flat" cmpd="sng" w="9525">
                <a:solidFill>
                  <a:schemeClr val="dk2"/>
                </a:solidFill>
                <a:prstDash val="solid"/>
                <a:round/>
                <a:headEnd len="med" w="med" type="none"/>
                <a:tailEnd len="med" w="med" type="none"/>
              </a:ln>
            </p:spPr>
          </p:cxnSp>
          <p:cxnSp>
            <p:nvCxnSpPr>
              <p:cNvPr id="686" name="Google Shape;686;p13"/>
              <p:cNvCxnSpPr>
                <a:stCxn id="671" idx="7"/>
                <a:endCxn id="674" idx="3"/>
              </p:cNvCxnSpPr>
              <p:nvPr/>
            </p:nvCxnSpPr>
            <p:spPr>
              <a:xfrm flipH="1" rot="-459621">
                <a:off x="2953399" y="4896950"/>
                <a:ext cx="1676663" cy="1022849"/>
              </a:xfrm>
              <a:prstGeom prst="straightConnector1">
                <a:avLst/>
              </a:prstGeom>
              <a:noFill/>
              <a:ln cap="flat" cmpd="sng" w="9525">
                <a:solidFill>
                  <a:schemeClr val="dk2"/>
                </a:solidFill>
                <a:prstDash val="solid"/>
                <a:round/>
                <a:headEnd len="med" w="med" type="none"/>
                <a:tailEnd len="med" w="med" type="none"/>
              </a:ln>
            </p:spPr>
          </p:cxnSp>
          <p:cxnSp>
            <p:nvCxnSpPr>
              <p:cNvPr id="687" name="Google Shape;687;p13"/>
              <p:cNvCxnSpPr>
                <a:stCxn id="677" idx="7"/>
                <a:endCxn id="673" idx="3"/>
              </p:cNvCxnSpPr>
              <p:nvPr/>
            </p:nvCxnSpPr>
            <p:spPr>
              <a:xfrm flipH="1" rot="-458883">
                <a:off x="3256947" y="4756715"/>
                <a:ext cx="489151" cy="146206"/>
              </a:xfrm>
              <a:prstGeom prst="straightConnector1">
                <a:avLst/>
              </a:prstGeom>
              <a:noFill/>
              <a:ln cap="flat" cmpd="sng" w="9525">
                <a:solidFill>
                  <a:schemeClr val="dk2"/>
                </a:solidFill>
                <a:prstDash val="solid"/>
                <a:round/>
                <a:headEnd len="med" w="med" type="none"/>
                <a:tailEnd len="med" w="med" type="none"/>
              </a:ln>
            </p:spPr>
          </p:cxnSp>
          <p:cxnSp>
            <p:nvCxnSpPr>
              <p:cNvPr id="688" name="Google Shape;688;p13"/>
              <p:cNvCxnSpPr>
                <a:stCxn id="673" idx="0"/>
                <a:endCxn id="674" idx="5"/>
              </p:cNvCxnSpPr>
              <p:nvPr/>
            </p:nvCxnSpPr>
            <p:spPr>
              <a:xfrm flipH="1" rot="-457956">
                <a:off x="2913686" y="5119069"/>
                <a:ext cx="239421" cy="872103"/>
              </a:xfrm>
              <a:prstGeom prst="straightConnector1">
                <a:avLst/>
              </a:prstGeom>
              <a:noFill/>
              <a:ln cap="flat" cmpd="sng" w="9525">
                <a:solidFill>
                  <a:schemeClr val="dk2"/>
                </a:solidFill>
                <a:prstDash val="solid"/>
                <a:round/>
                <a:headEnd len="med" w="med" type="none"/>
                <a:tailEnd len="med" w="med" type="none"/>
              </a:ln>
            </p:spPr>
          </p:cxnSp>
          <p:cxnSp>
            <p:nvCxnSpPr>
              <p:cNvPr id="689" name="Google Shape;689;p13"/>
              <p:cNvCxnSpPr>
                <a:stCxn id="678" idx="2"/>
                <a:endCxn id="672" idx="6"/>
              </p:cNvCxnSpPr>
              <p:nvPr/>
            </p:nvCxnSpPr>
            <p:spPr>
              <a:xfrm rot="-459512">
                <a:off x="880378" y="4757982"/>
                <a:ext cx="871171" cy="276969"/>
              </a:xfrm>
              <a:prstGeom prst="straightConnector1">
                <a:avLst/>
              </a:prstGeom>
              <a:noFill/>
              <a:ln cap="flat" cmpd="sng" w="9525">
                <a:solidFill>
                  <a:schemeClr val="dk2"/>
                </a:solidFill>
                <a:prstDash val="solid"/>
                <a:round/>
                <a:headEnd len="med" w="med" type="none"/>
                <a:tailEnd len="med" w="med" type="none"/>
              </a:ln>
            </p:spPr>
          </p:cxnSp>
          <p:cxnSp>
            <p:nvCxnSpPr>
              <p:cNvPr id="690" name="Google Shape;690;p13"/>
              <p:cNvCxnSpPr>
                <a:stCxn id="675" idx="6"/>
                <a:endCxn id="678" idx="1"/>
              </p:cNvCxnSpPr>
              <p:nvPr/>
            </p:nvCxnSpPr>
            <p:spPr>
              <a:xfrm rot="10340068">
                <a:off x="977936" y="4687960"/>
                <a:ext cx="2307521" cy="2369889"/>
              </a:xfrm>
              <a:prstGeom prst="straightConnector1">
                <a:avLst/>
              </a:prstGeom>
              <a:noFill/>
              <a:ln cap="flat" cmpd="sng" w="9525">
                <a:solidFill>
                  <a:schemeClr val="dk2"/>
                </a:solidFill>
                <a:prstDash val="solid"/>
                <a:round/>
                <a:headEnd len="med" w="med" type="none"/>
                <a:tailEnd len="med" w="med" type="none"/>
              </a:ln>
            </p:spPr>
          </p:cxnSp>
          <p:sp>
            <p:nvSpPr>
              <p:cNvPr id="691" name="Google Shape;691;p13"/>
              <p:cNvSpPr/>
              <p:nvPr/>
            </p:nvSpPr>
            <p:spPr>
              <a:xfrm rot="-9414352">
                <a:off x="1960639" y="4664187"/>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92" name="Google Shape;692;p13"/>
              <p:cNvCxnSpPr>
                <a:stCxn id="678" idx="3"/>
                <a:endCxn id="691" idx="7"/>
              </p:cNvCxnSpPr>
              <p:nvPr/>
            </p:nvCxnSpPr>
            <p:spPr>
              <a:xfrm rot="-459667">
                <a:off x="868246" y="4693901"/>
                <a:ext cx="1093662" cy="102929"/>
              </a:xfrm>
              <a:prstGeom prst="straightConnector1">
                <a:avLst/>
              </a:prstGeom>
              <a:noFill/>
              <a:ln cap="flat" cmpd="sng" w="9525">
                <a:solidFill>
                  <a:schemeClr val="dk2"/>
                </a:solidFill>
                <a:prstDash val="solid"/>
                <a:round/>
                <a:headEnd len="med" w="med" type="none"/>
                <a:tailEnd len="med" w="med" type="none"/>
              </a:ln>
            </p:spPr>
          </p:cxnSp>
          <p:cxnSp>
            <p:nvCxnSpPr>
              <p:cNvPr id="693" name="Google Shape;693;p13"/>
              <p:cNvCxnSpPr>
                <a:stCxn id="691" idx="2"/>
                <a:endCxn id="673" idx="6"/>
              </p:cNvCxnSpPr>
              <p:nvPr/>
            </p:nvCxnSpPr>
            <p:spPr>
              <a:xfrm rot="-459508">
                <a:off x="2061896" y="4659992"/>
                <a:ext cx="943213" cy="337216"/>
              </a:xfrm>
              <a:prstGeom prst="straightConnector1">
                <a:avLst/>
              </a:prstGeom>
              <a:noFill/>
              <a:ln cap="flat" cmpd="sng" w="9525">
                <a:solidFill>
                  <a:schemeClr val="dk2"/>
                </a:solidFill>
                <a:prstDash val="solid"/>
                <a:round/>
                <a:headEnd len="med" w="med" type="none"/>
                <a:tailEnd len="med" w="med" type="none"/>
              </a:ln>
            </p:spPr>
          </p:cxnSp>
          <p:cxnSp>
            <p:nvCxnSpPr>
              <p:cNvPr id="694" name="Google Shape;694;p13"/>
              <p:cNvCxnSpPr>
                <a:stCxn id="691" idx="0"/>
                <a:endCxn id="672" idx="4"/>
              </p:cNvCxnSpPr>
              <p:nvPr/>
            </p:nvCxnSpPr>
            <p:spPr>
              <a:xfrm flipH="1" rot="-463310">
                <a:off x="1838574" y="4757163"/>
                <a:ext cx="160758" cy="174674"/>
              </a:xfrm>
              <a:prstGeom prst="straightConnector1">
                <a:avLst/>
              </a:prstGeom>
              <a:noFill/>
              <a:ln cap="flat" cmpd="sng" w="9525">
                <a:solidFill>
                  <a:schemeClr val="dk2"/>
                </a:solidFill>
                <a:prstDash val="solid"/>
                <a:round/>
                <a:headEnd len="med" w="med" type="none"/>
                <a:tailEnd len="med" w="med" type="none"/>
              </a:ln>
            </p:spPr>
          </p:cxnSp>
          <p:cxnSp>
            <p:nvCxnSpPr>
              <p:cNvPr id="695" name="Google Shape;695;p13"/>
              <p:cNvCxnSpPr>
                <a:stCxn id="691" idx="1"/>
                <a:endCxn id="674" idx="5"/>
              </p:cNvCxnSpPr>
              <p:nvPr/>
            </p:nvCxnSpPr>
            <p:spPr>
              <a:xfrm rot="-459275">
                <a:off x="2108012" y="4689612"/>
                <a:ext cx="777024" cy="1371563"/>
              </a:xfrm>
              <a:prstGeom prst="straightConnector1">
                <a:avLst/>
              </a:prstGeom>
              <a:noFill/>
              <a:ln cap="flat" cmpd="sng" w="9525">
                <a:solidFill>
                  <a:schemeClr val="dk2"/>
                </a:solidFill>
                <a:prstDash val="solid"/>
                <a:round/>
                <a:headEnd len="med" w="med" type="none"/>
                <a:tailEnd len="med" w="med" type="none"/>
              </a:ln>
            </p:spPr>
          </p:cxnSp>
          <p:sp>
            <p:nvSpPr>
              <p:cNvPr id="696" name="Google Shape;696;p13"/>
              <p:cNvSpPr/>
              <p:nvPr/>
            </p:nvSpPr>
            <p:spPr>
              <a:xfrm rot="-9417549">
                <a:off x="3933996" y="4880048"/>
                <a:ext cx="128773" cy="12877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97" name="Google Shape;697;p13"/>
              <p:cNvCxnSpPr>
                <a:stCxn id="673" idx="2"/>
                <a:endCxn id="696" idx="7"/>
              </p:cNvCxnSpPr>
              <p:nvPr/>
            </p:nvCxnSpPr>
            <p:spPr>
              <a:xfrm rot="-460738">
                <a:off x="3266626" y="4991469"/>
                <a:ext cx="673540" cy="22105"/>
              </a:xfrm>
              <a:prstGeom prst="straightConnector1">
                <a:avLst/>
              </a:prstGeom>
              <a:noFill/>
              <a:ln cap="flat" cmpd="sng" w="9525">
                <a:solidFill>
                  <a:schemeClr val="dk2"/>
                </a:solidFill>
                <a:prstDash val="solid"/>
                <a:round/>
                <a:headEnd len="med" w="med" type="none"/>
                <a:tailEnd len="med" w="med" type="none"/>
              </a:ln>
            </p:spPr>
          </p:cxnSp>
          <p:cxnSp>
            <p:nvCxnSpPr>
              <p:cNvPr id="698" name="Google Shape;698;p13"/>
              <p:cNvCxnSpPr>
                <a:stCxn id="696" idx="3"/>
                <a:endCxn id="671" idx="7"/>
              </p:cNvCxnSpPr>
              <p:nvPr/>
            </p:nvCxnSpPr>
            <p:spPr>
              <a:xfrm flipH="1" rot="10340841">
                <a:off x="4051630" y="4823477"/>
                <a:ext cx="509135" cy="63260"/>
              </a:xfrm>
              <a:prstGeom prst="straightConnector1">
                <a:avLst/>
              </a:prstGeom>
              <a:noFill/>
              <a:ln cap="flat" cmpd="sng" w="9525">
                <a:solidFill>
                  <a:schemeClr val="dk2"/>
                </a:solidFill>
                <a:prstDash val="solid"/>
                <a:round/>
                <a:headEnd len="med" w="med" type="none"/>
                <a:tailEnd len="med" w="med" type="none"/>
              </a:ln>
            </p:spPr>
          </p:cxnSp>
          <p:cxnSp>
            <p:nvCxnSpPr>
              <p:cNvPr id="699" name="Google Shape;699;p13"/>
              <p:cNvCxnSpPr>
                <a:stCxn id="674" idx="4"/>
                <a:endCxn id="696" idx="0"/>
              </p:cNvCxnSpPr>
              <p:nvPr/>
            </p:nvCxnSpPr>
            <p:spPr>
              <a:xfrm flipH="1" rot="10339578">
                <a:off x="2943686" y="5072692"/>
                <a:ext cx="1091878" cy="861794"/>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
    <p:spTree>
      <p:nvGrpSpPr>
        <p:cNvPr id="700" name="Shape 700"/>
        <p:cNvGrpSpPr/>
        <p:nvPr/>
      </p:nvGrpSpPr>
      <p:grpSpPr>
        <a:xfrm>
          <a:off x="0" y="0"/>
          <a:ext cx="0" cy="0"/>
          <a:chOff x="0" y="0"/>
          <a:chExt cx="0" cy="0"/>
        </a:xfrm>
      </p:grpSpPr>
      <p:sp>
        <p:nvSpPr>
          <p:cNvPr id="701" name="Google Shape;701;p14"/>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02" name="Google Shape;702;p14"/>
          <p:cNvGrpSpPr/>
          <p:nvPr/>
        </p:nvGrpSpPr>
        <p:grpSpPr>
          <a:xfrm>
            <a:off x="190301" y="174004"/>
            <a:ext cx="8808974" cy="4007621"/>
            <a:chOff x="190301" y="174004"/>
            <a:chExt cx="8808974" cy="4007621"/>
          </a:xfrm>
        </p:grpSpPr>
        <p:grpSp>
          <p:nvGrpSpPr>
            <p:cNvPr id="703" name="Google Shape;703;p14"/>
            <p:cNvGrpSpPr/>
            <p:nvPr/>
          </p:nvGrpSpPr>
          <p:grpSpPr>
            <a:xfrm rot="10800000">
              <a:off x="190301" y="3858950"/>
              <a:ext cx="298275" cy="322675"/>
              <a:chOff x="8667225" y="681525"/>
              <a:chExt cx="298275" cy="322675"/>
            </a:xfrm>
          </p:grpSpPr>
          <p:sp>
            <p:nvSpPr>
              <p:cNvPr id="704" name="Google Shape;704;p14"/>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05" name="Google Shape;705;p14"/>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06" name="Google Shape;706;p14"/>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707" name="Google Shape;707;p14"/>
            <p:cNvGrpSpPr/>
            <p:nvPr/>
          </p:nvGrpSpPr>
          <p:grpSpPr>
            <a:xfrm rot="-5139163">
              <a:off x="8591694" y="201328"/>
              <a:ext cx="406266" cy="379191"/>
              <a:chOff x="140150" y="4657175"/>
              <a:chExt cx="406275" cy="379200"/>
            </a:xfrm>
          </p:grpSpPr>
          <p:sp>
            <p:nvSpPr>
              <p:cNvPr id="708" name="Google Shape;708;p14"/>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09" name="Google Shape;709;p14"/>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0" name="Google Shape;710;p14"/>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1" name="Google Shape;711;p14"/>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712" name="Google Shape;712;p14"/>
          <p:cNvGrpSpPr/>
          <p:nvPr/>
        </p:nvGrpSpPr>
        <p:grpSpPr>
          <a:xfrm>
            <a:off x="115024" y="-2374836"/>
            <a:ext cx="8971639" cy="9886184"/>
            <a:chOff x="115024" y="-2374836"/>
            <a:chExt cx="8971639" cy="9886184"/>
          </a:xfrm>
        </p:grpSpPr>
        <p:grpSp>
          <p:nvGrpSpPr>
            <p:cNvPr id="713" name="Google Shape;713;p14"/>
            <p:cNvGrpSpPr/>
            <p:nvPr/>
          </p:nvGrpSpPr>
          <p:grpSpPr>
            <a:xfrm flipH="1">
              <a:off x="115024" y="-2374836"/>
              <a:ext cx="3687215" cy="3485542"/>
              <a:chOff x="5337386" y="-2374836"/>
              <a:chExt cx="3687215" cy="3485542"/>
            </a:xfrm>
          </p:grpSpPr>
          <p:sp>
            <p:nvSpPr>
              <p:cNvPr id="714" name="Google Shape;714;p14"/>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5" name="Google Shape;715;p14"/>
              <p:cNvSpPr/>
              <p:nvPr/>
            </p:nvSpPr>
            <p:spPr>
              <a:xfrm rot="9699868">
                <a:off x="6325487" y="-94127"/>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6" name="Google Shape;716;p14"/>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7" name="Google Shape;717;p14"/>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8" name="Google Shape;718;p14"/>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9" name="Google Shape;719;p14"/>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20" name="Google Shape;720;p14"/>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21" name="Google Shape;721;p14"/>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22" name="Google Shape;722;p14"/>
              <p:cNvCxnSpPr>
                <a:stCxn id="718" idx="5"/>
                <a:endCxn id="717"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723" name="Google Shape;723;p14"/>
              <p:cNvCxnSpPr>
                <a:stCxn id="719" idx="4"/>
                <a:endCxn id="717"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724" name="Google Shape;724;p14"/>
              <p:cNvCxnSpPr>
                <a:stCxn id="714" idx="0"/>
                <a:endCxn id="718"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725" name="Google Shape;725;p14"/>
              <p:cNvCxnSpPr>
                <a:stCxn id="718" idx="6"/>
                <a:endCxn id="719"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726" name="Google Shape;726;p14"/>
              <p:cNvCxnSpPr>
                <a:stCxn id="719" idx="6"/>
                <a:endCxn id="715"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727" name="Google Shape;727;p14"/>
              <p:cNvCxnSpPr>
                <a:stCxn id="717" idx="6"/>
                <a:endCxn id="715"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728" name="Google Shape;728;p14"/>
              <p:cNvCxnSpPr>
                <a:stCxn id="714" idx="6"/>
                <a:endCxn id="720"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729" name="Google Shape;729;p14"/>
              <p:cNvCxnSpPr>
                <a:stCxn id="714" idx="7"/>
                <a:endCxn id="717"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730" name="Google Shape;730;p14"/>
              <p:cNvCxnSpPr>
                <a:stCxn id="720" idx="7"/>
                <a:endCxn id="716"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731" name="Google Shape;731;p14"/>
              <p:cNvCxnSpPr>
                <a:stCxn id="716" idx="0"/>
                <a:endCxn id="717"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732" name="Google Shape;732;p14"/>
              <p:cNvCxnSpPr>
                <a:stCxn id="721" idx="2"/>
                <a:endCxn id="715"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733" name="Google Shape;733;p14"/>
              <p:cNvCxnSpPr>
                <a:stCxn id="719" idx="7"/>
                <a:endCxn id="721"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734" name="Google Shape;734;p14"/>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35" name="Google Shape;735;p14"/>
              <p:cNvCxnSpPr>
                <a:stCxn id="721" idx="3"/>
                <a:endCxn id="734"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736" name="Google Shape;736;p14"/>
              <p:cNvCxnSpPr>
                <a:stCxn id="734" idx="2"/>
                <a:endCxn id="716"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737" name="Google Shape;737;p14"/>
              <p:cNvCxnSpPr>
                <a:stCxn id="734" idx="0"/>
                <a:endCxn id="715"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738" name="Google Shape;738;p14"/>
              <p:cNvCxnSpPr>
                <a:stCxn id="734" idx="1"/>
                <a:endCxn id="717"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739" name="Google Shape;739;p14"/>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40" name="Google Shape;740;p14"/>
              <p:cNvCxnSpPr>
                <a:stCxn id="716" idx="2"/>
                <a:endCxn id="739"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741" name="Google Shape;741;p14"/>
              <p:cNvCxnSpPr>
                <a:stCxn id="739" idx="3"/>
                <a:endCxn id="714"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742" name="Google Shape;742;p14"/>
              <p:cNvCxnSpPr>
                <a:stCxn id="717" idx="4"/>
                <a:endCxn id="739"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743" name="Google Shape;743;p14"/>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44" name="Google Shape;744;p14"/>
              <p:cNvCxnSpPr>
                <a:stCxn id="717" idx="0"/>
                <a:endCxn id="743"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745" name="Google Shape;745;p14"/>
              <p:cNvCxnSpPr>
                <a:stCxn id="718" idx="7"/>
                <a:endCxn id="743"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746" name="Google Shape;746;p14"/>
            <p:cNvGrpSpPr/>
            <p:nvPr/>
          </p:nvGrpSpPr>
          <p:grpSpPr>
            <a:xfrm>
              <a:off x="4731484" y="3997585"/>
              <a:ext cx="4355179" cy="3513764"/>
              <a:chOff x="720009" y="3852908"/>
              <a:chExt cx="4355179" cy="3513764"/>
            </a:xfrm>
          </p:grpSpPr>
          <p:sp>
            <p:nvSpPr>
              <p:cNvPr id="747" name="Google Shape;747;p14"/>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48" name="Google Shape;748;p14"/>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49" name="Google Shape;749;p14"/>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0" name="Google Shape;750;p14"/>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1" name="Google Shape;751;p14"/>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2" name="Google Shape;752;p14"/>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3" name="Google Shape;753;p14"/>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4" name="Google Shape;754;p14"/>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55" name="Google Shape;755;p14"/>
              <p:cNvCxnSpPr>
                <a:stCxn id="752" idx="4"/>
                <a:endCxn id="750"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756" name="Google Shape;756;p14"/>
              <p:cNvCxnSpPr>
                <a:stCxn id="747" idx="7"/>
                <a:endCxn id="751"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757" name="Google Shape;757;p14"/>
              <p:cNvCxnSpPr>
                <a:stCxn id="751" idx="7"/>
                <a:endCxn id="752"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758" name="Google Shape;758;p14"/>
              <p:cNvCxnSpPr>
                <a:stCxn id="752" idx="6"/>
                <a:endCxn id="748"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759" name="Google Shape;759;p14"/>
              <p:cNvCxnSpPr>
                <a:stCxn id="750" idx="7"/>
                <a:endCxn id="748"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760" name="Google Shape;760;p14"/>
              <p:cNvCxnSpPr>
                <a:stCxn id="747" idx="6"/>
                <a:endCxn id="753"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761" name="Google Shape;761;p14"/>
              <p:cNvCxnSpPr>
                <a:stCxn id="753" idx="0"/>
                <a:endCxn id="750"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762" name="Google Shape;762;p14"/>
              <p:cNvCxnSpPr>
                <a:stCxn id="753" idx="5"/>
                <a:endCxn id="749"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763" name="Google Shape;763;p14"/>
              <p:cNvCxnSpPr>
                <a:stCxn id="749" idx="0"/>
                <a:endCxn id="750"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764" name="Google Shape;764;p14"/>
              <p:cNvCxnSpPr>
                <a:stCxn id="749" idx="7"/>
                <a:endCxn id="754"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765" name="Google Shape;765;p14"/>
              <p:cNvCxnSpPr>
                <a:stCxn id="750" idx="6"/>
                <a:endCxn id="754"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766" name="Google Shape;766;p14"/>
              <p:cNvCxnSpPr>
                <a:stCxn id="754" idx="0"/>
                <a:endCxn id="748"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767" name="Google Shape;767;p14"/>
              <p:cNvCxnSpPr>
                <a:stCxn id="752" idx="5"/>
                <a:endCxn id="754"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768" name="Google Shape;768;p14"/>
              <p:cNvCxnSpPr>
                <a:stCxn id="751" idx="6"/>
                <a:endCxn id="754"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769" name="Google Shape;769;p14"/>
              <p:cNvCxnSpPr>
                <a:stCxn id="751" idx="5"/>
                <a:endCxn id="753"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770" name="Google Shape;770;p14"/>
              <p:cNvCxnSpPr>
                <a:stCxn id="748" idx="4"/>
                <a:endCxn id="749"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771" name="Google Shape;771;p14"/>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72" name="Google Shape;772;p14"/>
              <p:cNvCxnSpPr>
                <a:stCxn id="754" idx="4"/>
                <a:endCxn id="771"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773" name="Google Shape;773;p14"/>
              <p:cNvCxnSpPr>
                <a:stCxn id="771" idx="1"/>
                <a:endCxn id="749"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774" name="Google Shape;774;p14"/>
              <p:cNvSpPr/>
              <p:nvPr/>
            </p:nvSpPr>
            <p:spPr>
              <a:xfrm rot="8759498">
                <a:off x="1785083" y="451443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75" name="Google Shape;775;p14"/>
              <p:cNvCxnSpPr>
                <a:stCxn id="771" idx="2"/>
                <a:endCxn id="774"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776" name="Google Shape;776;p14"/>
              <p:cNvCxnSpPr>
                <a:stCxn id="774" idx="1"/>
                <a:endCxn id="753"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777" name="Google Shape;777;p14"/>
              <p:cNvCxnSpPr>
                <a:stCxn id="774" idx="7"/>
                <a:endCxn id="749"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1_1">
    <p:spTree>
      <p:nvGrpSpPr>
        <p:cNvPr id="778" name="Shape 778"/>
        <p:cNvGrpSpPr/>
        <p:nvPr/>
      </p:nvGrpSpPr>
      <p:grpSpPr>
        <a:xfrm>
          <a:off x="0" y="0"/>
          <a:ext cx="0" cy="0"/>
          <a:chOff x="0" y="0"/>
          <a:chExt cx="0" cy="0"/>
        </a:xfrm>
      </p:grpSpPr>
      <p:sp>
        <p:nvSpPr>
          <p:cNvPr id="779" name="Google Shape;779;p15"/>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780" name="Google Shape;780;p15"/>
          <p:cNvGrpSpPr/>
          <p:nvPr/>
        </p:nvGrpSpPr>
        <p:grpSpPr>
          <a:xfrm>
            <a:off x="119476" y="1141150"/>
            <a:ext cx="7318880" cy="3862644"/>
            <a:chOff x="119476" y="1141150"/>
            <a:chExt cx="7318880" cy="3862644"/>
          </a:xfrm>
        </p:grpSpPr>
        <p:grpSp>
          <p:nvGrpSpPr>
            <p:cNvPr id="781" name="Google Shape;781;p15"/>
            <p:cNvGrpSpPr/>
            <p:nvPr/>
          </p:nvGrpSpPr>
          <p:grpSpPr>
            <a:xfrm rot="10800000">
              <a:off x="119476" y="1141150"/>
              <a:ext cx="298275" cy="322675"/>
              <a:chOff x="8667225" y="681525"/>
              <a:chExt cx="298275" cy="322675"/>
            </a:xfrm>
          </p:grpSpPr>
          <p:sp>
            <p:nvSpPr>
              <p:cNvPr id="782" name="Google Shape;782;p15"/>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3" name="Google Shape;783;p15"/>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4" name="Google Shape;784;p15"/>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785" name="Google Shape;785;p15"/>
            <p:cNvGrpSpPr/>
            <p:nvPr/>
          </p:nvGrpSpPr>
          <p:grpSpPr>
            <a:xfrm rot="-5139163">
              <a:off x="6960991" y="4509560"/>
              <a:ext cx="254304" cy="683114"/>
              <a:chOff x="140150" y="4353245"/>
              <a:chExt cx="254310" cy="683130"/>
            </a:xfrm>
          </p:grpSpPr>
          <p:sp>
            <p:nvSpPr>
              <p:cNvPr id="786" name="Google Shape;786;p15"/>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7" name="Google Shape;787;p15"/>
              <p:cNvSpPr/>
              <p:nvPr/>
            </p:nvSpPr>
            <p:spPr>
              <a:xfrm rot="10800000">
                <a:off x="146360" y="4668727"/>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8" name="Google Shape;788;p15"/>
              <p:cNvSpPr/>
              <p:nvPr/>
            </p:nvSpPr>
            <p:spPr>
              <a:xfrm rot="10800000">
                <a:off x="343160" y="4863902"/>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9" name="Google Shape;789;p15"/>
              <p:cNvSpPr/>
              <p:nvPr/>
            </p:nvSpPr>
            <p:spPr>
              <a:xfrm rot="10800000">
                <a:off x="141945" y="435324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790" name="Google Shape;790;p15"/>
          <p:cNvGrpSpPr/>
          <p:nvPr/>
        </p:nvGrpSpPr>
        <p:grpSpPr>
          <a:xfrm>
            <a:off x="-3264108" y="1062527"/>
            <a:ext cx="12699758" cy="5125916"/>
            <a:chOff x="-3264108" y="1062527"/>
            <a:chExt cx="12699758" cy="5125916"/>
          </a:xfrm>
        </p:grpSpPr>
        <p:grpSp>
          <p:nvGrpSpPr>
            <p:cNvPr id="791" name="Google Shape;791;p15"/>
            <p:cNvGrpSpPr/>
            <p:nvPr/>
          </p:nvGrpSpPr>
          <p:grpSpPr>
            <a:xfrm rot="10800000">
              <a:off x="7825876" y="2716263"/>
              <a:ext cx="1609774" cy="2641456"/>
              <a:chOff x="-225924" y="-192037"/>
              <a:chExt cx="1609774" cy="2641456"/>
            </a:xfrm>
          </p:grpSpPr>
          <p:cxnSp>
            <p:nvCxnSpPr>
              <p:cNvPr id="792" name="Google Shape;792;p15"/>
              <p:cNvCxnSpPr>
                <a:stCxn id="793" idx="7"/>
                <a:endCxn id="794"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794" name="Google Shape;794;p15"/>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5" name="Google Shape;795;p15"/>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6" name="Google Shape;796;p15"/>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7" name="Google Shape;797;p15"/>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8" name="Google Shape;798;p15"/>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9" name="Google Shape;799;p15"/>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00" name="Google Shape;800;p15"/>
              <p:cNvCxnSpPr>
                <a:stCxn id="799" idx="4"/>
                <a:endCxn id="796"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801" name="Google Shape;801;p15"/>
              <p:cNvCxnSpPr>
                <a:stCxn id="798" idx="4"/>
                <a:endCxn id="796"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802" name="Google Shape;802;p15"/>
              <p:cNvCxnSpPr>
                <a:stCxn id="798" idx="5"/>
                <a:endCxn id="799"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803" name="Google Shape;803;p15"/>
              <p:cNvCxnSpPr>
                <a:stCxn id="798" idx="0"/>
                <a:endCxn id="795"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804" name="Google Shape;804;p15"/>
              <p:cNvCxnSpPr>
                <a:stCxn id="798" idx="7"/>
                <a:endCxn id="793"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805" name="Google Shape;805;p15"/>
              <p:cNvCxnSpPr>
                <a:stCxn id="795" idx="5"/>
                <a:endCxn id="793"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806" name="Google Shape;806;p15"/>
              <p:cNvCxnSpPr>
                <a:stCxn id="795" idx="6"/>
                <a:endCxn id="794"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807" name="Google Shape;807;p15"/>
              <p:cNvCxnSpPr>
                <a:stCxn id="797" idx="2"/>
                <a:endCxn id="795"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808" name="Google Shape;808;p15"/>
              <p:cNvCxnSpPr>
                <a:stCxn id="799" idx="0"/>
                <a:endCxn id="793"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809" name="Google Shape;809;p15"/>
              <p:cNvCxnSpPr>
                <a:stCxn id="799" idx="0"/>
                <a:endCxn id="797"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793" name="Google Shape;793;p15"/>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810" name="Google Shape;810;p15"/>
            <p:cNvGrpSpPr/>
            <p:nvPr/>
          </p:nvGrpSpPr>
          <p:grpSpPr>
            <a:xfrm rot="2030497">
              <a:off x="-2581586" y="1819329"/>
              <a:ext cx="3816850" cy="3612312"/>
              <a:chOff x="-100549" y="47919"/>
              <a:chExt cx="4607849" cy="4360923"/>
            </a:xfrm>
          </p:grpSpPr>
          <p:sp>
            <p:nvSpPr>
              <p:cNvPr id="811" name="Google Shape;811;p15"/>
              <p:cNvSpPr/>
              <p:nvPr/>
            </p:nvSpPr>
            <p:spPr>
              <a:xfrm rot="10800000">
                <a:off x="4076800" y="2467368"/>
                <a:ext cx="234600" cy="23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2" name="Google Shape;812;p15"/>
              <p:cNvSpPr/>
              <p:nvPr/>
            </p:nvSpPr>
            <p:spPr>
              <a:xfrm rot="10800000">
                <a:off x="1137802" y="3577294"/>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3" name="Google Shape;813;p15"/>
              <p:cNvSpPr/>
              <p:nvPr/>
            </p:nvSpPr>
            <p:spPr>
              <a:xfrm rot="10800000">
                <a:off x="1731851" y="997900"/>
                <a:ext cx="484500" cy="484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4" name="Google Shape;814;p15"/>
              <p:cNvSpPr/>
              <p:nvPr/>
            </p:nvSpPr>
            <p:spPr>
              <a:xfrm rot="10800000">
                <a:off x="2254926" y="2505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5" name="Google Shape;815;p15"/>
              <p:cNvSpPr/>
              <p:nvPr/>
            </p:nvSpPr>
            <p:spPr>
              <a:xfrm rot="10800000">
                <a:off x="3685300" y="3636544"/>
                <a:ext cx="116100" cy="116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6" name="Google Shape;816;p15"/>
              <p:cNvSpPr/>
              <p:nvPr/>
            </p:nvSpPr>
            <p:spPr>
              <a:xfrm rot="10800000">
                <a:off x="2254926" y="3903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7" name="Google Shape;817;p15"/>
              <p:cNvSpPr/>
              <p:nvPr/>
            </p:nvSpPr>
            <p:spPr>
              <a:xfrm rot="10800000">
                <a:off x="3125451" y="1436544"/>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8" name="Google Shape;818;p15"/>
              <p:cNvSpPr/>
              <p:nvPr/>
            </p:nvSpPr>
            <p:spPr>
              <a:xfrm rot="10800000">
                <a:off x="447667" y="2351269"/>
                <a:ext cx="116100" cy="11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19" name="Google Shape;819;p15"/>
              <p:cNvCxnSpPr>
                <a:stCxn id="815" idx="5"/>
                <a:endCxn id="814" idx="1"/>
              </p:cNvCxnSpPr>
              <p:nvPr/>
            </p:nvCxnSpPr>
            <p:spPr>
              <a:xfrm rot="8769356">
                <a:off x="2782616" y="2360623"/>
                <a:ext cx="526274" cy="1572747"/>
              </a:xfrm>
              <a:prstGeom prst="straightConnector1">
                <a:avLst/>
              </a:prstGeom>
              <a:noFill/>
              <a:ln cap="flat" cmpd="sng" w="9525">
                <a:solidFill>
                  <a:schemeClr val="dk2"/>
                </a:solidFill>
                <a:prstDash val="solid"/>
                <a:round/>
                <a:headEnd len="med" w="med" type="none"/>
                <a:tailEnd len="med" w="med" type="none"/>
              </a:ln>
            </p:spPr>
          </p:cxnSp>
          <p:cxnSp>
            <p:nvCxnSpPr>
              <p:cNvPr id="820" name="Google Shape;820;p15"/>
              <p:cNvCxnSpPr>
                <a:stCxn id="816" idx="4"/>
                <a:endCxn id="814" idx="0"/>
              </p:cNvCxnSpPr>
              <p:nvPr/>
            </p:nvCxnSpPr>
            <p:spPr>
              <a:xfrm flipH="1" rot="8769075">
                <a:off x="1988166" y="2768320"/>
                <a:ext cx="691020" cy="1030498"/>
              </a:xfrm>
              <a:prstGeom prst="straightConnector1">
                <a:avLst/>
              </a:prstGeom>
              <a:noFill/>
              <a:ln cap="flat" cmpd="sng" w="9525">
                <a:solidFill>
                  <a:schemeClr val="dk2"/>
                </a:solidFill>
                <a:prstDash val="solid"/>
                <a:round/>
                <a:headEnd len="med" w="med" type="none"/>
                <a:tailEnd len="med" w="med" type="none"/>
              </a:ln>
            </p:spPr>
          </p:cxnSp>
          <p:cxnSp>
            <p:nvCxnSpPr>
              <p:cNvPr id="821" name="Google Shape;821;p15"/>
              <p:cNvCxnSpPr>
                <a:stCxn id="811" idx="6"/>
                <a:endCxn id="814" idx="2"/>
              </p:cNvCxnSpPr>
              <p:nvPr/>
            </p:nvCxnSpPr>
            <p:spPr>
              <a:xfrm rot="8769491">
                <a:off x="2553455" y="2121214"/>
                <a:ext cx="1382290" cy="926908"/>
              </a:xfrm>
              <a:prstGeom prst="straightConnector1">
                <a:avLst/>
              </a:prstGeom>
              <a:noFill/>
              <a:ln cap="flat" cmpd="sng" w="9525">
                <a:solidFill>
                  <a:schemeClr val="dk2"/>
                </a:solidFill>
                <a:prstDash val="solid"/>
                <a:round/>
                <a:headEnd len="med" w="med" type="none"/>
                <a:tailEnd len="med" w="med" type="none"/>
              </a:ln>
            </p:spPr>
          </p:cxnSp>
          <p:cxnSp>
            <p:nvCxnSpPr>
              <p:cNvPr id="822" name="Google Shape;822;p15"/>
              <p:cNvCxnSpPr>
                <a:stCxn id="811" idx="0"/>
                <a:endCxn id="815" idx="3"/>
              </p:cNvCxnSpPr>
              <p:nvPr/>
            </p:nvCxnSpPr>
            <p:spPr>
              <a:xfrm flipH="1" rot="-2030280">
                <a:off x="3554311" y="2896576"/>
                <a:ext cx="870078" cy="562385"/>
              </a:xfrm>
              <a:prstGeom prst="straightConnector1">
                <a:avLst/>
              </a:prstGeom>
              <a:noFill/>
              <a:ln cap="flat" cmpd="sng" w="9525">
                <a:solidFill>
                  <a:schemeClr val="dk2"/>
                </a:solidFill>
                <a:prstDash val="solid"/>
                <a:round/>
                <a:headEnd len="med" w="med" type="none"/>
                <a:tailEnd len="med" w="med" type="none"/>
              </a:ln>
            </p:spPr>
          </p:cxnSp>
          <p:cxnSp>
            <p:nvCxnSpPr>
              <p:cNvPr id="823" name="Google Shape;823;p15"/>
              <p:cNvCxnSpPr>
                <a:stCxn id="815" idx="7"/>
                <a:endCxn id="816" idx="2"/>
              </p:cNvCxnSpPr>
              <p:nvPr/>
            </p:nvCxnSpPr>
            <p:spPr>
              <a:xfrm rot="8769605">
                <a:off x="2452857" y="3602445"/>
                <a:ext cx="1208890" cy="513294"/>
              </a:xfrm>
              <a:prstGeom prst="straightConnector1">
                <a:avLst/>
              </a:prstGeom>
              <a:noFill/>
              <a:ln cap="flat" cmpd="sng" w="9525">
                <a:solidFill>
                  <a:schemeClr val="dk2"/>
                </a:solidFill>
                <a:prstDash val="solid"/>
                <a:round/>
                <a:headEnd len="med" w="med" type="none"/>
                <a:tailEnd len="med" w="med" type="none"/>
              </a:ln>
            </p:spPr>
          </p:cxnSp>
          <p:cxnSp>
            <p:nvCxnSpPr>
              <p:cNvPr id="824" name="Google Shape;824;p15"/>
              <p:cNvCxnSpPr>
                <a:stCxn id="816" idx="6"/>
                <a:endCxn id="812" idx="1"/>
              </p:cNvCxnSpPr>
              <p:nvPr/>
            </p:nvCxnSpPr>
            <p:spPr>
              <a:xfrm rot="8768875">
                <a:off x="1472857" y="3539834"/>
                <a:ext cx="647338" cy="680869"/>
              </a:xfrm>
              <a:prstGeom prst="straightConnector1">
                <a:avLst/>
              </a:prstGeom>
              <a:noFill/>
              <a:ln cap="flat" cmpd="sng" w="9525">
                <a:solidFill>
                  <a:schemeClr val="dk2"/>
                </a:solidFill>
                <a:prstDash val="solid"/>
                <a:round/>
                <a:headEnd len="med" w="med" type="none"/>
                <a:tailEnd len="med" w="med" type="none"/>
              </a:ln>
            </p:spPr>
          </p:cxnSp>
          <p:cxnSp>
            <p:nvCxnSpPr>
              <p:cNvPr id="825" name="Google Shape;825;p15"/>
              <p:cNvCxnSpPr>
                <a:stCxn id="814" idx="7"/>
                <a:endCxn id="812" idx="3"/>
              </p:cNvCxnSpPr>
              <p:nvPr/>
            </p:nvCxnSpPr>
            <p:spPr>
              <a:xfrm flipH="1" rot="-2030278">
                <a:off x="1147266" y="2984238"/>
                <a:ext cx="1321550" cy="283231"/>
              </a:xfrm>
              <a:prstGeom prst="straightConnector1">
                <a:avLst/>
              </a:prstGeom>
              <a:noFill/>
              <a:ln cap="flat" cmpd="sng" w="9525">
                <a:solidFill>
                  <a:schemeClr val="dk2"/>
                </a:solidFill>
                <a:prstDash val="solid"/>
                <a:round/>
                <a:headEnd len="med" w="med" type="none"/>
                <a:tailEnd len="med" w="med" type="none"/>
              </a:ln>
            </p:spPr>
          </p:cxnSp>
          <p:cxnSp>
            <p:nvCxnSpPr>
              <p:cNvPr id="826" name="Google Shape;826;p15"/>
              <p:cNvCxnSpPr>
                <a:stCxn id="811" idx="5"/>
                <a:endCxn id="817" idx="1"/>
              </p:cNvCxnSpPr>
              <p:nvPr/>
            </p:nvCxnSpPr>
            <p:spPr>
              <a:xfrm rot="8769493">
                <a:off x="3591334" y="1412692"/>
                <a:ext cx="188543" cy="1247164"/>
              </a:xfrm>
              <a:prstGeom prst="straightConnector1">
                <a:avLst/>
              </a:prstGeom>
              <a:noFill/>
              <a:ln cap="flat" cmpd="sng" w="9525">
                <a:solidFill>
                  <a:schemeClr val="dk2"/>
                </a:solidFill>
                <a:prstDash val="solid"/>
                <a:round/>
                <a:headEnd len="med" w="med" type="none"/>
                <a:tailEnd len="med" w="med" type="none"/>
              </a:ln>
            </p:spPr>
          </p:cxnSp>
          <p:cxnSp>
            <p:nvCxnSpPr>
              <p:cNvPr id="827" name="Google Shape;827;p15"/>
              <p:cNvCxnSpPr>
                <a:stCxn id="817" idx="7"/>
                <a:endCxn id="814" idx="3"/>
              </p:cNvCxnSpPr>
              <p:nvPr/>
            </p:nvCxnSpPr>
            <p:spPr>
              <a:xfrm flipH="1" rot="-2030495">
                <a:off x="2186803" y="1863549"/>
                <a:ext cx="1164126" cy="372760"/>
              </a:xfrm>
              <a:prstGeom prst="straightConnector1">
                <a:avLst/>
              </a:prstGeom>
              <a:noFill/>
              <a:ln cap="flat" cmpd="sng" w="9525">
                <a:solidFill>
                  <a:schemeClr val="dk2"/>
                </a:solidFill>
                <a:prstDash val="solid"/>
                <a:round/>
                <a:headEnd len="med" w="med" type="none"/>
                <a:tailEnd len="med" w="med" type="none"/>
              </a:ln>
            </p:spPr>
          </p:cxnSp>
          <p:cxnSp>
            <p:nvCxnSpPr>
              <p:cNvPr id="828" name="Google Shape;828;p15"/>
              <p:cNvCxnSpPr>
                <a:stCxn id="817" idx="5"/>
                <a:endCxn id="813" idx="2"/>
              </p:cNvCxnSpPr>
              <p:nvPr/>
            </p:nvCxnSpPr>
            <p:spPr>
              <a:xfrm rot="8769821">
                <a:off x="2356510" y="999099"/>
                <a:ext cx="651914" cy="701421"/>
              </a:xfrm>
              <a:prstGeom prst="straightConnector1">
                <a:avLst/>
              </a:prstGeom>
              <a:noFill/>
              <a:ln cap="flat" cmpd="sng" w="9525">
                <a:solidFill>
                  <a:schemeClr val="dk2"/>
                </a:solidFill>
                <a:prstDash val="solid"/>
                <a:round/>
                <a:headEnd len="med" w="med" type="none"/>
                <a:tailEnd len="med" w="med" type="none"/>
              </a:ln>
            </p:spPr>
          </p:cxnSp>
          <p:cxnSp>
            <p:nvCxnSpPr>
              <p:cNvPr id="829" name="Google Shape;829;p15"/>
              <p:cNvCxnSpPr>
                <a:stCxn id="813" idx="0"/>
                <a:endCxn id="814" idx="5"/>
              </p:cNvCxnSpPr>
              <p:nvPr/>
            </p:nvCxnSpPr>
            <p:spPr>
              <a:xfrm flipH="1" rot="-2029195">
                <a:off x="1960847" y="1486358"/>
                <a:ext cx="330408" cy="1038486"/>
              </a:xfrm>
              <a:prstGeom prst="straightConnector1">
                <a:avLst/>
              </a:prstGeom>
              <a:noFill/>
              <a:ln cap="flat" cmpd="sng" w="9525">
                <a:solidFill>
                  <a:schemeClr val="dk2"/>
                </a:solidFill>
                <a:prstDash val="solid"/>
                <a:round/>
                <a:headEnd len="med" w="med" type="none"/>
                <a:tailEnd len="med" w="med" type="none"/>
              </a:ln>
            </p:spPr>
          </p:cxnSp>
          <p:cxnSp>
            <p:nvCxnSpPr>
              <p:cNvPr id="830" name="Google Shape;830;p15"/>
              <p:cNvCxnSpPr>
                <a:stCxn id="813" idx="7"/>
                <a:endCxn id="818" idx="3"/>
              </p:cNvCxnSpPr>
              <p:nvPr/>
            </p:nvCxnSpPr>
            <p:spPr>
              <a:xfrm flipH="1" rot="-2030477">
                <a:off x="386634" y="1842270"/>
                <a:ext cx="1576242" cy="95353"/>
              </a:xfrm>
              <a:prstGeom prst="straightConnector1">
                <a:avLst/>
              </a:prstGeom>
              <a:noFill/>
              <a:ln cap="flat" cmpd="sng" w="9525">
                <a:solidFill>
                  <a:schemeClr val="dk2"/>
                </a:solidFill>
                <a:prstDash val="solid"/>
                <a:round/>
                <a:headEnd len="med" w="med" type="none"/>
                <a:tailEnd len="med" w="med" type="none"/>
              </a:ln>
            </p:spPr>
          </p:cxnSp>
          <p:cxnSp>
            <p:nvCxnSpPr>
              <p:cNvPr id="831" name="Google Shape;831;p15"/>
              <p:cNvCxnSpPr>
                <a:stCxn id="814" idx="6"/>
                <a:endCxn id="818" idx="2"/>
              </p:cNvCxnSpPr>
              <p:nvPr/>
            </p:nvCxnSpPr>
            <p:spPr>
              <a:xfrm rot="8769842">
                <a:off x="755690" y="1953080"/>
                <a:ext cx="1307072" cy="1087577"/>
              </a:xfrm>
              <a:prstGeom prst="straightConnector1">
                <a:avLst/>
              </a:prstGeom>
              <a:noFill/>
              <a:ln cap="flat" cmpd="sng" w="9525">
                <a:solidFill>
                  <a:schemeClr val="dk2"/>
                </a:solidFill>
                <a:prstDash val="solid"/>
                <a:round/>
                <a:headEnd len="med" w="med" type="none"/>
                <a:tailEnd len="med" w="med" type="none"/>
              </a:ln>
            </p:spPr>
          </p:cxnSp>
          <p:cxnSp>
            <p:nvCxnSpPr>
              <p:cNvPr id="832" name="Google Shape;832;p15"/>
              <p:cNvCxnSpPr>
                <a:stCxn id="818" idx="0"/>
                <a:endCxn id="812" idx="5"/>
              </p:cNvCxnSpPr>
              <p:nvPr/>
            </p:nvCxnSpPr>
            <p:spPr>
              <a:xfrm flipH="1" rot="-2024821">
                <a:off x="797015" y="2378694"/>
                <a:ext cx="83704" cy="1321550"/>
              </a:xfrm>
              <a:prstGeom prst="straightConnector1">
                <a:avLst/>
              </a:prstGeom>
              <a:noFill/>
              <a:ln cap="flat" cmpd="sng" w="9525">
                <a:solidFill>
                  <a:schemeClr val="dk2"/>
                </a:solidFill>
                <a:prstDash val="solid"/>
                <a:round/>
                <a:headEnd len="med" w="med" type="none"/>
                <a:tailEnd len="med" w="med" type="none"/>
              </a:ln>
            </p:spPr>
          </p:cxnSp>
          <p:cxnSp>
            <p:nvCxnSpPr>
              <p:cNvPr id="833" name="Google Shape;833;p15"/>
              <p:cNvCxnSpPr>
                <a:stCxn id="815" idx="4"/>
                <a:endCxn id="813" idx="1"/>
              </p:cNvCxnSpPr>
              <p:nvPr/>
            </p:nvCxnSpPr>
            <p:spPr>
              <a:xfrm rot="8775347">
                <a:off x="2900285" y="1155017"/>
                <a:ext cx="88031" cy="2737955"/>
              </a:xfrm>
              <a:prstGeom prst="straightConnector1">
                <a:avLst/>
              </a:prstGeom>
              <a:noFill/>
              <a:ln cap="flat" cmpd="sng" w="9525">
                <a:solidFill>
                  <a:schemeClr val="dk2"/>
                </a:solidFill>
                <a:prstDash val="solid"/>
                <a:round/>
                <a:headEnd len="med" w="med" type="none"/>
                <a:tailEnd len="med" w="med" type="none"/>
              </a:ln>
            </p:spPr>
          </p:cxnSp>
          <p:cxnSp>
            <p:nvCxnSpPr>
              <p:cNvPr id="834" name="Google Shape;834;p15"/>
              <p:cNvCxnSpPr>
                <a:stCxn id="812" idx="4"/>
                <a:endCxn id="813" idx="7"/>
              </p:cNvCxnSpPr>
              <p:nvPr/>
            </p:nvCxnSpPr>
            <p:spPr>
              <a:xfrm flipH="1" rot="8769813">
                <a:off x="698488" y="1747510"/>
                <a:ext cx="1661027" cy="1493868"/>
              </a:xfrm>
              <a:prstGeom prst="straightConnector1">
                <a:avLst/>
              </a:prstGeom>
              <a:noFill/>
              <a:ln cap="flat" cmpd="sng" w="9525">
                <a:solidFill>
                  <a:schemeClr val="dk2"/>
                </a:solidFill>
                <a:prstDash val="solid"/>
                <a:round/>
                <a:headEnd len="med" w="med" type="none"/>
                <a:tailEnd len="med" w="med" type="none"/>
              </a:ln>
            </p:spPr>
          </p:cxnSp>
          <p:cxnSp>
            <p:nvCxnSpPr>
              <p:cNvPr id="835" name="Google Shape;835;p15"/>
              <p:cNvCxnSpPr>
                <a:stCxn id="811" idx="5"/>
                <a:endCxn id="813" idx="1"/>
              </p:cNvCxnSpPr>
              <p:nvPr/>
            </p:nvCxnSpPr>
            <p:spPr>
              <a:xfrm rot="8769113">
                <a:off x="2615603" y="956497"/>
                <a:ext cx="1025506" cy="2000256"/>
              </a:xfrm>
              <a:prstGeom prst="straightConnector1">
                <a:avLst/>
              </a:prstGeom>
              <a:noFill/>
              <a:ln cap="flat" cmpd="sng" w="9525">
                <a:solidFill>
                  <a:schemeClr val="dk2"/>
                </a:solidFill>
                <a:prstDash val="solid"/>
                <a:round/>
                <a:headEnd len="med" w="med" type="none"/>
                <a:tailEnd len="med" w="med" type="none"/>
              </a:ln>
            </p:spPr>
          </p:cxnSp>
          <p:sp>
            <p:nvSpPr>
              <p:cNvPr id="836" name="Google Shape;836;p15"/>
              <p:cNvSpPr/>
              <p:nvPr/>
            </p:nvSpPr>
            <p:spPr>
              <a:xfrm rot="10800000">
                <a:off x="873701" y="691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37" name="Google Shape;837;p15"/>
              <p:cNvCxnSpPr>
                <a:stCxn id="818" idx="4"/>
                <a:endCxn id="836" idx="7"/>
              </p:cNvCxnSpPr>
              <p:nvPr/>
            </p:nvCxnSpPr>
            <p:spPr>
              <a:xfrm flipH="1" rot="8769580">
                <a:off x="114237" y="1064376"/>
                <a:ext cx="1173861" cy="1048886"/>
              </a:xfrm>
              <a:prstGeom prst="straightConnector1">
                <a:avLst/>
              </a:prstGeom>
              <a:noFill/>
              <a:ln cap="flat" cmpd="sng" w="9525">
                <a:solidFill>
                  <a:schemeClr val="dk2"/>
                </a:solidFill>
                <a:prstDash val="solid"/>
                <a:round/>
                <a:headEnd len="med" w="med" type="none"/>
                <a:tailEnd len="med" w="med" type="none"/>
              </a:ln>
            </p:spPr>
          </p:cxnSp>
          <p:cxnSp>
            <p:nvCxnSpPr>
              <p:cNvPr id="838" name="Google Shape;838;p15"/>
              <p:cNvCxnSpPr>
                <a:stCxn id="836" idx="2"/>
                <a:endCxn id="813" idx="5"/>
              </p:cNvCxnSpPr>
              <p:nvPr/>
            </p:nvCxnSpPr>
            <p:spPr>
              <a:xfrm rot="-2029235">
                <a:off x="1179725" y="581031"/>
                <a:ext cx="474852" cy="677375"/>
              </a:xfrm>
              <a:prstGeom prst="straightConnector1">
                <a:avLst/>
              </a:prstGeom>
              <a:noFill/>
              <a:ln cap="flat" cmpd="sng" w="9525">
                <a:solidFill>
                  <a:schemeClr val="dk2"/>
                </a:solidFill>
                <a:prstDash val="solid"/>
                <a:round/>
                <a:headEnd len="med" w="med" type="none"/>
                <a:tailEnd len="med" w="med" type="none"/>
              </a:ln>
            </p:spPr>
          </p:cxnSp>
          <p:cxnSp>
            <p:nvCxnSpPr>
              <p:cNvPr id="839" name="Google Shape;839;p15"/>
              <p:cNvCxnSpPr>
                <a:stCxn id="836" idx="0"/>
                <a:endCxn id="812" idx="4"/>
              </p:cNvCxnSpPr>
              <p:nvPr/>
            </p:nvCxnSpPr>
            <p:spPr>
              <a:xfrm flipH="1" rot="-2030204">
                <a:off x="469943" y="996108"/>
                <a:ext cx="1267716" cy="2434421"/>
              </a:xfrm>
              <a:prstGeom prst="straightConnector1">
                <a:avLst/>
              </a:prstGeom>
              <a:noFill/>
              <a:ln cap="flat" cmpd="sng" w="9525">
                <a:solidFill>
                  <a:schemeClr val="dk2"/>
                </a:solidFill>
                <a:prstDash val="solid"/>
                <a:round/>
                <a:headEnd len="med" w="med" type="none"/>
                <a:tailEnd len="med" w="med" type="none"/>
              </a:ln>
            </p:spPr>
          </p:cxnSp>
          <p:cxnSp>
            <p:nvCxnSpPr>
              <p:cNvPr id="840" name="Google Shape;840;p15"/>
              <p:cNvCxnSpPr>
                <a:stCxn id="836" idx="1"/>
                <a:endCxn id="814" idx="5"/>
              </p:cNvCxnSpPr>
              <p:nvPr/>
            </p:nvCxnSpPr>
            <p:spPr>
              <a:xfrm rot="-2032139">
                <a:off x="1589793" y="616894"/>
                <a:ext cx="106586" cy="2121320"/>
              </a:xfrm>
              <a:prstGeom prst="straightConnector1">
                <a:avLst/>
              </a:prstGeom>
              <a:noFill/>
              <a:ln cap="flat" cmpd="sng" w="9525">
                <a:solidFill>
                  <a:schemeClr val="dk2"/>
                </a:solidFill>
                <a:prstDash val="solid"/>
                <a:round/>
                <a:headEnd len="med" w="med" type="none"/>
                <a:tailEnd len="med" w="med" type="none"/>
              </a:ln>
            </p:spPr>
          </p:cxnSp>
          <p:sp>
            <p:nvSpPr>
              <p:cNvPr id="841" name="Google Shape;841;p15"/>
              <p:cNvSpPr/>
              <p:nvPr/>
            </p:nvSpPr>
            <p:spPr>
              <a:xfrm rot="10800000">
                <a:off x="2346923" y="285337"/>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42" name="Google Shape;842;p15"/>
              <p:cNvCxnSpPr>
                <a:stCxn id="836" idx="2"/>
                <a:endCxn id="841" idx="6"/>
              </p:cNvCxnSpPr>
              <p:nvPr/>
            </p:nvCxnSpPr>
            <p:spPr>
              <a:xfrm rot="-2030441">
                <a:off x="1040224" y="373064"/>
                <a:ext cx="1297753" cy="427010"/>
              </a:xfrm>
              <a:prstGeom prst="straightConnector1">
                <a:avLst/>
              </a:prstGeom>
              <a:noFill/>
              <a:ln cap="flat" cmpd="sng" w="9525">
                <a:solidFill>
                  <a:schemeClr val="dk2"/>
                </a:solidFill>
                <a:prstDash val="solid"/>
                <a:round/>
                <a:headEnd len="med" w="med" type="none"/>
                <a:tailEnd len="med" w="med" type="none"/>
              </a:ln>
            </p:spPr>
          </p:cxnSp>
          <p:cxnSp>
            <p:nvCxnSpPr>
              <p:cNvPr id="843" name="Google Shape;843;p15"/>
              <p:cNvCxnSpPr>
                <a:stCxn id="841" idx="1"/>
                <a:endCxn id="817" idx="5"/>
              </p:cNvCxnSpPr>
              <p:nvPr/>
            </p:nvCxnSpPr>
            <p:spPr>
              <a:xfrm flipH="1" rot="-2034703">
                <a:off x="2826258" y="400719"/>
                <a:ext cx="43017" cy="1143823"/>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1_1_1">
    <p:spTree>
      <p:nvGrpSpPr>
        <p:cNvPr id="844" name="Shape 844"/>
        <p:cNvGrpSpPr/>
        <p:nvPr/>
      </p:nvGrpSpPr>
      <p:grpSpPr>
        <a:xfrm>
          <a:off x="0" y="0"/>
          <a:ext cx="0" cy="0"/>
          <a:chOff x="0" y="0"/>
          <a:chExt cx="0" cy="0"/>
        </a:xfrm>
      </p:grpSpPr>
      <p:sp>
        <p:nvSpPr>
          <p:cNvPr id="845" name="Google Shape;845;p1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846" name="Google Shape;846;p16"/>
          <p:cNvGrpSpPr/>
          <p:nvPr/>
        </p:nvGrpSpPr>
        <p:grpSpPr>
          <a:xfrm>
            <a:off x="3132451" y="3639438"/>
            <a:ext cx="5812012" cy="1415987"/>
            <a:chOff x="3132451" y="3639438"/>
            <a:chExt cx="5812012" cy="1415987"/>
          </a:xfrm>
        </p:grpSpPr>
        <p:grpSp>
          <p:nvGrpSpPr>
            <p:cNvPr id="847" name="Google Shape;847;p16"/>
            <p:cNvGrpSpPr/>
            <p:nvPr/>
          </p:nvGrpSpPr>
          <p:grpSpPr>
            <a:xfrm flipH="1" rot="10800000">
              <a:off x="8538188" y="3639438"/>
              <a:ext cx="406275" cy="563575"/>
              <a:chOff x="140150" y="4340075"/>
              <a:chExt cx="406275" cy="563575"/>
            </a:xfrm>
          </p:grpSpPr>
          <p:sp>
            <p:nvSpPr>
              <p:cNvPr id="848" name="Google Shape;848;p16"/>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49" name="Google Shape;849;p16"/>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0" name="Google Shape;850;p16"/>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1" name="Google Shape;851;p16"/>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852" name="Google Shape;852;p16"/>
            <p:cNvGrpSpPr/>
            <p:nvPr/>
          </p:nvGrpSpPr>
          <p:grpSpPr>
            <a:xfrm rot="10800000">
              <a:off x="3132451" y="4732750"/>
              <a:ext cx="298275" cy="322675"/>
              <a:chOff x="8667225" y="681525"/>
              <a:chExt cx="298275" cy="322675"/>
            </a:xfrm>
          </p:grpSpPr>
          <p:sp>
            <p:nvSpPr>
              <p:cNvPr id="853" name="Google Shape;853;p16"/>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4" name="Google Shape;854;p16"/>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5" name="Google Shape;855;p16"/>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856" name="Google Shape;856;p16"/>
          <p:cNvGrpSpPr/>
          <p:nvPr/>
        </p:nvGrpSpPr>
        <p:grpSpPr>
          <a:xfrm>
            <a:off x="-497962" y="-2402532"/>
            <a:ext cx="9442425" cy="7984626"/>
            <a:chOff x="-497962" y="-2402532"/>
            <a:chExt cx="9442425" cy="7984626"/>
          </a:xfrm>
        </p:grpSpPr>
        <p:grpSp>
          <p:nvGrpSpPr>
            <p:cNvPr id="857" name="Google Shape;857;p16"/>
            <p:cNvGrpSpPr/>
            <p:nvPr/>
          </p:nvGrpSpPr>
          <p:grpSpPr>
            <a:xfrm>
              <a:off x="4589284" y="-2402532"/>
              <a:ext cx="4355179" cy="2890037"/>
              <a:chOff x="4589284" y="-2402532"/>
              <a:chExt cx="4355179" cy="2890037"/>
            </a:xfrm>
          </p:grpSpPr>
          <p:sp>
            <p:nvSpPr>
              <p:cNvPr id="858" name="Google Shape;858;p16"/>
              <p:cNvSpPr/>
              <p:nvPr/>
            </p:nvSpPr>
            <p:spPr>
              <a:xfrm rot="-2040502">
                <a:off x="4627083" y="192930"/>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9" name="Google Shape;859;p16"/>
              <p:cNvSpPr/>
              <p:nvPr/>
            </p:nvSpPr>
            <p:spPr>
              <a:xfrm rot="-2040502">
                <a:off x="7193806" y="-2094369"/>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0" name="Google Shape;860;p16"/>
              <p:cNvSpPr/>
              <p:nvPr/>
            </p:nvSpPr>
            <p:spPr>
              <a:xfrm rot="-2039936">
                <a:off x="7657969" y="-331832"/>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1" name="Google Shape;861;p16"/>
              <p:cNvSpPr/>
              <p:nvPr/>
            </p:nvSpPr>
            <p:spPr>
              <a:xfrm rot="-2047713">
                <a:off x="6999695" y="-80062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2" name="Google Shape;862;p16"/>
              <p:cNvSpPr/>
              <p:nvPr/>
            </p:nvSpPr>
            <p:spPr>
              <a:xfrm rot="-2045153">
                <a:off x="6126796" y="-832163"/>
                <a:ext cx="96354" cy="9635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3" name="Google Shape;863;p16"/>
              <p:cNvSpPr/>
              <p:nvPr/>
            </p:nvSpPr>
            <p:spPr>
              <a:xfrm rot="-2047713">
                <a:off x="6039211" y="-237716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4" name="Google Shape;864;p16"/>
              <p:cNvSpPr/>
              <p:nvPr/>
            </p:nvSpPr>
            <p:spPr>
              <a:xfrm rot="-2047713">
                <a:off x="6268216" y="-105290"/>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5" name="Google Shape;865;p16"/>
              <p:cNvSpPr/>
              <p:nvPr/>
            </p:nvSpPr>
            <p:spPr>
              <a:xfrm rot="-2045153">
                <a:off x="8100376" y="-1339754"/>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66" name="Google Shape;866;p16"/>
              <p:cNvCxnSpPr>
                <a:stCxn id="862" idx="5"/>
                <a:endCxn id="861" idx="1"/>
              </p:cNvCxnSpPr>
              <p:nvPr/>
            </p:nvCxnSpPr>
            <p:spPr>
              <a:xfrm>
                <a:off x="6222278" y="-774864"/>
                <a:ext cx="778500" cy="27300"/>
              </a:xfrm>
              <a:prstGeom prst="straightConnector1">
                <a:avLst/>
              </a:prstGeom>
              <a:noFill/>
              <a:ln cap="flat" cmpd="sng" w="9525">
                <a:solidFill>
                  <a:schemeClr val="dk2"/>
                </a:solidFill>
                <a:prstDash val="solid"/>
                <a:round/>
                <a:headEnd len="med" w="med" type="none"/>
                <a:tailEnd len="med" w="med" type="none"/>
              </a:ln>
            </p:spPr>
          </p:cxnSp>
          <p:cxnSp>
            <p:nvCxnSpPr>
              <p:cNvPr id="867" name="Google Shape;867;p16"/>
              <p:cNvCxnSpPr>
                <a:stCxn id="863" idx="4"/>
                <a:endCxn id="861" idx="0"/>
              </p:cNvCxnSpPr>
              <p:nvPr/>
            </p:nvCxnSpPr>
            <p:spPr>
              <a:xfrm>
                <a:off x="6141046" y="-2257932"/>
                <a:ext cx="887400" cy="1468500"/>
              </a:xfrm>
              <a:prstGeom prst="straightConnector1">
                <a:avLst/>
              </a:prstGeom>
              <a:noFill/>
              <a:ln cap="flat" cmpd="sng" w="9525">
                <a:solidFill>
                  <a:schemeClr val="dk2"/>
                </a:solidFill>
                <a:prstDash val="solid"/>
                <a:round/>
                <a:headEnd len="med" w="med" type="none"/>
                <a:tailEnd len="med" w="med" type="none"/>
              </a:ln>
            </p:spPr>
          </p:cxnSp>
          <p:cxnSp>
            <p:nvCxnSpPr>
              <p:cNvPr id="868" name="Google Shape;868;p16"/>
              <p:cNvCxnSpPr>
                <a:stCxn id="858" idx="6"/>
                <a:endCxn id="862" idx="3"/>
              </p:cNvCxnSpPr>
              <p:nvPr/>
            </p:nvCxnSpPr>
            <p:spPr>
              <a:xfrm flipH="1" rot="10800000">
                <a:off x="4805134" y="-736769"/>
                <a:ext cx="1360800" cy="972600"/>
              </a:xfrm>
              <a:prstGeom prst="straightConnector1">
                <a:avLst/>
              </a:prstGeom>
              <a:noFill/>
              <a:ln cap="flat" cmpd="sng" w="9525">
                <a:solidFill>
                  <a:schemeClr val="dk2"/>
                </a:solidFill>
                <a:prstDash val="solid"/>
                <a:round/>
                <a:headEnd len="med" w="med" type="none"/>
                <a:tailEnd len="med" w="med" type="none"/>
              </a:ln>
            </p:spPr>
          </p:cxnSp>
          <p:cxnSp>
            <p:nvCxnSpPr>
              <p:cNvPr id="869" name="Google Shape;869;p16"/>
              <p:cNvCxnSpPr>
                <a:stCxn id="862" idx="7"/>
                <a:endCxn id="863" idx="2"/>
              </p:cNvCxnSpPr>
              <p:nvPr/>
            </p:nvCxnSpPr>
            <p:spPr>
              <a:xfrm rot="10800000">
                <a:off x="6050594" y="-2275192"/>
                <a:ext cx="133500" cy="1443900"/>
              </a:xfrm>
              <a:prstGeom prst="straightConnector1">
                <a:avLst/>
              </a:prstGeom>
              <a:noFill/>
              <a:ln cap="flat" cmpd="sng" w="9525">
                <a:solidFill>
                  <a:schemeClr val="dk2"/>
                </a:solidFill>
                <a:prstDash val="solid"/>
                <a:round/>
                <a:headEnd len="med" w="med" type="none"/>
                <a:tailEnd len="med" w="med" type="none"/>
              </a:ln>
            </p:spPr>
          </p:cxnSp>
          <p:cxnSp>
            <p:nvCxnSpPr>
              <p:cNvPr id="870" name="Google Shape;870;p16"/>
              <p:cNvCxnSpPr>
                <a:stCxn id="863" idx="6"/>
                <a:endCxn id="859" idx="1"/>
              </p:cNvCxnSpPr>
              <p:nvPr/>
            </p:nvCxnSpPr>
            <p:spPr>
              <a:xfrm>
                <a:off x="6158446" y="-2348532"/>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871" name="Google Shape;871;p16"/>
              <p:cNvCxnSpPr>
                <a:stCxn id="861" idx="7"/>
                <a:endCxn id="859" idx="3"/>
              </p:cNvCxnSpPr>
              <p:nvPr/>
            </p:nvCxnSpPr>
            <p:spPr>
              <a:xfrm flipH="1" rot="10800000">
                <a:off x="7077233" y="-1901356"/>
                <a:ext cx="195300" cy="1101900"/>
              </a:xfrm>
              <a:prstGeom prst="straightConnector1">
                <a:avLst/>
              </a:prstGeom>
              <a:noFill/>
              <a:ln cap="flat" cmpd="sng" w="9525">
                <a:solidFill>
                  <a:schemeClr val="dk2"/>
                </a:solidFill>
                <a:prstDash val="solid"/>
                <a:round/>
                <a:headEnd len="med" w="med" type="none"/>
                <a:tailEnd len="med" w="med" type="none"/>
              </a:ln>
            </p:spPr>
          </p:cxnSp>
          <p:cxnSp>
            <p:nvCxnSpPr>
              <p:cNvPr id="872" name="Google Shape;872;p16"/>
              <p:cNvCxnSpPr>
                <a:stCxn id="858" idx="6"/>
                <a:endCxn id="864" idx="1"/>
              </p:cNvCxnSpPr>
              <p:nvPr/>
            </p:nvCxnSpPr>
            <p:spPr>
              <a:xfrm flipH="1" rot="10800000">
                <a:off x="4805134" y="-52469"/>
                <a:ext cx="1464300" cy="288300"/>
              </a:xfrm>
              <a:prstGeom prst="straightConnector1">
                <a:avLst/>
              </a:prstGeom>
              <a:noFill/>
              <a:ln cap="flat" cmpd="sng" w="9525">
                <a:solidFill>
                  <a:schemeClr val="dk2"/>
                </a:solidFill>
                <a:prstDash val="solid"/>
                <a:round/>
                <a:headEnd len="med" w="med" type="none"/>
                <a:tailEnd len="med" w="med" type="none"/>
              </a:ln>
            </p:spPr>
          </p:cxnSp>
          <p:cxnSp>
            <p:nvCxnSpPr>
              <p:cNvPr id="873" name="Google Shape;873;p16"/>
              <p:cNvCxnSpPr>
                <a:stCxn id="864" idx="6"/>
                <a:endCxn id="861" idx="2"/>
              </p:cNvCxnSpPr>
              <p:nvPr/>
            </p:nvCxnSpPr>
            <p:spPr>
              <a:xfrm flipH="1" rot="10800000">
                <a:off x="6387451" y="-698855"/>
                <a:ext cx="623400" cy="622200"/>
              </a:xfrm>
              <a:prstGeom prst="straightConnector1">
                <a:avLst/>
              </a:prstGeom>
              <a:noFill/>
              <a:ln cap="flat" cmpd="sng" w="9525">
                <a:solidFill>
                  <a:schemeClr val="dk2"/>
                </a:solidFill>
                <a:prstDash val="solid"/>
                <a:round/>
                <a:headEnd len="med" w="med" type="none"/>
                <a:tailEnd len="med" w="med" type="none"/>
              </a:ln>
            </p:spPr>
          </p:cxnSp>
          <p:cxnSp>
            <p:nvCxnSpPr>
              <p:cNvPr id="874" name="Google Shape;874;p16"/>
              <p:cNvCxnSpPr>
                <a:stCxn id="864" idx="5"/>
                <a:endCxn id="860" idx="1"/>
              </p:cNvCxnSpPr>
              <p:nvPr/>
            </p:nvCxnSpPr>
            <p:spPr>
              <a:xfrm flipH="1" rot="10800000">
                <a:off x="6397515" y="-169351"/>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875" name="Google Shape;875;p16"/>
              <p:cNvCxnSpPr>
                <a:stCxn id="860" idx="0"/>
                <a:endCxn id="861" idx="5"/>
              </p:cNvCxnSpPr>
              <p:nvPr/>
            </p:nvCxnSpPr>
            <p:spPr>
              <a:xfrm rot="10800000">
                <a:off x="7129021" y="-723230"/>
                <a:ext cx="617400" cy="425700"/>
              </a:xfrm>
              <a:prstGeom prst="straightConnector1">
                <a:avLst/>
              </a:prstGeom>
              <a:noFill/>
              <a:ln cap="flat" cmpd="sng" w="9525">
                <a:solidFill>
                  <a:schemeClr val="dk2"/>
                </a:solidFill>
                <a:prstDash val="solid"/>
                <a:round/>
                <a:headEnd len="med" w="med" type="none"/>
                <a:tailEnd len="med" w="med" type="none"/>
              </a:ln>
            </p:spPr>
          </p:cxnSp>
          <p:cxnSp>
            <p:nvCxnSpPr>
              <p:cNvPr id="876" name="Google Shape;876;p16"/>
              <p:cNvCxnSpPr>
                <a:stCxn id="860" idx="7"/>
                <a:endCxn id="865" idx="3"/>
              </p:cNvCxnSpPr>
              <p:nvPr/>
            </p:nvCxnSpPr>
            <p:spPr>
              <a:xfrm flipH="1" rot="10800000">
                <a:off x="7896910" y="-1244345"/>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877" name="Google Shape;877;p16"/>
              <p:cNvCxnSpPr>
                <a:stCxn id="861" idx="6"/>
                <a:endCxn id="865" idx="2"/>
              </p:cNvCxnSpPr>
              <p:nvPr/>
            </p:nvCxnSpPr>
            <p:spPr>
              <a:xfrm flipH="1" rot="10800000">
                <a:off x="7118930" y="-1264592"/>
                <a:ext cx="989700" cy="492600"/>
              </a:xfrm>
              <a:prstGeom prst="straightConnector1">
                <a:avLst/>
              </a:prstGeom>
              <a:noFill/>
              <a:ln cap="flat" cmpd="sng" w="9525">
                <a:solidFill>
                  <a:schemeClr val="dk2"/>
                </a:solidFill>
                <a:prstDash val="solid"/>
                <a:round/>
                <a:headEnd len="med" w="med" type="none"/>
                <a:tailEnd len="med" w="med" type="none"/>
              </a:ln>
            </p:spPr>
          </p:cxnSp>
          <p:cxnSp>
            <p:nvCxnSpPr>
              <p:cNvPr id="878" name="Google Shape;878;p16"/>
              <p:cNvCxnSpPr>
                <a:stCxn id="865" idx="0"/>
                <a:endCxn id="859" idx="5"/>
              </p:cNvCxnSpPr>
              <p:nvPr/>
            </p:nvCxnSpPr>
            <p:spPr>
              <a:xfrm rot="10800000">
                <a:off x="7386853" y="-1978577"/>
                <a:ext cx="734700" cy="647100"/>
              </a:xfrm>
              <a:prstGeom prst="straightConnector1">
                <a:avLst/>
              </a:prstGeom>
              <a:noFill/>
              <a:ln cap="flat" cmpd="sng" w="9525">
                <a:solidFill>
                  <a:schemeClr val="dk2"/>
                </a:solidFill>
                <a:prstDash val="solid"/>
                <a:round/>
                <a:headEnd len="med" w="med" type="none"/>
                <a:tailEnd len="med" w="med" type="none"/>
              </a:ln>
            </p:spPr>
          </p:cxnSp>
          <p:cxnSp>
            <p:nvCxnSpPr>
              <p:cNvPr id="879" name="Google Shape;879;p16"/>
              <p:cNvCxnSpPr>
                <a:stCxn id="863" idx="5"/>
                <a:endCxn id="865" idx="1"/>
              </p:cNvCxnSpPr>
              <p:nvPr/>
            </p:nvCxnSpPr>
            <p:spPr>
              <a:xfrm>
                <a:off x="6168510" y="-2299629"/>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880" name="Google Shape;880;p16"/>
              <p:cNvCxnSpPr>
                <a:stCxn id="862" idx="6"/>
                <a:endCxn id="865" idx="1"/>
              </p:cNvCxnSpPr>
              <p:nvPr/>
            </p:nvCxnSpPr>
            <p:spPr>
              <a:xfrm flipH="1" rot="10800000">
                <a:off x="6214873" y="-1300586"/>
                <a:ext cx="1886400" cy="489600"/>
              </a:xfrm>
              <a:prstGeom prst="straightConnector1">
                <a:avLst/>
              </a:prstGeom>
              <a:noFill/>
              <a:ln cap="flat" cmpd="sng" w="9525">
                <a:solidFill>
                  <a:schemeClr val="dk2"/>
                </a:solidFill>
                <a:prstDash val="solid"/>
                <a:round/>
                <a:headEnd len="med" w="med" type="none"/>
                <a:tailEnd len="med" w="med" type="none"/>
              </a:ln>
            </p:spPr>
          </p:cxnSp>
          <p:cxnSp>
            <p:nvCxnSpPr>
              <p:cNvPr id="881" name="Google Shape;881;p16"/>
              <p:cNvCxnSpPr>
                <a:stCxn id="862" idx="4"/>
                <a:endCxn id="860" idx="1"/>
              </p:cNvCxnSpPr>
              <p:nvPr/>
            </p:nvCxnSpPr>
            <p:spPr>
              <a:xfrm>
                <a:off x="6201973" y="-744086"/>
                <a:ext cx="1459800" cy="574500"/>
              </a:xfrm>
              <a:prstGeom prst="straightConnector1">
                <a:avLst/>
              </a:prstGeom>
              <a:noFill/>
              <a:ln cap="flat" cmpd="sng" w="9525">
                <a:solidFill>
                  <a:schemeClr val="dk2"/>
                </a:solidFill>
                <a:prstDash val="solid"/>
                <a:round/>
                <a:headEnd len="med" w="med" type="none"/>
                <a:tailEnd len="med" w="med" type="none"/>
              </a:ln>
            </p:spPr>
          </p:cxnSp>
          <p:cxnSp>
            <p:nvCxnSpPr>
              <p:cNvPr id="882" name="Google Shape;882;p16"/>
              <p:cNvCxnSpPr>
                <a:stCxn id="859" idx="4"/>
                <a:endCxn id="860" idx="7"/>
              </p:cNvCxnSpPr>
              <p:nvPr/>
            </p:nvCxnSpPr>
            <p:spPr>
              <a:xfrm>
                <a:off x="7345607" y="-1916318"/>
                <a:ext cx="551400" cy="1588200"/>
              </a:xfrm>
              <a:prstGeom prst="straightConnector1">
                <a:avLst/>
              </a:prstGeom>
              <a:noFill/>
              <a:ln cap="flat" cmpd="sng" w="9525">
                <a:solidFill>
                  <a:schemeClr val="dk2"/>
                </a:solidFill>
                <a:prstDash val="solid"/>
                <a:round/>
                <a:headEnd len="med" w="med" type="none"/>
                <a:tailEnd len="med" w="med" type="none"/>
              </a:ln>
            </p:spPr>
          </p:cxnSp>
          <p:sp>
            <p:nvSpPr>
              <p:cNvPr id="883" name="Google Shape;883;p16"/>
              <p:cNvSpPr/>
              <p:nvPr/>
            </p:nvSpPr>
            <p:spPr>
              <a:xfrm rot="-2047713">
                <a:off x="8788629" y="-4306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84" name="Google Shape;884;p16"/>
              <p:cNvCxnSpPr>
                <a:stCxn id="865" idx="4"/>
                <a:endCxn id="883" idx="7"/>
              </p:cNvCxnSpPr>
              <p:nvPr/>
            </p:nvCxnSpPr>
            <p:spPr>
              <a:xfrm>
                <a:off x="8175553" y="-1251677"/>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885" name="Google Shape;885;p16"/>
              <p:cNvCxnSpPr>
                <a:stCxn id="883" idx="1"/>
                <a:endCxn id="860" idx="5"/>
              </p:cNvCxnSpPr>
              <p:nvPr/>
            </p:nvCxnSpPr>
            <p:spPr>
              <a:xfrm rot="10800000">
                <a:off x="8055700" y="-93031"/>
                <a:ext cx="734100" cy="102900"/>
              </a:xfrm>
              <a:prstGeom prst="straightConnector1">
                <a:avLst/>
              </a:prstGeom>
              <a:noFill/>
              <a:ln cap="flat" cmpd="sng" w="9525">
                <a:solidFill>
                  <a:schemeClr val="dk2"/>
                </a:solidFill>
                <a:prstDash val="solid"/>
                <a:round/>
                <a:headEnd len="med" w="med" type="none"/>
                <a:tailEnd len="med" w="med" type="none"/>
              </a:ln>
            </p:spPr>
          </p:cxnSp>
          <p:cxnSp>
            <p:nvCxnSpPr>
              <p:cNvPr id="886" name="Google Shape;886;p16"/>
              <p:cNvCxnSpPr>
                <a:stCxn id="883" idx="0"/>
                <a:endCxn id="859" idx="4"/>
              </p:cNvCxnSpPr>
              <p:nvPr/>
            </p:nvCxnSpPr>
            <p:spPr>
              <a:xfrm rot="10800000">
                <a:off x="7345463" y="-1916427"/>
                <a:ext cx="1471800" cy="1884600"/>
              </a:xfrm>
              <a:prstGeom prst="straightConnector1">
                <a:avLst/>
              </a:prstGeom>
              <a:noFill/>
              <a:ln cap="flat" cmpd="sng" w="9525">
                <a:solidFill>
                  <a:schemeClr val="dk2"/>
                </a:solidFill>
                <a:prstDash val="solid"/>
                <a:round/>
                <a:headEnd len="med" w="med" type="none"/>
                <a:tailEnd len="med" w="med" type="none"/>
              </a:ln>
            </p:spPr>
          </p:cxnSp>
          <p:cxnSp>
            <p:nvCxnSpPr>
              <p:cNvPr id="887" name="Google Shape;887;p16"/>
              <p:cNvCxnSpPr>
                <a:stCxn id="883" idx="1"/>
                <a:endCxn id="861" idx="5"/>
              </p:cNvCxnSpPr>
              <p:nvPr/>
            </p:nvCxnSpPr>
            <p:spPr>
              <a:xfrm rot="10800000">
                <a:off x="7129000" y="-723031"/>
                <a:ext cx="1660800" cy="732900"/>
              </a:xfrm>
              <a:prstGeom prst="straightConnector1">
                <a:avLst/>
              </a:prstGeom>
              <a:noFill/>
              <a:ln cap="flat" cmpd="sng" w="9525">
                <a:solidFill>
                  <a:schemeClr val="dk2"/>
                </a:solidFill>
                <a:prstDash val="solid"/>
                <a:round/>
                <a:headEnd len="med" w="med" type="none"/>
                <a:tailEnd len="med" w="med" type="none"/>
              </a:ln>
            </p:spPr>
          </p:cxnSp>
          <p:sp>
            <p:nvSpPr>
              <p:cNvPr id="888" name="Google Shape;888;p16"/>
              <p:cNvSpPr/>
              <p:nvPr/>
            </p:nvSpPr>
            <p:spPr>
              <a:xfrm rot="-2040502">
                <a:off x="7684687" y="25500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89" name="Google Shape;889;p16"/>
              <p:cNvCxnSpPr>
                <a:stCxn id="883" idx="2"/>
                <a:endCxn id="888" idx="5"/>
              </p:cNvCxnSpPr>
              <p:nvPr/>
            </p:nvCxnSpPr>
            <p:spPr>
              <a:xfrm flipH="1">
                <a:off x="7877663" y="58773"/>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890" name="Google Shape;890;p16"/>
              <p:cNvCxnSpPr>
                <a:stCxn id="888" idx="1"/>
                <a:endCxn id="864" idx="5"/>
              </p:cNvCxnSpPr>
              <p:nvPr/>
            </p:nvCxnSpPr>
            <p:spPr>
              <a:xfrm rot="10800000">
                <a:off x="6397373" y="-27707"/>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891" name="Google Shape;891;p16"/>
              <p:cNvCxnSpPr>
                <a:stCxn id="888" idx="7"/>
                <a:endCxn id="860" idx="3"/>
              </p:cNvCxnSpPr>
              <p:nvPr/>
            </p:nvCxnSpPr>
            <p:spPr>
              <a:xfrm flipH="1" rot="10800000">
                <a:off x="7800600" y="65689"/>
                <a:ext cx="19800" cy="191100"/>
              </a:xfrm>
              <a:prstGeom prst="straightConnector1">
                <a:avLst/>
              </a:prstGeom>
              <a:noFill/>
              <a:ln cap="flat" cmpd="sng" w="9525">
                <a:solidFill>
                  <a:schemeClr val="dk2"/>
                </a:solidFill>
                <a:prstDash val="solid"/>
                <a:round/>
                <a:headEnd len="med" w="med" type="none"/>
                <a:tailEnd len="med" w="med" type="none"/>
              </a:ln>
            </p:spPr>
          </p:cxnSp>
        </p:grpSp>
        <p:grpSp>
          <p:nvGrpSpPr>
            <p:cNvPr id="892" name="Google Shape;892;p16"/>
            <p:cNvGrpSpPr/>
            <p:nvPr/>
          </p:nvGrpSpPr>
          <p:grpSpPr>
            <a:xfrm flipH="1" rot="10800000">
              <a:off x="-497962" y="2260383"/>
              <a:ext cx="3063625" cy="3321711"/>
              <a:chOff x="-460575" y="-671217"/>
              <a:chExt cx="3063625" cy="3321711"/>
            </a:xfrm>
          </p:grpSpPr>
          <p:cxnSp>
            <p:nvCxnSpPr>
              <p:cNvPr id="893" name="Google Shape;893;p16"/>
              <p:cNvCxnSpPr>
                <a:stCxn id="894" idx="6"/>
                <a:endCxn id="895"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895" name="Google Shape;895;p16"/>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6" name="Google Shape;896;p16"/>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7" name="Google Shape;897;p16"/>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8" name="Google Shape;898;p16"/>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9" name="Google Shape;899;p16"/>
              <p:cNvSpPr/>
              <p:nvPr/>
            </p:nvSpPr>
            <p:spPr>
              <a:xfrm>
                <a:off x="382937" y="1317277"/>
                <a:ext cx="1569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00" name="Google Shape;900;p16"/>
              <p:cNvCxnSpPr>
                <a:stCxn id="899" idx="4"/>
                <a:endCxn id="897" idx="0"/>
              </p:cNvCxnSpPr>
              <p:nvPr/>
            </p:nvCxnSpPr>
            <p:spPr>
              <a:xfrm flipH="1">
                <a:off x="169187" y="1474777"/>
                <a:ext cx="292200" cy="1018200"/>
              </a:xfrm>
              <a:prstGeom prst="straightConnector1">
                <a:avLst/>
              </a:prstGeom>
              <a:noFill/>
              <a:ln cap="flat" cmpd="sng" w="9525">
                <a:solidFill>
                  <a:schemeClr val="dk2"/>
                </a:solidFill>
                <a:prstDash val="solid"/>
                <a:round/>
                <a:headEnd len="med" w="med" type="none"/>
                <a:tailEnd len="med" w="med" type="none"/>
              </a:ln>
            </p:spPr>
          </p:cxnSp>
          <p:cxnSp>
            <p:nvCxnSpPr>
              <p:cNvPr id="901" name="Google Shape;901;p16"/>
              <p:cNvCxnSpPr>
                <a:stCxn id="898" idx="4"/>
                <a:endCxn id="897"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902" name="Google Shape;902;p16"/>
              <p:cNvCxnSpPr>
                <a:stCxn id="898" idx="5"/>
                <a:endCxn id="899" idx="1"/>
              </p:cNvCxnSpPr>
              <p:nvPr/>
            </p:nvCxnSpPr>
            <p:spPr>
              <a:xfrm>
                <a:off x="199829" y="960741"/>
                <a:ext cx="206100" cy="379500"/>
              </a:xfrm>
              <a:prstGeom prst="straightConnector1">
                <a:avLst/>
              </a:prstGeom>
              <a:noFill/>
              <a:ln cap="flat" cmpd="sng" w="9525">
                <a:solidFill>
                  <a:schemeClr val="dk2"/>
                </a:solidFill>
                <a:prstDash val="solid"/>
                <a:round/>
                <a:headEnd len="med" w="med" type="none"/>
                <a:tailEnd len="med" w="med" type="none"/>
              </a:ln>
            </p:spPr>
          </p:cxnSp>
          <p:cxnSp>
            <p:nvCxnSpPr>
              <p:cNvPr id="903" name="Google Shape;903;p16"/>
              <p:cNvCxnSpPr>
                <a:stCxn id="898" idx="0"/>
                <a:endCxn id="896"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904" name="Google Shape;904;p16"/>
              <p:cNvCxnSpPr>
                <a:stCxn id="898" idx="7"/>
                <a:endCxn id="894"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905" name="Google Shape;905;p16"/>
              <p:cNvCxnSpPr>
                <a:stCxn id="896" idx="5"/>
                <a:endCxn id="894"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906" name="Google Shape;906;p16"/>
              <p:cNvCxnSpPr>
                <a:stCxn id="896" idx="6"/>
                <a:endCxn id="895"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907" name="Google Shape;907;p16"/>
              <p:cNvCxnSpPr>
                <a:stCxn id="908" idx="1"/>
                <a:endCxn id="896"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909" name="Google Shape;909;p16"/>
              <p:cNvCxnSpPr>
                <a:stCxn id="899" idx="0"/>
                <a:endCxn id="894" idx="4"/>
              </p:cNvCxnSpPr>
              <p:nvPr/>
            </p:nvCxnSpPr>
            <p:spPr>
              <a:xfrm rot="10800000">
                <a:off x="378587" y="456577"/>
                <a:ext cx="82800" cy="860700"/>
              </a:xfrm>
              <a:prstGeom prst="straightConnector1">
                <a:avLst/>
              </a:prstGeom>
              <a:noFill/>
              <a:ln cap="flat" cmpd="sng" w="9525">
                <a:solidFill>
                  <a:schemeClr val="dk2"/>
                </a:solidFill>
                <a:prstDash val="solid"/>
                <a:round/>
                <a:headEnd len="med" w="med" type="none"/>
                <a:tailEnd len="med" w="med" type="none"/>
              </a:ln>
            </p:spPr>
          </p:cxnSp>
          <p:cxnSp>
            <p:nvCxnSpPr>
              <p:cNvPr id="910" name="Google Shape;910;p16"/>
              <p:cNvCxnSpPr>
                <a:stCxn id="899" idx="0"/>
                <a:endCxn id="908" idx="3"/>
              </p:cNvCxnSpPr>
              <p:nvPr/>
            </p:nvCxnSpPr>
            <p:spPr>
              <a:xfrm flipH="1" rot="10800000">
                <a:off x="461387" y="268177"/>
                <a:ext cx="335100" cy="1049100"/>
              </a:xfrm>
              <a:prstGeom prst="straightConnector1">
                <a:avLst/>
              </a:prstGeom>
              <a:noFill/>
              <a:ln cap="flat" cmpd="sng" w="9525">
                <a:solidFill>
                  <a:schemeClr val="dk2"/>
                </a:solidFill>
                <a:prstDash val="solid"/>
                <a:round/>
                <a:headEnd len="med" w="med" type="none"/>
                <a:tailEnd len="med" w="med" type="none"/>
              </a:ln>
            </p:spPr>
          </p:cxnSp>
          <p:sp>
            <p:nvSpPr>
              <p:cNvPr id="911" name="Google Shape;911;p16"/>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12" name="Google Shape;912;p16"/>
              <p:cNvCxnSpPr>
                <a:stCxn id="896" idx="5"/>
                <a:endCxn id="911"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913" name="Google Shape;913;p16"/>
              <p:cNvCxnSpPr>
                <a:stCxn id="908" idx="7"/>
                <a:endCxn id="911"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914" name="Google Shape;914;p16"/>
              <p:cNvCxnSpPr>
                <a:stCxn id="911" idx="6"/>
                <a:endCxn id="895"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915" name="Google Shape;915;p16"/>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16" name="Google Shape;916;p16"/>
              <p:cNvCxnSpPr>
                <a:stCxn id="915" idx="0"/>
                <a:endCxn id="896"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917" name="Google Shape;917;p16"/>
              <p:cNvCxnSpPr>
                <a:stCxn id="915" idx="6"/>
                <a:endCxn id="894"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918" name="Google Shape;918;p16"/>
              <p:cNvCxnSpPr>
                <a:stCxn id="915" idx="5"/>
                <a:endCxn id="898"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919" name="Google Shape;919;p16"/>
              <p:cNvCxnSpPr>
                <a:stCxn id="915" idx="5"/>
                <a:endCxn id="897"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908" name="Google Shape;908;p16"/>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4" name="Google Shape;894;p16"/>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2">
    <p:spTree>
      <p:nvGrpSpPr>
        <p:cNvPr id="920" name="Shape 920"/>
        <p:cNvGrpSpPr/>
        <p:nvPr/>
      </p:nvGrpSpPr>
      <p:grpSpPr>
        <a:xfrm>
          <a:off x="0" y="0"/>
          <a:ext cx="0" cy="0"/>
          <a:chOff x="0" y="0"/>
          <a:chExt cx="0" cy="0"/>
        </a:xfrm>
      </p:grpSpPr>
      <p:sp>
        <p:nvSpPr>
          <p:cNvPr id="921" name="Google Shape;921;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22" name="Google Shape;922;p17"/>
          <p:cNvSpPr txBox="1"/>
          <p:nvPr>
            <p:ph idx="1" type="body"/>
          </p:nvPr>
        </p:nvSpPr>
        <p:spPr>
          <a:xfrm>
            <a:off x="720000" y="1215751"/>
            <a:ext cx="7704000" cy="450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923" name="Google Shape;923;p17"/>
          <p:cNvGrpSpPr/>
          <p:nvPr/>
        </p:nvGrpSpPr>
        <p:grpSpPr>
          <a:xfrm>
            <a:off x="119476" y="1141150"/>
            <a:ext cx="7318880" cy="3862644"/>
            <a:chOff x="119476" y="1141150"/>
            <a:chExt cx="7318880" cy="3862644"/>
          </a:xfrm>
        </p:grpSpPr>
        <p:grpSp>
          <p:nvGrpSpPr>
            <p:cNvPr id="924" name="Google Shape;924;p17"/>
            <p:cNvGrpSpPr/>
            <p:nvPr/>
          </p:nvGrpSpPr>
          <p:grpSpPr>
            <a:xfrm rot="10800000">
              <a:off x="119476" y="1141150"/>
              <a:ext cx="298275" cy="322675"/>
              <a:chOff x="8667225" y="681525"/>
              <a:chExt cx="298275" cy="322675"/>
            </a:xfrm>
          </p:grpSpPr>
          <p:sp>
            <p:nvSpPr>
              <p:cNvPr id="925" name="Google Shape;925;p17"/>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26" name="Google Shape;926;p17"/>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27" name="Google Shape;927;p17"/>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928" name="Google Shape;928;p17"/>
            <p:cNvGrpSpPr/>
            <p:nvPr/>
          </p:nvGrpSpPr>
          <p:grpSpPr>
            <a:xfrm rot="-5139163">
              <a:off x="6960991" y="4509560"/>
              <a:ext cx="254304" cy="683114"/>
              <a:chOff x="140150" y="4353245"/>
              <a:chExt cx="254310" cy="683130"/>
            </a:xfrm>
          </p:grpSpPr>
          <p:sp>
            <p:nvSpPr>
              <p:cNvPr id="929" name="Google Shape;929;p17"/>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0" name="Google Shape;930;p17"/>
              <p:cNvSpPr/>
              <p:nvPr/>
            </p:nvSpPr>
            <p:spPr>
              <a:xfrm rot="10800000">
                <a:off x="146360" y="4668727"/>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1" name="Google Shape;931;p17"/>
              <p:cNvSpPr/>
              <p:nvPr/>
            </p:nvSpPr>
            <p:spPr>
              <a:xfrm rot="10800000">
                <a:off x="343160" y="4863902"/>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2" name="Google Shape;932;p17"/>
              <p:cNvSpPr/>
              <p:nvPr/>
            </p:nvSpPr>
            <p:spPr>
              <a:xfrm rot="10800000">
                <a:off x="141945" y="435324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933" name="Google Shape;933;p17"/>
          <p:cNvGrpSpPr/>
          <p:nvPr/>
        </p:nvGrpSpPr>
        <p:grpSpPr>
          <a:xfrm>
            <a:off x="-3264108" y="1062527"/>
            <a:ext cx="12699758" cy="5125916"/>
            <a:chOff x="-3264108" y="1062527"/>
            <a:chExt cx="12699758" cy="5125916"/>
          </a:xfrm>
        </p:grpSpPr>
        <p:grpSp>
          <p:nvGrpSpPr>
            <p:cNvPr id="934" name="Google Shape;934;p17"/>
            <p:cNvGrpSpPr/>
            <p:nvPr/>
          </p:nvGrpSpPr>
          <p:grpSpPr>
            <a:xfrm rot="10800000">
              <a:off x="7825876" y="2716263"/>
              <a:ext cx="1609774" cy="2641456"/>
              <a:chOff x="-225924" y="-192037"/>
              <a:chExt cx="1609774" cy="2641456"/>
            </a:xfrm>
          </p:grpSpPr>
          <p:cxnSp>
            <p:nvCxnSpPr>
              <p:cNvPr id="935" name="Google Shape;935;p17"/>
              <p:cNvCxnSpPr>
                <a:stCxn id="936" idx="7"/>
                <a:endCxn id="937"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937" name="Google Shape;937;p17"/>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8" name="Google Shape;938;p17"/>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9" name="Google Shape;939;p17"/>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40" name="Google Shape;940;p17"/>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41" name="Google Shape;941;p17"/>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42" name="Google Shape;942;p17"/>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43" name="Google Shape;943;p17"/>
              <p:cNvCxnSpPr>
                <a:stCxn id="942" idx="4"/>
                <a:endCxn id="939"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944" name="Google Shape;944;p17"/>
              <p:cNvCxnSpPr>
                <a:stCxn id="941" idx="4"/>
                <a:endCxn id="939"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945" name="Google Shape;945;p17"/>
              <p:cNvCxnSpPr>
                <a:stCxn id="941" idx="5"/>
                <a:endCxn id="942"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946" name="Google Shape;946;p17"/>
              <p:cNvCxnSpPr>
                <a:stCxn id="941" idx="0"/>
                <a:endCxn id="938"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947" name="Google Shape;947;p17"/>
              <p:cNvCxnSpPr>
                <a:stCxn id="941" idx="7"/>
                <a:endCxn id="936"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948" name="Google Shape;948;p17"/>
              <p:cNvCxnSpPr>
                <a:stCxn id="938" idx="5"/>
                <a:endCxn id="936"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949" name="Google Shape;949;p17"/>
              <p:cNvCxnSpPr>
                <a:stCxn id="938" idx="6"/>
                <a:endCxn id="937"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950" name="Google Shape;950;p17"/>
              <p:cNvCxnSpPr>
                <a:stCxn id="940" idx="2"/>
                <a:endCxn id="938"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951" name="Google Shape;951;p17"/>
              <p:cNvCxnSpPr>
                <a:stCxn id="942" idx="0"/>
                <a:endCxn id="936"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952" name="Google Shape;952;p17"/>
              <p:cNvCxnSpPr>
                <a:stCxn id="942" idx="0"/>
                <a:endCxn id="940"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936" name="Google Shape;936;p17"/>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953" name="Google Shape;953;p17"/>
            <p:cNvGrpSpPr/>
            <p:nvPr/>
          </p:nvGrpSpPr>
          <p:grpSpPr>
            <a:xfrm rot="2030497">
              <a:off x="-2581586" y="1819329"/>
              <a:ext cx="3816850" cy="3612312"/>
              <a:chOff x="-100549" y="47919"/>
              <a:chExt cx="4607849" cy="4360923"/>
            </a:xfrm>
          </p:grpSpPr>
          <p:sp>
            <p:nvSpPr>
              <p:cNvPr id="954" name="Google Shape;954;p17"/>
              <p:cNvSpPr/>
              <p:nvPr/>
            </p:nvSpPr>
            <p:spPr>
              <a:xfrm rot="10800000">
                <a:off x="4076800" y="2467368"/>
                <a:ext cx="234600" cy="23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5" name="Google Shape;955;p17"/>
              <p:cNvSpPr/>
              <p:nvPr/>
            </p:nvSpPr>
            <p:spPr>
              <a:xfrm rot="10800000">
                <a:off x="1137802" y="3577294"/>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6" name="Google Shape;956;p17"/>
              <p:cNvSpPr/>
              <p:nvPr/>
            </p:nvSpPr>
            <p:spPr>
              <a:xfrm rot="10800000">
                <a:off x="1731851" y="997900"/>
                <a:ext cx="484500" cy="484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7" name="Google Shape;957;p17"/>
              <p:cNvSpPr/>
              <p:nvPr/>
            </p:nvSpPr>
            <p:spPr>
              <a:xfrm rot="10800000">
                <a:off x="2254926" y="2505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8" name="Google Shape;958;p17"/>
              <p:cNvSpPr/>
              <p:nvPr/>
            </p:nvSpPr>
            <p:spPr>
              <a:xfrm rot="10800000">
                <a:off x="3685300" y="3636544"/>
                <a:ext cx="116100" cy="116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9" name="Google Shape;959;p17"/>
              <p:cNvSpPr/>
              <p:nvPr/>
            </p:nvSpPr>
            <p:spPr>
              <a:xfrm rot="10800000">
                <a:off x="2254926" y="3903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60" name="Google Shape;960;p17"/>
              <p:cNvSpPr/>
              <p:nvPr/>
            </p:nvSpPr>
            <p:spPr>
              <a:xfrm rot="10800000">
                <a:off x="3125451" y="1436544"/>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61" name="Google Shape;961;p17"/>
              <p:cNvSpPr/>
              <p:nvPr/>
            </p:nvSpPr>
            <p:spPr>
              <a:xfrm rot="10800000">
                <a:off x="447667" y="2351269"/>
                <a:ext cx="116100" cy="11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62" name="Google Shape;962;p17"/>
              <p:cNvCxnSpPr>
                <a:stCxn id="958" idx="5"/>
                <a:endCxn id="957" idx="1"/>
              </p:cNvCxnSpPr>
              <p:nvPr/>
            </p:nvCxnSpPr>
            <p:spPr>
              <a:xfrm rot="8769356">
                <a:off x="2782616" y="2360623"/>
                <a:ext cx="526274" cy="1572747"/>
              </a:xfrm>
              <a:prstGeom prst="straightConnector1">
                <a:avLst/>
              </a:prstGeom>
              <a:noFill/>
              <a:ln cap="flat" cmpd="sng" w="9525">
                <a:solidFill>
                  <a:schemeClr val="dk2"/>
                </a:solidFill>
                <a:prstDash val="solid"/>
                <a:round/>
                <a:headEnd len="med" w="med" type="none"/>
                <a:tailEnd len="med" w="med" type="none"/>
              </a:ln>
            </p:spPr>
          </p:cxnSp>
          <p:cxnSp>
            <p:nvCxnSpPr>
              <p:cNvPr id="963" name="Google Shape;963;p17"/>
              <p:cNvCxnSpPr>
                <a:stCxn id="959" idx="4"/>
                <a:endCxn id="957" idx="0"/>
              </p:cNvCxnSpPr>
              <p:nvPr/>
            </p:nvCxnSpPr>
            <p:spPr>
              <a:xfrm flipH="1" rot="8769075">
                <a:off x="1988166" y="2768320"/>
                <a:ext cx="691020" cy="1030498"/>
              </a:xfrm>
              <a:prstGeom prst="straightConnector1">
                <a:avLst/>
              </a:prstGeom>
              <a:noFill/>
              <a:ln cap="flat" cmpd="sng" w="9525">
                <a:solidFill>
                  <a:schemeClr val="dk2"/>
                </a:solidFill>
                <a:prstDash val="solid"/>
                <a:round/>
                <a:headEnd len="med" w="med" type="none"/>
                <a:tailEnd len="med" w="med" type="none"/>
              </a:ln>
            </p:spPr>
          </p:cxnSp>
          <p:cxnSp>
            <p:nvCxnSpPr>
              <p:cNvPr id="964" name="Google Shape;964;p17"/>
              <p:cNvCxnSpPr>
                <a:stCxn id="954" idx="6"/>
                <a:endCxn id="957" idx="2"/>
              </p:cNvCxnSpPr>
              <p:nvPr/>
            </p:nvCxnSpPr>
            <p:spPr>
              <a:xfrm rot="8769491">
                <a:off x="2553455" y="2121214"/>
                <a:ext cx="1382290" cy="926908"/>
              </a:xfrm>
              <a:prstGeom prst="straightConnector1">
                <a:avLst/>
              </a:prstGeom>
              <a:noFill/>
              <a:ln cap="flat" cmpd="sng" w="9525">
                <a:solidFill>
                  <a:schemeClr val="dk2"/>
                </a:solidFill>
                <a:prstDash val="solid"/>
                <a:round/>
                <a:headEnd len="med" w="med" type="none"/>
                <a:tailEnd len="med" w="med" type="none"/>
              </a:ln>
            </p:spPr>
          </p:cxnSp>
          <p:cxnSp>
            <p:nvCxnSpPr>
              <p:cNvPr id="965" name="Google Shape;965;p17"/>
              <p:cNvCxnSpPr>
                <a:stCxn id="954" idx="0"/>
                <a:endCxn id="958" idx="3"/>
              </p:cNvCxnSpPr>
              <p:nvPr/>
            </p:nvCxnSpPr>
            <p:spPr>
              <a:xfrm flipH="1" rot="-2030280">
                <a:off x="3554311" y="2896576"/>
                <a:ext cx="870078" cy="562385"/>
              </a:xfrm>
              <a:prstGeom prst="straightConnector1">
                <a:avLst/>
              </a:prstGeom>
              <a:noFill/>
              <a:ln cap="flat" cmpd="sng" w="9525">
                <a:solidFill>
                  <a:schemeClr val="dk2"/>
                </a:solidFill>
                <a:prstDash val="solid"/>
                <a:round/>
                <a:headEnd len="med" w="med" type="none"/>
                <a:tailEnd len="med" w="med" type="none"/>
              </a:ln>
            </p:spPr>
          </p:cxnSp>
          <p:cxnSp>
            <p:nvCxnSpPr>
              <p:cNvPr id="966" name="Google Shape;966;p17"/>
              <p:cNvCxnSpPr>
                <a:stCxn id="958" idx="7"/>
                <a:endCxn id="959" idx="2"/>
              </p:cNvCxnSpPr>
              <p:nvPr/>
            </p:nvCxnSpPr>
            <p:spPr>
              <a:xfrm rot="8769605">
                <a:off x="2452857" y="3602445"/>
                <a:ext cx="1208890" cy="513294"/>
              </a:xfrm>
              <a:prstGeom prst="straightConnector1">
                <a:avLst/>
              </a:prstGeom>
              <a:noFill/>
              <a:ln cap="flat" cmpd="sng" w="9525">
                <a:solidFill>
                  <a:schemeClr val="dk2"/>
                </a:solidFill>
                <a:prstDash val="solid"/>
                <a:round/>
                <a:headEnd len="med" w="med" type="none"/>
                <a:tailEnd len="med" w="med" type="none"/>
              </a:ln>
            </p:spPr>
          </p:cxnSp>
          <p:cxnSp>
            <p:nvCxnSpPr>
              <p:cNvPr id="967" name="Google Shape;967;p17"/>
              <p:cNvCxnSpPr>
                <a:stCxn id="959" idx="6"/>
                <a:endCxn id="955" idx="1"/>
              </p:cNvCxnSpPr>
              <p:nvPr/>
            </p:nvCxnSpPr>
            <p:spPr>
              <a:xfrm rot="8768875">
                <a:off x="1472857" y="3539834"/>
                <a:ext cx="647338" cy="680869"/>
              </a:xfrm>
              <a:prstGeom prst="straightConnector1">
                <a:avLst/>
              </a:prstGeom>
              <a:noFill/>
              <a:ln cap="flat" cmpd="sng" w="9525">
                <a:solidFill>
                  <a:schemeClr val="dk2"/>
                </a:solidFill>
                <a:prstDash val="solid"/>
                <a:round/>
                <a:headEnd len="med" w="med" type="none"/>
                <a:tailEnd len="med" w="med" type="none"/>
              </a:ln>
            </p:spPr>
          </p:cxnSp>
          <p:cxnSp>
            <p:nvCxnSpPr>
              <p:cNvPr id="968" name="Google Shape;968;p17"/>
              <p:cNvCxnSpPr>
                <a:stCxn id="957" idx="7"/>
                <a:endCxn id="955" idx="3"/>
              </p:cNvCxnSpPr>
              <p:nvPr/>
            </p:nvCxnSpPr>
            <p:spPr>
              <a:xfrm flipH="1" rot="-2030278">
                <a:off x="1147266" y="2984238"/>
                <a:ext cx="1321550" cy="283231"/>
              </a:xfrm>
              <a:prstGeom prst="straightConnector1">
                <a:avLst/>
              </a:prstGeom>
              <a:noFill/>
              <a:ln cap="flat" cmpd="sng" w="9525">
                <a:solidFill>
                  <a:schemeClr val="dk2"/>
                </a:solidFill>
                <a:prstDash val="solid"/>
                <a:round/>
                <a:headEnd len="med" w="med" type="none"/>
                <a:tailEnd len="med" w="med" type="none"/>
              </a:ln>
            </p:spPr>
          </p:cxnSp>
          <p:cxnSp>
            <p:nvCxnSpPr>
              <p:cNvPr id="969" name="Google Shape;969;p17"/>
              <p:cNvCxnSpPr>
                <a:stCxn id="954" idx="5"/>
                <a:endCxn id="960" idx="1"/>
              </p:cNvCxnSpPr>
              <p:nvPr/>
            </p:nvCxnSpPr>
            <p:spPr>
              <a:xfrm rot="8769493">
                <a:off x="3591334" y="1412692"/>
                <a:ext cx="188543" cy="1247164"/>
              </a:xfrm>
              <a:prstGeom prst="straightConnector1">
                <a:avLst/>
              </a:prstGeom>
              <a:noFill/>
              <a:ln cap="flat" cmpd="sng" w="9525">
                <a:solidFill>
                  <a:schemeClr val="dk2"/>
                </a:solidFill>
                <a:prstDash val="solid"/>
                <a:round/>
                <a:headEnd len="med" w="med" type="none"/>
                <a:tailEnd len="med" w="med" type="none"/>
              </a:ln>
            </p:spPr>
          </p:cxnSp>
          <p:cxnSp>
            <p:nvCxnSpPr>
              <p:cNvPr id="970" name="Google Shape;970;p17"/>
              <p:cNvCxnSpPr>
                <a:stCxn id="960" idx="7"/>
                <a:endCxn id="957" idx="3"/>
              </p:cNvCxnSpPr>
              <p:nvPr/>
            </p:nvCxnSpPr>
            <p:spPr>
              <a:xfrm flipH="1" rot="-2030495">
                <a:off x="2186803" y="1863549"/>
                <a:ext cx="1164126" cy="372760"/>
              </a:xfrm>
              <a:prstGeom prst="straightConnector1">
                <a:avLst/>
              </a:prstGeom>
              <a:noFill/>
              <a:ln cap="flat" cmpd="sng" w="9525">
                <a:solidFill>
                  <a:schemeClr val="dk2"/>
                </a:solidFill>
                <a:prstDash val="solid"/>
                <a:round/>
                <a:headEnd len="med" w="med" type="none"/>
                <a:tailEnd len="med" w="med" type="none"/>
              </a:ln>
            </p:spPr>
          </p:cxnSp>
          <p:cxnSp>
            <p:nvCxnSpPr>
              <p:cNvPr id="971" name="Google Shape;971;p17"/>
              <p:cNvCxnSpPr>
                <a:stCxn id="960" idx="5"/>
                <a:endCxn id="956" idx="2"/>
              </p:cNvCxnSpPr>
              <p:nvPr/>
            </p:nvCxnSpPr>
            <p:spPr>
              <a:xfrm rot="8769821">
                <a:off x="2356510" y="999099"/>
                <a:ext cx="651914" cy="701421"/>
              </a:xfrm>
              <a:prstGeom prst="straightConnector1">
                <a:avLst/>
              </a:prstGeom>
              <a:noFill/>
              <a:ln cap="flat" cmpd="sng" w="9525">
                <a:solidFill>
                  <a:schemeClr val="dk2"/>
                </a:solidFill>
                <a:prstDash val="solid"/>
                <a:round/>
                <a:headEnd len="med" w="med" type="none"/>
                <a:tailEnd len="med" w="med" type="none"/>
              </a:ln>
            </p:spPr>
          </p:cxnSp>
          <p:cxnSp>
            <p:nvCxnSpPr>
              <p:cNvPr id="972" name="Google Shape;972;p17"/>
              <p:cNvCxnSpPr>
                <a:stCxn id="956" idx="0"/>
                <a:endCxn id="957" idx="5"/>
              </p:cNvCxnSpPr>
              <p:nvPr/>
            </p:nvCxnSpPr>
            <p:spPr>
              <a:xfrm flipH="1" rot="-2029195">
                <a:off x="1960847" y="1486358"/>
                <a:ext cx="330408" cy="1038486"/>
              </a:xfrm>
              <a:prstGeom prst="straightConnector1">
                <a:avLst/>
              </a:prstGeom>
              <a:noFill/>
              <a:ln cap="flat" cmpd="sng" w="9525">
                <a:solidFill>
                  <a:schemeClr val="dk2"/>
                </a:solidFill>
                <a:prstDash val="solid"/>
                <a:round/>
                <a:headEnd len="med" w="med" type="none"/>
                <a:tailEnd len="med" w="med" type="none"/>
              </a:ln>
            </p:spPr>
          </p:cxnSp>
          <p:cxnSp>
            <p:nvCxnSpPr>
              <p:cNvPr id="973" name="Google Shape;973;p17"/>
              <p:cNvCxnSpPr>
                <a:stCxn id="956" idx="7"/>
                <a:endCxn id="961" idx="3"/>
              </p:cNvCxnSpPr>
              <p:nvPr/>
            </p:nvCxnSpPr>
            <p:spPr>
              <a:xfrm flipH="1" rot="-2030477">
                <a:off x="386634" y="1842270"/>
                <a:ext cx="1576242" cy="95353"/>
              </a:xfrm>
              <a:prstGeom prst="straightConnector1">
                <a:avLst/>
              </a:prstGeom>
              <a:noFill/>
              <a:ln cap="flat" cmpd="sng" w="9525">
                <a:solidFill>
                  <a:schemeClr val="dk2"/>
                </a:solidFill>
                <a:prstDash val="solid"/>
                <a:round/>
                <a:headEnd len="med" w="med" type="none"/>
                <a:tailEnd len="med" w="med" type="none"/>
              </a:ln>
            </p:spPr>
          </p:cxnSp>
          <p:cxnSp>
            <p:nvCxnSpPr>
              <p:cNvPr id="974" name="Google Shape;974;p17"/>
              <p:cNvCxnSpPr>
                <a:stCxn id="957" idx="6"/>
                <a:endCxn id="961" idx="2"/>
              </p:cNvCxnSpPr>
              <p:nvPr/>
            </p:nvCxnSpPr>
            <p:spPr>
              <a:xfrm rot="8769842">
                <a:off x="755690" y="1953080"/>
                <a:ext cx="1307072" cy="1087577"/>
              </a:xfrm>
              <a:prstGeom prst="straightConnector1">
                <a:avLst/>
              </a:prstGeom>
              <a:noFill/>
              <a:ln cap="flat" cmpd="sng" w="9525">
                <a:solidFill>
                  <a:schemeClr val="dk2"/>
                </a:solidFill>
                <a:prstDash val="solid"/>
                <a:round/>
                <a:headEnd len="med" w="med" type="none"/>
                <a:tailEnd len="med" w="med" type="none"/>
              </a:ln>
            </p:spPr>
          </p:cxnSp>
          <p:cxnSp>
            <p:nvCxnSpPr>
              <p:cNvPr id="975" name="Google Shape;975;p17"/>
              <p:cNvCxnSpPr>
                <a:stCxn id="961" idx="0"/>
                <a:endCxn id="955" idx="5"/>
              </p:cNvCxnSpPr>
              <p:nvPr/>
            </p:nvCxnSpPr>
            <p:spPr>
              <a:xfrm flipH="1" rot="-2024821">
                <a:off x="797015" y="2378694"/>
                <a:ext cx="83704" cy="1321550"/>
              </a:xfrm>
              <a:prstGeom prst="straightConnector1">
                <a:avLst/>
              </a:prstGeom>
              <a:noFill/>
              <a:ln cap="flat" cmpd="sng" w="9525">
                <a:solidFill>
                  <a:schemeClr val="dk2"/>
                </a:solidFill>
                <a:prstDash val="solid"/>
                <a:round/>
                <a:headEnd len="med" w="med" type="none"/>
                <a:tailEnd len="med" w="med" type="none"/>
              </a:ln>
            </p:spPr>
          </p:cxnSp>
          <p:cxnSp>
            <p:nvCxnSpPr>
              <p:cNvPr id="976" name="Google Shape;976;p17"/>
              <p:cNvCxnSpPr>
                <a:stCxn id="958" idx="4"/>
                <a:endCxn id="956" idx="1"/>
              </p:cNvCxnSpPr>
              <p:nvPr/>
            </p:nvCxnSpPr>
            <p:spPr>
              <a:xfrm rot="8775347">
                <a:off x="2900285" y="1155017"/>
                <a:ext cx="88031" cy="2737955"/>
              </a:xfrm>
              <a:prstGeom prst="straightConnector1">
                <a:avLst/>
              </a:prstGeom>
              <a:noFill/>
              <a:ln cap="flat" cmpd="sng" w="9525">
                <a:solidFill>
                  <a:schemeClr val="dk2"/>
                </a:solidFill>
                <a:prstDash val="solid"/>
                <a:round/>
                <a:headEnd len="med" w="med" type="none"/>
                <a:tailEnd len="med" w="med" type="none"/>
              </a:ln>
            </p:spPr>
          </p:cxnSp>
          <p:cxnSp>
            <p:nvCxnSpPr>
              <p:cNvPr id="977" name="Google Shape;977;p17"/>
              <p:cNvCxnSpPr>
                <a:stCxn id="955" idx="4"/>
                <a:endCxn id="956" idx="7"/>
              </p:cNvCxnSpPr>
              <p:nvPr/>
            </p:nvCxnSpPr>
            <p:spPr>
              <a:xfrm flipH="1" rot="8769813">
                <a:off x="698488" y="1747510"/>
                <a:ext cx="1661027" cy="1493868"/>
              </a:xfrm>
              <a:prstGeom prst="straightConnector1">
                <a:avLst/>
              </a:prstGeom>
              <a:noFill/>
              <a:ln cap="flat" cmpd="sng" w="9525">
                <a:solidFill>
                  <a:schemeClr val="dk2"/>
                </a:solidFill>
                <a:prstDash val="solid"/>
                <a:round/>
                <a:headEnd len="med" w="med" type="none"/>
                <a:tailEnd len="med" w="med" type="none"/>
              </a:ln>
            </p:spPr>
          </p:cxnSp>
          <p:cxnSp>
            <p:nvCxnSpPr>
              <p:cNvPr id="978" name="Google Shape;978;p17"/>
              <p:cNvCxnSpPr>
                <a:stCxn id="954" idx="5"/>
                <a:endCxn id="956" idx="1"/>
              </p:cNvCxnSpPr>
              <p:nvPr/>
            </p:nvCxnSpPr>
            <p:spPr>
              <a:xfrm rot="8769113">
                <a:off x="2615603" y="956497"/>
                <a:ext cx="1025506" cy="2000256"/>
              </a:xfrm>
              <a:prstGeom prst="straightConnector1">
                <a:avLst/>
              </a:prstGeom>
              <a:noFill/>
              <a:ln cap="flat" cmpd="sng" w="9525">
                <a:solidFill>
                  <a:schemeClr val="dk2"/>
                </a:solidFill>
                <a:prstDash val="solid"/>
                <a:round/>
                <a:headEnd len="med" w="med" type="none"/>
                <a:tailEnd len="med" w="med" type="none"/>
              </a:ln>
            </p:spPr>
          </p:cxnSp>
          <p:sp>
            <p:nvSpPr>
              <p:cNvPr id="979" name="Google Shape;979;p17"/>
              <p:cNvSpPr/>
              <p:nvPr/>
            </p:nvSpPr>
            <p:spPr>
              <a:xfrm rot="10800000">
                <a:off x="873701" y="691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80" name="Google Shape;980;p17"/>
              <p:cNvCxnSpPr>
                <a:stCxn id="961" idx="4"/>
                <a:endCxn id="979" idx="7"/>
              </p:cNvCxnSpPr>
              <p:nvPr/>
            </p:nvCxnSpPr>
            <p:spPr>
              <a:xfrm flipH="1" rot="8769580">
                <a:off x="114237" y="1064376"/>
                <a:ext cx="1173861" cy="1048886"/>
              </a:xfrm>
              <a:prstGeom prst="straightConnector1">
                <a:avLst/>
              </a:prstGeom>
              <a:noFill/>
              <a:ln cap="flat" cmpd="sng" w="9525">
                <a:solidFill>
                  <a:schemeClr val="dk2"/>
                </a:solidFill>
                <a:prstDash val="solid"/>
                <a:round/>
                <a:headEnd len="med" w="med" type="none"/>
                <a:tailEnd len="med" w="med" type="none"/>
              </a:ln>
            </p:spPr>
          </p:cxnSp>
          <p:cxnSp>
            <p:nvCxnSpPr>
              <p:cNvPr id="981" name="Google Shape;981;p17"/>
              <p:cNvCxnSpPr>
                <a:stCxn id="979" idx="2"/>
                <a:endCxn id="956" idx="5"/>
              </p:cNvCxnSpPr>
              <p:nvPr/>
            </p:nvCxnSpPr>
            <p:spPr>
              <a:xfrm rot="-2029235">
                <a:off x="1179725" y="581031"/>
                <a:ext cx="474852" cy="677375"/>
              </a:xfrm>
              <a:prstGeom prst="straightConnector1">
                <a:avLst/>
              </a:prstGeom>
              <a:noFill/>
              <a:ln cap="flat" cmpd="sng" w="9525">
                <a:solidFill>
                  <a:schemeClr val="dk2"/>
                </a:solidFill>
                <a:prstDash val="solid"/>
                <a:round/>
                <a:headEnd len="med" w="med" type="none"/>
                <a:tailEnd len="med" w="med" type="none"/>
              </a:ln>
            </p:spPr>
          </p:cxnSp>
          <p:cxnSp>
            <p:nvCxnSpPr>
              <p:cNvPr id="982" name="Google Shape;982;p17"/>
              <p:cNvCxnSpPr>
                <a:stCxn id="979" idx="0"/>
                <a:endCxn id="955" idx="4"/>
              </p:cNvCxnSpPr>
              <p:nvPr/>
            </p:nvCxnSpPr>
            <p:spPr>
              <a:xfrm flipH="1" rot="-2030204">
                <a:off x="469943" y="996108"/>
                <a:ext cx="1267716" cy="2434421"/>
              </a:xfrm>
              <a:prstGeom prst="straightConnector1">
                <a:avLst/>
              </a:prstGeom>
              <a:noFill/>
              <a:ln cap="flat" cmpd="sng" w="9525">
                <a:solidFill>
                  <a:schemeClr val="dk2"/>
                </a:solidFill>
                <a:prstDash val="solid"/>
                <a:round/>
                <a:headEnd len="med" w="med" type="none"/>
                <a:tailEnd len="med" w="med" type="none"/>
              </a:ln>
            </p:spPr>
          </p:cxnSp>
          <p:cxnSp>
            <p:nvCxnSpPr>
              <p:cNvPr id="983" name="Google Shape;983;p17"/>
              <p:cNvCxnSpPr>
                <a:stCxn id="979" idx="1"/>
                <a:endCxn id="957" idx="5"/>
              </p:cNvCxnSpPr>
              <p:nvPr/>
            </p:nvCxnSpPr>
            <p:spPr>
              <a:xfrm rot="-2032139">
                <a:off x="1589793" y="616894"/>
                <a:ext cx="106586" cy="2121320"/>
              </a:xfrm>
              <a:prstGeom prst="straightConnector1">
                <a:avLst/>
              </a:prstGeom>
              <a:noFill/>
              <a:ln cap="flat" cmpd="sng" w="9525">
                <a:solidFill>
                  <a:schemeClr val="dk2"/>
                </a:solidFill>
                <a:prstDash val="solid"/>
                <a:round/>
                <a:headEnd len="med" w="med" type="none"/>
                <a:tailEnd len="med" w="med" type="none"/>
              </a:ln>
            </p:spPr>
          </p:cxnSp>
          <p:sp>
            <p:nvSpPr>
              <p:cNvPr id="984" name="Google Shape;984;p17"/>
              <p:cNvSpPr/>
              <p:nvPr/>
            </p:nvSpPr>
            <p:spPr>
              <a:xfrm rot="10800000">
                <a:off x="2346923" y="285337"/>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85" name="Google Shape;985;p17"/>
              <p:cNvCxnSpPr>
                <a:stCxn id="979" idx="2"/>
                <a:endCxn id="984" idx="6"/>
              </p:cNvCxnSpPr>
              <p:nvPr/>
            </p:nvCxnSpPr>
            <p:spPr>
              <a:xfrm rot="-2030441">
                <a:off x="1040224" y="373064"/>
                <a:ext cx="1297753" cy="427010"/>
              </a:xfrm>
              <a:prstGeom prst="straightConnector1">
                <a:avLst/>
              </a:prstGeom>
              <a:noFill/>
              <a:ln cap="flat" cmpd="sng" w="9525">
                <a:solidFill>
                  <a:schemeClr val="dk2"/>
                </a:solidFill>
                <a:prstDash val="solid"/>
                <a:round/>
                <a:headEnd len="med" w="med" type="none"/>
                <a:tailEnd len="med" w="med" type="none"/>
              </a:ln>
            </p:spPr>
          </p:cxnSp>
          <p:cxnSp>
            <p:nvCxnSpPr>
              <p:cNvPr id="986" name="Google Shape;986;p17"/>
              <p:cNvCxnSpPr>
                <a:stCxn id="984" idx="1"/>
                <a:endCxn id="960" idx="5"/>
              </p:cNvCxnSpPr>
              <p:nvPr/>
            </p:nvCxnSpPr>
            <p:spPr>
              <a:xfrm flipH="1" rot="-2034703">
                <a:off x="2826258" y="400719"/>
                <a:ext cx="43017" cy="1143823"/>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987" name="Shape 987"/>
        <p:cNvGrpSpPr/>
        <p:nvPr/>
      </p:nvGrpSpPr>
      <p:grpSpPr>
        <a:xfrm>
          <a:off x="0" y="0"/>
          <a:ext cx="0" cy="0"/>
          <a:chOff x="0" y="0"/>
          <a:chExt cx="0" cy="0"/>
        </a:xfrm>
      </p:grpSpPr>
      <p:sp>
        <p:nvSpPr>
          <p:cNvPr id="988" name="Google Shape;988;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89" name="Google Shape;989;p18"/>
          <p:cNvSpPr txBox="1"/>
          <p:nvPr>
            <p:ph idx="1" type="subTitle"/>
          </p:nvPr>
        </p:nvSpPr>
        <p:spPr>
          <a:xfrm>
            <a:off x="1200900" y="1706552"/>
            <a:ext cx="6742200" cy="43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0" name="Google Shape;990;p18"/>
          <p:cNvSpPr txBox="1"/>
          <p:nvPr>
            <p:ph idx="2" type="subTitle"/>
          </p:nvPr>
        </p:nvSpPr>
        <p:spPr>
          <a:xfrm>
            <a:off x="1200900" y="2775802"/>
            <a:ext cx="6742200" cy="43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1" name="Google Shape;991;p18"/>
          <p:cNvSpPr txBox="1"/>
          <p:nvPr>
            <p:ph idx="3" type="subTitle"/>
          </p:nvPr>
        </p:nvSpPr>
        <p:spPr>
          <a:xfrm>
            <a:off x="1200900" y="3845049"/>
            <a:ext cx="6742200" cy="43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2" name="Google Shape;992;p18"/>
          <p:cNvSpPr txBox="1"/>
          <p:nvPr>
            <p:ph idx="4" type="subTitle"/>
          </p:nvPr>
        </p:nvSpPr>
        <p:spPr>
          <a:xfrm>
            <a:off x="1200900" y="1243900"/>
            <a:ext cx="6742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93" name="Google Shape;993;p18"/>
          <p:cNvSpPr txBox="1"/>
          <p:nvPr>
            <p:ph idx="5" type="subTitle"/>
          </p:nvPr>
        </p:nvSpPr>
        <p:spPr>
          <a:xfrm>
            <a:off x="1200900" y="2313150"/>
            <a:ext cx="6742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94" name="Google Shape;994;p18"/>
          <p:cNvSpPr txBox="1"/>
          <p:nvPr>
            <p:ph idx="6" type="subTitle"/>
          </p:nvPr>
        </p:nvSpPr>
        <p:spPr>
          <a:xfrm>
            <a:off x="1200900" y="3382388"/>
            <a:ext cx="6742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995" name="Google Shape;995;p18"/>
          <p:cNvGrpSpPr/>
          <p:nvPr/>
        </p:nvGrpSpPr>
        <p:grpSpPr>
          <a:xfrm>
            <a:off x="190301" y="174004"/>
            <a:ext cx="8808974" cy="4007621"/>
            <a:chOff x="190301" y="174004"/>
            <a:chExt cx="8808974" cy="4007621"/>
          </a:xfrm>
        </p:grpSpPr>
        <p:grpSp>
          <p:nvGrpSpPr>
            <p:cNvPr id="996" name="Google Shape;996;p18"/>
            <p:cNvGrpSpPr/>
            <p:nvPr/>
          </p:nvGrpSpPr>
          <p:grpSpPr>
            <a:xfrm rot="10800000">
              <a:off x="190301" y="3858950"/>
              <a:ext cx="298275" cy="322675"/>
              <a:chOff x="8667225" y="681525"/>
              <a:chExt cx="298275" cy="322675"/>
            </a:xfrm>
          </p:grpSpPr>
          <p:sp>
            <p:nvSpPr>
              <p:cNvPr id="997" name="Google Shape;997;p18"/>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98" name="Google Shape;998;p18"/>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99" name="Google Shape;999;p18"/>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000" name="Google Shape;1000;p18"/>
            <p:cNvGrpSpPr/>
            <p:nvPr/>
          </p:nvGrpSpPr>
          <p:grpSpPr>
            <a:xfrm rot="-5139163">
              <a:off x="8591694" y="201328"/>
              <a:ext cx="406266" cy="379191"/>
              <a:chOff x="140150" y="4657175"/>
              <a:chExt cx="406275" cy="379200"/>
            </a:xfrm>
          </p:grpSpPr>
          <p:sp>
            <p:nvSpPr>
              <p:cNvPr id="1001" name="Google Shape;1001;p18"/>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2" name="Google Shape;1002;p18"/>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3" name="Google Shape;1003;p18"/>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4" name="Google Shape;1004;p18"/>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005" name="Google Shape;1005;p18"/>
          <p:cNvGrpSpPr/>
          <p:nvPr/>
        </p:nvGrpSpPr>
        <p:grpSpPr>
          <a:xfrm>
            <a:off x="115024" y="-2374836"/>
            <a:ext cx="8971639" cy="9886184"/>
            <a:chOff x="115024" y="-2374836"/>
            <a:chExt cx="8971639" cy="9886184"/>
          </a:xfrm>
        </p:grpSpPr>
        <p:grpSp>
          <p:nvGrpSpPr>
            <p:cNvPr id="1006" name="Google Shape;1006;p18"/>
            <p:cNvGrpSpPr/>
            <p:nvPr/>
          </p:nvGrpSpPr>
          <p:grpSpPr>
            <a:xfrm flipH="1">
              <a:off x="115024" y="-2374836"/>
              <a:ext cx="3687215" cy="3485542"/>
              <a:chOff x="5337386" y="-2374836"/>
              <a:chExt cx="3687215" cy="3485542"/>
            </a:xfrm>
          </p:grpSpPr>
          <p:sp>
            <p:nvSpPr>
              <p:cNvPr id="1007" name="Google Shape;1007;p18"/>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8" name="Google Shape;1008;p18"/>
              <p:cNvSpPr/>
              <p:nvPr/>
            </p:nvSpPr>
            <p:spPr>
              <a:xfrm rot="9699868">
                <a:off x="6325487" y="-94127"/>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9" name="Google Shape;1009;p18"/>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0" name="Google Shape;1010;p18"/>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1" name="Google Shape;1011;p18"/>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2" name="Google Shape;1012;p18"/>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3" name="Google Shape;1013;p18"/>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4" name="Google Shape;1014;p18"/>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15" name="Google Shape;1015;p18"/>
              <p:cNvCxnSpPr>
                <a:stCxn id="1011" idx="5"/>
                <a:endCxn id="1010"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1016" name="Google Shape;1016;p18"/>
              <p:cNvCxnSpPr>
                <a:stCxn id="1012" idx="4"/>
                <a:endCxn id="1010"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1017" name="Google Shape;1017;p18"/>
              <p:cNvCxnSpPr>
                <a:stCxn id="1007" idx="0"/>
                <a:endCxn id="1011"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1018" name="Google Shape;1018;p18"/>
              <p:cNvCxnSpPr>
                <a:stCxn id="1011" idx="6"/>
                <a:endCxn id="1012"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1019" name="Google Shape;1019;p18"/>
              <p:cNvCxnSpPr>
                <a:stCxn id="1012" idx="6"/>
                <a:endCxn id="1008"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1020" name="Google Shape;1020;p18"/>
              <p:cNvCxnSpPr>
                <a:stCxn id="1010" idx="6"/>
                <a:endCxn id="1008"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1021" name="Google Shape;1021;p18"/>
              <p:cNvCxnSpPr>
                <a:stCxn id="1007" idx="6"/>
                <a:endCxn id="1013"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1022" name="Google Shape;1022;p18"/>
              <p:cNvCxnSpPr>
                <a:stCxn id="1007" idx="7"/>
                <a:endCxn id="1010"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1023" name="Google Shape;1023;p18"/>
              <p:cNvCxnSpPr>
                <a:stCxn id="1013" idx="7"/>
                <a:endCxn id="1009"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1024" name="Google Shape;1024;p18"/>
              <p:cNvCxnSpPr>
                <a:stCxn id="1009" idx="0"/>
                <a:endCxn id="1010"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1025" name="Google Shape;1025;p18"/>
              <p:cNvCxnSpPr>
                <a:stCxn id="1014" idx="2"/>
                <a:endCxn id="1008"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1026" name="Google Shape;1026;p18"/>
              <p:cNvCxnSpPr>
                <a:stCxn id="1012" idx="7"/>
                <a:endCxn id="1014"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1027" name="Google Shape;1027;p18"/>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28" name="Google Shape;1028;p18"/>
              <p:cNvCxnSpPr>
                <a:stCxn id="1014" idx="3"/>
                <a:endCxn id="1027"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1029" name="Google Shape;1029;p18"/>
              <p:cNvCxnSpPr>
                <a:stCxn id="1027" idx="2"/>
                <a:endCxn id="1009"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1030" name="Google Shape;1030;p18"/>
              <p:cNvCxnSpPr>
                <a:stCxn id="1027" idx="0"/>
                <a:endCxn id="1008"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1031" name="Google Shape;1031;p18"/>
              <p:cNvCxnSpPr>
                <a:stCxn id="1027" idx="1"/>
                <a:endCxn id="1010"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1032" name="Google Shape;1032;p18"/>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33" name="Google Shape;1033;p18"/>
              <p:cNvCxnSpPr>
                <a:stCxn id="1009" idx="2"/>
                <a:endCxn id="1032"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1034" name="Google Shape;1034;p18"/>
              <p:cNvCxnSpPr>
                <a:stCxn id="1032" idx="3"/>
                <a:endCxn id="1007"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1035" name="Google Shape;1035;p18"/>
              <p:cNvCxnSpPr>
                <a:stCxn id="1010" idx="4"/>
                <a:endCxn id="1032"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1036" name="Google Shape;1036;p18"/>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37" name="Google Shape;1037;p18"/>
              <p:cNvCxnSpPr>
                <a:stCxn id="1010" idx="0"/>
                <a:endCxn id="1036"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1038" name="Google Shape;1038;p18"/>
              <p:cNvCxnSpPr>
                <a:stCxn id="1011" idx="7"/>
                <a:endCxn id="1036"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1039" name="Google Shape;1039;p18"/>
            <p:cNvGrpSpPr/>
            <p:nvPr/>
          </p:nvGrpSpPr>
          <p:grpSpPr>
            <a:xfrm>
              <a:off x="4731484" y="3997585"/>
              <a:ext cx="4355179" cy="3513764"/>
              <a:chOff x="720009" y="3852908"/>
              <a:chExt cx="4355179" cy="3513764"/>
            </a:xfrm>
          </p:grpSpPr>
          <p:sp>
            <p:nvSpPr>
              <p:cNvPr id="1040" name="Google Shape;1040;p18"/>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1" name="Google Shape;1041;p18"/>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2" name="Google Shape;1042;p18"/>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3" name="Google Shape;1043;p18"/>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4" name="Google Shape;1044;p18"/>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5" name="Google Shape;1045;p18"/>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6" name="Google Shape;1046;p18"/>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7" name="Google Shape;1047;p18"/>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48" name="Google Shape;1048;p18"/>
              <p:cNvCxnSpPr>
                <a:stCxn id="1045" idx="4"/>
                <a:endCxn id="1043"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1049" name="Google Shape;1049;p18"/>
              <p:cNvCxnSpPr>
                <a:stCxn id="1040" idx="7"/>
                <a:endCxn id="1044"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1050" name="Google Shape;1050;p18"/>
              <p:cNvCxnSpPr>
                <a:stCxn id="1044" idx="7"/>
                <a:endCxn id="1045"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1051" name="Google Shape;1051;p18"/>
              <p:cNvCxnSpPr>
                <a:stCxn id="1045" idx="6"/>
                <a:endCxn id="1041"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1052" name="Google Shape;1052;p18"/>
              <p:cNvCxnSpPr>
                <a:stCxn id="1043" idx="7"/>
                <a:endCxn id="1041"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1053" name="Google Shape;1053;p18"/>
              <p:cNvCxnSpPr>
                <a:stCxn id="1040" idx="6"/>
                <a:endCxn id="1046"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1054" name="Google Shape;1054;p18"/>
              <p:cNvCxnSpPr>
                <a:stCxn id="1046" idx="0"/>
                <a:endCxn id="1043"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1055" name="Google Shape;1055;p18"/>
              <p:cNvCxnSpPr>
                <a:stCxn id="1046" idx="5"/>
                <a:endCxn id="1042"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1056" name="Google Shape;1056;p18"/>
              <p:cNvCxnSpPr>
                <a:stCxn id="1042" idx="0"/>
                <a:endCxn id="1043"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1057" name="Google Shape;1057;p18"/>
              <p:cNvCxnSpPr>
                <a:stCxn id="1042" idx="7"/>
                <a:endCxn id="1047"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1058" name="Google Shape;1058;p18"/>
              <p:cNvCxnSpPr>
                <a:stCxn id="1043" idx="6"/>
                <a:endCxn id="1047"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1059" name="Google Shape;1059;p18"/>
              <p:cNvCxnSpPr>
                <a:stCxn id="1047" idx="0"/>
                <a:endCxn id="1041"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1060" name="Google Shape;1060;p18"/>
              <p:cNvCxnSpPr>
                <a:stCxn id="1045" idx="5"/>
                <a:endCxn id="1047"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1061" name="Google Shape;1061;p18"/>
              <p:cNvCxnSpPr>
                <a:stCxn id="1044" idx="6"/>
                <a:endCxn id="1047"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1062" name="Google Shape;1062;p18"/>
              <p:cNvCxnSpPr>
                <a:stCxn id="1044" idx="5"/>
                <a:endCxn id="1046"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1063" name="Google Shape;1063;p18"/>
              <p:cNvCxnSpPr>
                <a:stCxn id="1041" idx="4"/>
                <a:endCxn id="1042"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1064" name="Google Shape;1064;p18"/>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65" name="Google Shape;1065;p18"/>
              <p:cNvCxnSpPr>
                <a:stCxn id="1047" idx="4"/>
                <a:endCxn id="1064"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1066" name="Google Shape;1066;p18"/>
              <p:cNvCxnSpPr>
                <a:stCxn id="1064" idx="1"/>
                <a:endCxn id="1042"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1067" name="Google Shape;1067;p18"/>
              <p:cNvSpPr/>
              <p:nvPr/>
            </p:nvSpPr>
            <p:spPr>
              <a:xfrm rot="8759498">
                <a:off x="1785083" y="451443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68" name="Google Shape;1068;p18"/>
              <p:cNvCxnSpPr>
                <a:stCxn id="1064" idx="2"/>
                <a:endCxn id="1067"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1069" name="Google Shape;1069;p18"/>
              <p:cNvCxnSpPr>
                <a:stCxn id="1067" idx="1"/>
                <a:endCxn id="1046"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1070" name="Google Shape;1070;p18"/>
              <p:cNvCxnSpPr>
                <a:stCxn id="1067" idx="7"/>
                <a:endCxn id="1042"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071" name="Shape 1071"/>
        <p:cNvGrpSpPr/>
        <p:nvPr/>
      </p:nvGrpSpPr>
      <p:grpSpPr>
        <a:xfrm>
          <a:off x="0" y="0"/>
          <a:ext cx="0" cy="0"/>
          <a:chOff x="0" y="0"/>
          <a:chExt cx="0" cy="0"/>
        </a:xfrm>
      </p:grpSpPr>
      <p:sp>
        <p:nvSpPr>
          <p:cNvPr id="1072" name="Google Shape;1072;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73" name="Google Shape;1073;p19"/>
          <p:cNvSpPr txBox="1"/>
          <p:nvPr>
            <p:ph idx="1" type="subTitle"/>
          </p:nvPr>
        </p:nvSpPr>
        <p:spPr>
          <a:xfrm>
            <a:off x="1574375" y="2056793"/>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4" name="Google Shape;1074;p19"/>
          <p:cNvSpPr txBox="1"/>
          <p:nvPr>
            <p:ph idx="2" type="subTitle"/>
          </p:nvPr>
        </p:nvSpPr>
        <p:spPr>
          <a:xfrm>
            <a:off x="5500976" y="2056793"/>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5" name="Google Shape;1075;p19"/>
          <p:cNvSpPr txBox="1"/>
          <p:nvPr>
            <p:ph idx="3" type="subTitle"/>
          </p:nvPr>
        </p:nvSpPr>
        <p:spPr>
          <a:xfrm>
            <a:off x="1574375" y="3713775"/>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6" name="Google Shape;1076;p19"/>
          <p:cNvSpPr txBox="1"/>
          <p:nvPr>
            <p:ph idx="4" type="subTitle"/>
          </p:nvPr>
        </p:nvSpPr>
        <p:spPr>
          <a:xfrm>
            <a:off x="5500976" y="3713775"/>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7" name="Google Shape;1077;p19"/>
          <p:cNvSpPr txBox="1"/>
          <p:nvPr>
            <p:ph hasCustomPrompt="1" idx="5" type="title"/>
          </p:nvPr>
        </p:nvSpPr>
        <p:spPr>
          <a:xfrm>
            <a:off x="758225" y="1277225"/>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8" name="Google Shape;1078;p19"/>
          <p:cNvSpPr txBox="1"/>
          <p:nvPr>
            <p:ph hasCustomPrompt="1" idx="6" type="title"/>
          </p:nvPr>
        </p:nvSpPr>
        <p:spPr>
          <a:xfrm>
            <a:off x="758225" y="2933700"/>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9" name="Google Shape;1079;p19"/>
          <p:cNvSpPr txBox="1"/>
          <p:nvPr>
            <p:ph hasCustomPrompt="1" idx="7" type="title"/>
          </p:nvPr>
        </p:nvSpPr>
        <p:spPr>
          <a:xfrm>
            <a:off x="4685025" y="1277225"/>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0" name="Google Shape;1080;p19"/>
          <p:cNvSpPr txBox="1"/>
          <p:nvPr>
            <p:ph hasCustomPrompt="1" idx="8" type="title"/>
          </p:nvPr>
        </p:nvSpPr>
        <p:spPr>
          <a:xfrm>
            <a:off x="4685025" y="2933700"/>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1" name="Google Shape;1081;p19"/>
          <p:cNvSpPr txBox="1"/>
          <p:nvPr>
            <p:ph idx="9" type="subTitle"/>
          </p:nvPr>
        </p:nvSpPr>
        <p:spPr>
          <a:xfrm>
            <a:off x="1574375" y="1277225"/>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82" name="Google Shape;1082;p19"/>
          <p:cNvSpPr txBox="1"/>
          <p:nvPr>
            <p:ph idx="13" type="subTitle"/>
          </p:nvPr>
        </p:nvSpPr>
        <p:spPr>
          <a:xfrm>
            <a:off x="5500975" y="1277225"/>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83" name="Google Shape;1083;p19"/>
          <p:cNvSpPr txBox="1"/>
          <p:nvPr>
            <p:ph idx="14" type="subTitle"/>
          </p:nvPr>
        </p:nvSpPr>
        <p:spPr>
          <a:xfrm>
            <a:off x="1574375" y="2933701"/>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84" name="Google Shape;1084;p19"/>
          <p:cNvSpPr txBox="1"/>
          <p:nvPr>
            <p:ph idx="15" type="subTitle"/>
          </p:nvPr>
        </p:nvSpPr>
        <p:spPr>
          <a:xfrm>
            <a:off x="5500975" y="2933701"/>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085" name="Google Shape;1085;p19"/>
          <p:cNvGrpSpPr/>
          <p:nvPr/>
        </p:nvGrpSpPr>
        <p:grpSpPr>
          <a:xfrm>
            <a:off x="119288" y="163238"/>
            <a:ext cx="8837200" cy="4388712"/>
            <a:chOff x="119288" y="163238"/>
            <a:chExt cx="8837200" cy="4388712"/>
          </a:xfrm>
        </p:grpSpPr>
        <p:grpSp>
          <p:nvGrpSpPr>
            <p:cNvPr id="1086" name="Google Shape;1086;p19"/>
            <p:cNvGrpSpPr/>
            <p:nvPr/>
          </p:nvGrpSpPr>
          <p:grpSpPr>
            <a:xfrm flipH="1" rot="10800000">
              <a:off x="8658213" y="4229275"/>
              <a:ext cx="298275" cy="322675"/>
              <a:chOff x="8667225" y="681525"/>
              <a:chExt cx="298275" cy="322675"/>
            </a:xfrm>
          </p:grpSpPr>
          <p:sp>
            <p:nvSpPr>
              <p:cNvPr id="1087" name="Google Shape;1087;p19"/>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88" name="Google Shape;1088;p19"/>
              <p:cNvSpPr/>
              <p:nvPr/>
            </p:nvSpPr>
            <p:spPr>
              <a:xfrm rot="10800000">
                <a:off x="8825400" y="68152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89" name="Google Shape;1089;p19"/>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090" name="Google Shape;1090;p19"/>
            <p:cNvGrpSpPr/>
            <p:nvPr/>
          </p:nvGrpSpPr>
          <p:grpSpPr>
            <a:xfrm flipH="1" rot="10800000">
              <a:off x="119288" y="163238"/>
              <a:ext cx="406275" cy="563575"/>
              <a:chOff x="140150" y="4340075"/>
              <a:chExt cx="406275" cy="563575"/>
            </a:xfrm>
          </p:grpSpPr>
          <p:sp>
            <p:nvSpPr>
              <p:cNvPr id="1091" name="Google Shape;1091;p19"/>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2" name="Google Shape;1092;p19"/>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3" name="Google Shape;1093;p19"/>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4" name="Google Shape;1094;p19"/>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095" name="Google Shape;1095;p19"/>
          <p:cNvGrpSpPr/>
          <p:nvPr/>
        </p:nvGrpSpPr>
        <p:grpSpPr>
          <a:xfrm>
            <a:off x="-977947" y="-671217"/>
            <a:ext cx="10532835" cy="7946710"/>
            <a:chOff x="-977947" y="-671217"/>
            <a:chExt cx="10532835" cy="7946710"/>
          </a:xfrm>
        </p:grpSpPr>
        <p:grpSp>
          <p:nvGrpSpPr>
            <p:cNvPr id="1096" name="Google Shape;1096;p19"/>
            <p:cNvGrpSpPr/>
            <p:nvPr/>
          </p:nvGrpSpPr>
          <p:grpSpPr>
            <a:xfrm flipH="1">
              <a:off x="6491263" y="-671217"/>
              <a:ext cx="3063625" cy="3321711"/>
              <a:chOff x="-460575" y="-671217"/>
              <a:chExt cx="3063625" cy="3321711"/>
            </a:xfrm>
          </p:grpSpPr>
          <p:cxnSp>
            <p:nvCxnSpPr>
              <p:cNvPr id="1097" name="Google Shape;1097;p19"/>
              <p:cNvCxnSpPr>
                <a:stCxn id="1098" idx="6"/>
                <a:endCxn id="1099"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1099" name="Google Shape;1099;p19"/>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0" name="Google Shape;1100;p19"/>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1" name="Google Shape;1101;p19"/>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2" name="Google Shape;1102;p19"/>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3" name="Google Shape;1103;p19"/>
              <p:cNvSpPr/>
              <p:nvPr/>
            </p:nvSpPr>
            <p:spPr>
              <a:xfrm>
                <a:off x="382949" y="1317288"/>
                <a:ext cx="1434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04" name="Google Shape;1104;p19"/>
              <p:cNvCxnSpPr>
                <a:stCxn id="1103" idx="4"/>
                <a:endCxn id="1101" idx="0"/>
              </p:cNvCxnSpPr>
              <p:nvPr/>
            </p:nvCxnSpPr>
            <p:spPr>
              <a:xfrm flipH="1">
                <a:off x="169049" y="1474788"/>
                <a:ext cx="285600" cy="1018200"/>
              </a:xfrm>
              <a:prstGeom prst="straightConnector1">
                <a:avLst/>
              </a:prstGeom>
              <a:noFill/>
              <a:ln cap="flat" cmpd="sng" w="9525">
                <a:solidFill>
                  <a:schemeClr val="dk2"/>
                </a:solidFill>
                <a:prstDash val="solid"/>
                <a:round/>
                <a:headEnd len="med" w="med" type="none"/>
                <a:tailEnd len="med" w="med" type="none"/>
              </a:ln>
            </p:spPr>
          </p:cxnSp>
          <p:cxnSp>
            <p:nvCxnSpPr>
              <p:cNvPr id="1105" name="Google Shape;1105;p19"/>
              <p:cNvCxnSpPr>
                <a:stCxn id="1102" idx="4"/>
                <a:endCxn id="1101"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1106" name="Google Shape;1106;p19"/>
              <p:cNvCxnSpPr>
                <a:stCxn id="1102" idx="5"/>
                <a:endCxn id="1103" idx="1"/>
              </p:cNvCxnSpPr>
              <p:nvPr/>
            </p:nvCxnSpPr>
            <p:spPr>
              <a:xfrm>
                <a:off x="199829" y="960741"/>
                <a:ext cx="204000" cy="379500"/>
              </a:xfrm>
              <a:prstGeom prst="straightConnector1">
                <a:avLst/>
              </a:prstGeom>
              <a:noFill/>
              <a:ln cap="flat" cmpd="sng" w="9525">
                <a:solidFill>
                  <a:schemeClr val="dk2"/>
                </a:solidFill>
                <a:prstDash val="solid"/>
                <a:round/>
                <a:headEnd len="med" w="med" type="none"/>
                <a:tailEnd len="med" w="med" type="none"/>
              </a:ln>
            </p:spPr>
          </p:cxnSp>
          <p:cxnSp>
            <p:nvCxnSpPr>
              <p:cNvPr id="1107" name="Google Shape;1107;p19"/>
              <p:cNvCxnSpPr>
                <a:stCxn id="1102" idx="0"/>
                <a:endCxn id="1100"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1108" name="Google Shape;1108;p19"/>
              <p:cNvCxnSpPr>
                <a:stCxn id="1102" idx="7"/>
                <a:endCxn id="1098"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1109" name="Google Shape;1109;p19"/>
              <p:cNvCxnSpPr>
                <a:stCxn id="1100" idx="5"/>
                <a:endCxn id="1098"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1110" name="Google Shape;1110;p19"/>
              <p:cNvCxnSpPr>
                <a:stCxn id="1100" idx="6"/>
                <a:endCxn id="1099"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1111" name="Google Shape;1111;p19"/>
              <p:cNvCxnSpPr>
                <a:stCxn id="1112" idx="1"/>
                <a:endCxn id="1100"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1113" name="Google Shape;1113;p19"/>
              <p:cNvCxnSpPr>
                <a:stCxn id="1103" idx="0"/>
                <a:endCxn id="1098" idx="4"/>
              </p:cNvCxnSpPr>
              <p:nvPr/>
            </p:nvCxnSpPr>
            <p:spPr>
              <a:xfrm rot="10800000">
                <a:off x="378449" y="456588"/>
                <a:ext cx="76200" cy="860700"/>
              </a:xfrm>
              <a:prstGeom prst="straightConnector1">
                <a:avLst/>
              </a:prstGeom>
              <a:noFill/>
              <a:ln cap="flat" cmpd="sng" w="9525">
                <a:solidFill>
                  <a:schemeClr val="dk2"/>
                </a:solidFill>
                <a:prstDash val="solid"/>
                <a:round/>
                <a:headEnd len="med" w="med" type="none"/>
                <a:tailEnd len="med" w="med" type="none"/>
              </a:ln>
            </p:spPr>
          </p:cxnSp>
          <p:cxnSp>
            <p:nvCxnSpPr>
              <p:cNvPr id="1114" name="Google Shape;1114;p19"/>
              <p:cNvCxnSpPr>
                <a:stCxn id="1103" idx="0"/>
                <a:endCxn id="1112" idx="3"/>
              </p:cNvCxnSpPr>
              <p:nvPr/>
            </p:nvCxnSpPr>
            <p:spPr>
              <a:xfrm flipH="1" rot="10800000">
                <a:off x="454649" y="268188"/>
                <a:ext cx="342000" cy="1049100"/>
              </a:xfrm>
              <a:prstGeom prst="straightConnector1">
                <a:avLst/>
              </a:prstGeom>
              <a:noFill/>
              <a:ln cap="flat" cmpd="sng" w="9525">
                <a:solidFill>
                  <a:schemeClr val="dk2"/>
                </a:solidFill>
                <a:prstDash val="solid"/>
                <a:round/>
                <a:headEnd len="med" w="med" type="none"/>
                <a:tailEnd len="med" w="med" type="none"/>
              </a:ln>
            </p:spPr>
          </p:cxnSp>
          <p:sp>
            <p:nvSpPr>
              <p:cNvPr id="1115" name="Google Shape;1115;p19"/>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16" name="Google Shape;1116;p19"/>
              <p:cNvCxnSpPr>
                <a:stCxn id="1100" idx="5"/>
                <a:endCxn id="1115"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1117" name="Google Shape;1117;p19"/>
              <p:cNvCxnSpPr>
                <a:stCxn id="1112" idx="7"/>
                <a:endCxn id="1115"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1118" name="Google Shape;1118;p19"/>
              <p:cNvCxnSpPr>
                <a:stCxn id="1115" idx="6"/>
                <a:endCxn id="1099"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1119" name="Google Shape;1119;p19"/>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20" name="Google Shape;1120;p19"/>
              <p:cNvCxnSpPr>
                <a:stCxn id="1119" idx="0"/>
                <a:endCxn id="1100"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1121" name="Google Shape;1121;p19"/>
              <p:cNvCxnSpPr>
                <a:stCxn id="1119" idx="6"/>
                <a:endCxn id="1098"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1122" name="Google Shape;1122;p19"/>
              <p:cNvCxnSpPr>
                <a:stCxn id="1119" idx="5"/>
                <a:endCxn id="1102"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1123" name="Google Shape;1123;p19"/>
              <p:cNvCxnSpPr>
                <a:stCxn id="1119" idx="5"/>
                <a:endCxn id="1101"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1112" name="Google Shape;1112;p19"/>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8" name="Google Shape;1098;p19"/>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124" name="Google Shape;1124;p19"/>
            <p:cNvGrpSpPr/>
            <p:nvPr/>
          </p:nvGrpSpPr>
          <p:grpSpPr>
            <a:xfrm rot="339523">
              <a:off x="-863991" y="4569268"/>
              <a:ext cx="4061023" cy="2512132"/>
              <a:chOff x="720013" y="4616655"/>
              <a:chExt cx="4061133" cy="2512200"/>
            </a:xfrm>
          </p:grpSpPr>
          <p:sp>
            <p:nvSpPr>
              <p:cNvPr id="1125" name="Google Shape;1125;p19"/>
              <p:cNvSpPr/>
              <p:nvPr/>
            </p:nvSpPr>
            <p:spPr>
              <a:xfrm rot="-9417549">
                <a:off x="4549660" y="470131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6" name="Google Shape;1126;p19"/>
              <p:cNvSpPr/>
              <p:nvPr/>
            </p:nvSpPr>
            <p:spPr>
              <a:xfrm rot="-9417549">
                <a:off x="1761182" y="493644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7" name="Google Shape;1127;p19"/>
              <p:cNvSpPr/>
              <p:nvPr/>
            </p:nvSpPr>
            <p:spPr>
              <a:xfrm rot="-9421326">
                <a:off x="3012797" y="4851722"/>
                <a:ext cx="265897" cy="265897"/>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8" name="Google Shape;1128;p19"/>
              <p:cNvSpPr/>
              <p:nvPr/>
            </p:nvSpPr>
            <p:spPr>
              <a:xfrm rot="-9414352">
                <a:off x="2945862" y="6000076"/>
                <a:ext cx="86426" cy="8642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9" name="Google Shape;1129;p19"/>
              <p:cNvSpPr/>
              <p:nvPr/>
            </p:nvSpPr>
            <p:spPr>
              <a:xfrm rot="-9422930">
                <a:off x="3430718" y="6873877"/>
                <a:ext cx="63855" cy="63855"/>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30" name="Google Shape;1130;p19"/>
              <p:cNvSpPr/>
              <p:nvPr/>
            </p:nvSpPr>
            <p:spPr>
              <a:xfrm rot="-9414352">
                <a:off x="1807960" y="6172505"/>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31" name="Google Shape;1131;p19"/>
              <p:cNvSpPr/>
              <p:nvPr/>
            </p:nvSpPr>
            <p:spPr>
              <a:xfrm rot="-9414352">
                <a:off x="3731053" y="4665484"/>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32" name="Google Shape;1132;p19"/>
              <p:cNvSpPr/>
              <p:nvPr/>
            </p:nvSpPr>
            <p:spPr>
              <a:xfrm rot="-9421558">
                <a:off x="740331" y="4726434"/>
                <a:ext cx="130664" cy="13066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33" name="Google Shape;1133;p19"/>
              <p:cNvCxnSpPr>
                <a:stCxn id="1129" idx="5"/>
                <a:endCxn id="1128" idx="1"/>
              </p:cNvCxnSpPr>
              <p:nvPr/>
            </p:nvCxnSpPr>
            <p:spPr>
              <a:xfrm rot="10460456">
                <a:off x="3045371" y="6063279"/>
                <a:ext cx="365079" cy="832966"/>
              </a:xfrm>
              <a:prstGeom prst="straightConnector1">
                <a:avLst/>
              </a:prstGeom>
              <a:noFill/>
              <a:ln cap="flat" cmpd="sng" w="9525">
                <a:solidFill>
                  <a:schemeClr val="dk2"/>
                </a:solidFill>
                <a:prstDash val="solid"/>
                <a:round/>
                <a:headEnd len="med" w="med" type="none"/>
                <a:tailEnd len="med" w="med" type="none"/>
              </a:ln>
            </p:spPr>
          </p:cxnSp>
          <p:cxnSp>
            <p:nvCxnSpPr>
              <p:cNvPr id="1134" name="Google Shape;1134;p19"/>
              <p:cNvCxnSpPr>
                <a:stCxn id="1130" idx="4"/>
                <a:endCxn id="1128" idx="7"/>
              </p:cNvCxnSpPr>
              <p:nvPr/>
            </p:nvCxnSpPr>
            <p:spPr>
              <a:xfrm flipH="1" rot="10460763">
                <a:off x="1865029" y="6113097"/>
                <a:ext cx="1087089" cy="9343"/>
              </a:xfrm>
              <a:prstGeom prst="straightConnector1">
                <a:avLst/>
              </a:prstGeom>
              <a:noFill/>
              <a:ln cap="flat" cmpd="sng" w="9525">
                <a:solidFill>
                  <a:schemeClr val="dk2"/>
                </a:solidFill>
                <a:prstDash val="solid"/>
                <a:round/>
                <a:headEnd len="med" w="med" type="none"/>
                <a:tailEnd len="med" w="med" type="none"/>
              </a:ln>
            </p:spPr>
          </p:cxnSp>
          <p:cxnSp>
            <p:nvCxnSpPr>
              <p:cNvPr id="1135" name="Google Shape;1135;p19"/>
              <p:cNvCxnSpPr>
                <a:stCxn id="1125" idx="0"/>
                <a:endCxn id="1129" idx="3"/>
              </p:cNvCxnSpPr>
              <p:nvPr/>
            </p:nvCxnSpPr>
            <p:spPr>
              <a:xfrm flipH="1" rot="-339783">
                <a:off x="3393035" y="4884097"/>
                <a:ext cx="1295121" cy="1950801"/>
              </a:xfrm>
              <a:prstGeom prst="straightConnector1">
                <a:avLst/>
              </a:prstGeom>
              <a:noFill/>
              <a:ln cap="flat" cmpd="sng" w="9525">
                <a:solidFill>
                  <a:schemeClr val="dk2"/>
                </a:solidFill>
                <a:prstDash val="solid"/>
                <a:round/>
                <a:headEnd len="med" w="med" type="none"/>
                <a:tailEnd len="med" w="med" type="none"/>
              </a:ln>
            </p:spPr>
          </p:cxnSp>
          <p:cxnSp>
            <p:nvCxnSpPr>
              <p:cNvPr id="1136" name="Google Shape;1136;p19"/>
              <p:cNvCxnSpPr>
                <a:stCxn id="1129" idx="7"/>
                <a:endCxn id="1130" idx="2"/>
              </p:cNvCxnSpPr>
              <p:nvPr/>
            </p:nvCxnSpPr>
            <p:spPr>
              <a:xfrm rot="10460582">
                <a:off x="1928581" y="6158259"/>
                <a:ext cx="1466944" cy="833861"/>
              </a:xfrm>
              <a:prstGeom prst="straightConnector1">
                <a:avLst/>
              </a:prstGeom>
              <a:noFill/>
              <a:ln cap="flat" cmpd="sng" w="9525">
                <a:solidFill>
                  <a:schemeClr val="dk2"/>
                </a:solidFill>
                <a:prstDash val="solid"/>
                <a:round/>
                <a:headEnd len="med" w="med" type="none"/>
                <a:tailEnd len="med" w="med" type="none"/>
              </a:ln>
            </p:spPr>
          </p:cxnSp>
          <p:cxnSp>
            <p:nvCxnSpPr>
              <p:cNvPr id="1137" name="Google Shape;1137;p19"/>
              <p:cNvCxnSpPr>
                <a:stCxn id="1130" idx="6"/>
                <a:endCxn id="1126" idx="1"/>
              </p:cNvCxnSpPr>
              <p:nvPr/>
            </p:nvCxnSpPr>
            <p:spPr>
              <a:xfrm flipH="1" rot="10462833">
                <a:off x="1755412" y="5065169"/>
                <a:ext cx="150121" cy="1129000"/>
              </a:xfrm>
              <a:prstGeom prst="straightConnector1">
                <a:avLst/>
              </a:prstGeom>
              <a:noFill/>
              <a:ln cap="flat" cmpd="sng" w="9525">
                <a:solidFill>
                  <a:schemeClr val="dk2"/>
                </a:solidFill>
                <a:prstDash val="solid"/>
                <a:round/>
                <a:headEnd len="med" w="med" type="none"/>
                <a:tailEnd len="med" w="med" type="none"/>
              </a:ln>
            </p:spPr>
          </p:cxnSp>
          <p:cxnSp>
            <p:nvCxnSpPr>
              <p:cNvPr id="1138" name="Google Shape;1138;p19"/>
              <p:cNvCxnSpPr>
                <a:stCxn id="1128" idx="5"/>
                <a:endCxn id="1126" idx="1"/>
              </p:cNvCxnSpPr>
              <p:nvPr/>
            </p:nvCxnSpPr>
            <p:spPr>
              <a:xfrm rot="10460368">
                <a:off x="1898704" y="5007487"/>
                <a:ext cx="1024998" cy="1048819"/>
              </a:xfrm>
              <a:prstGeom prst="straightConnector1">
                <a:avLst/>
              </a:prstGeom>
              <a:noFill/>
              <a:ln cap="flat" cmpd="sng" w="9525">
                <a:solidFill>
                  <a:schemeClr val="dk2"/>
                </a:solidFill>
                <a:prstDash val="solid"/>
                <a:round/>
                <a:headEnd len="med" w="med" type="none"/>
                <a:tailEnd len="med" w="med" type="none"/>
              </a:ln>
            </p:spPr>
          </p:cxnSp>
          <p:cxnSp>
            <p:nvCxnSpPr>
              <p:cNvPr id="1139" name="Google Shape;1139;p19"/>
              <p:cNvCxnSpPr>
                <a:stCxn id="1125" idx="6"/>
                <a:endCxn id="1131" idx="3"/>
              </p:cNvCxnSpPr>
              <p:nvPr/>
            </p:nvCxnSpPr>
            <p:spPr>
              <a:xfrm rot="10459888">
                <a:off x="3818606" y="4656348"/>
                <a:ext cx="731979" cy="120599"/>
              </a:xfrm>
              <a:prstGeom prst="straightConnector1">
                <a:avLst/>
              </a:prstGeom>
              <a:noFill/>
              <a:ln cap="flat" cmpd="sng" w="9525">
                <a:solidFill>
                  <a:schemeClr val="dk2"/>
                </a:solidFill>
                <a:prstDash val="solid"/>
                <a:round/>
                <a:headEnd len="med" w="med" type="none"/>
                <a:tailEnd len="med" w="med" type="none"/>
              </a:ln>
            </p:spPr>
          </p:cxnSp>
          <p:cxnSp>
            <p:nvCxnSpPr>
              <p:cNvPr id="1140" name="Google Shape;1140;p19"/>
              <p:cNvCxnSpPr>
                <a:stCxn id="1125" idx="7"/>
                <a:endCxn id="1128" idx="3"/>
              </p:cNvCxnSpPr>
              <p:nvPr/>
            </p:nvCxnSpPr>
            <p:spPr>
              <a:xfrm flipH="1" rot="-339569">
                <a:off x="2971884" y="4867995"/>
                <a:ext cx="1639693" cy="1081059"/>
              </a:xfrm>
              <a:prstGeom prst="straightConnector1">
                <a:avLst/>
              </a:prstGeom>
              <a:noFill/>
              <a:ln cap="flat" cmpd="sng" w="9525">
                <a:solidFill>
                  <a:schemeClr val="dk2"/>
                </a:solidFill>
                <a:prstDash val="solid"/>
                <a:round/>
                <a:headEnd len="med" w="med" type="none"/>
                <a:tailEnd len="med" w="med" type="none"/>
              </a:ln>
            </p:spPr>
          </p:cxnSp>
          <p:cxnSp>
            <p:nvCxnSpPr>
              <p:cNvPr id="1141" name="Google Shape;1141;p19"/>
              <p:cNvCxnSpPr>
                <a:stCxn id="1131" idx="7"/>
                <a:endCxn id="1127" idx="3"/>
              </p:cNvCxnSpPr>
              <p:nvPr/>
            </p:nvCxnSpPr>
            <p:spPr>
              <a:xfrm flipH="1" rot="-339665">
                <a:off x="3259894" y="4748265"/>
                <a:ext cx="483558" cy="163106"/>
              </a:xfrm>
              <a:prstGeom prst="straightConnector1">
                <a:avLst/>
              </a:prstGeom>
              <a:noFill/>
              <a:ln cap="flat" cmpd="sng" w="9525">
                <a:solidFill>
                  <a:schemeClr val="dk2"/>
                </a:solidFill>
                <a:prstDash val="solid"/>
                <a:round/>
                <a:headEnd len="med" w="med" type="none"/>
                <a:tailEnd len="med" w="med" type="none"/>
              </a:ln>
            </p:spPr>
          </p:cxnSp>
          <p:cxnSp>
            <p:nvCxnSpPr>
              <p:cNvPr id="1142" name="Google Shape;1142;p19"/>
              <p:cNvCxnSpPr>
                <a:stCxn id="1127" idx="0"/>
                <a:endCxn id="1128" idx="5"/>
              </p:cNvCxnSpPr>
              <p:nvPr/>
            </p:nvCxnSpPr>
            <p:spPr>
              <a:xfrm flipH="1" rot="-341652">
                <a:off x="2929081" y="5115280"/>
                <a:ext cx="208629" cy="879981"/>
              </a:xfrm>
              <a:prstGeom prst="straightConnector1">
                <a:avLst/>
              </a:prstGeom>
              <a:noFill/>
              <a:ln cap="flat" cmpd="sng" w="9525">
                <a:solidFill>
                  <a:schemeClr val="dk2"/>
                </a:solidFill>
                <a:prstDash val="solid"/>
                <a:round/>
                <a:headEnd len="med" w="med" type="none"/>
                <a:tailEnd len="med" w="med" type="none"/>
              </a:ln>
            </p:spPr>
          </p:cxnSp>
          <p:cxnSp>
            <p:nvCxnSpPr>
              <p:cNvPr id="1143" name="Google Shape;1143;p19"/>
              <p:cNvCxnSpPr>
                <a:stCxn id="1132" idx="2"/>
                <a:endCxn id="1126" idx="6"/>
              </p:cNvCxnSpPr>
              <p:nvPr/>
            </p:nvCxnSpPr>
            <p:spPr>
              <a:xfrm rot="-339023">
                <a:off x="875824" y="4773316"/>
                <a:ext cx="880579" cy="246302"/>
              </a:xfrm>
              <a:prstGeom prst="straightConnector1">
                <a:avLst/>
              </a:prstGeom>
              <a:noFill/>
              <a:ln cap="flat" cmpd="sng" w="9525">
                <a:solidFill>
                  <a:schemeClr val="dk2"/>
                </a:solidFill>
                <a:prstDash val="solid"/>
                <a:round/>
                <a:headEnd len="med" w="med" type="none"/>
                <a:tailEnd len="med" w="med" type="none"/>
              </a:ln>
            </p:spPr>
          </p:cxnSp>
          <p:cxnSp>
            <p:nvCxnSpPr>
              <p:cNvPr id="1144" name="Google Shape;1144;p19"/>
              <p:cNvCxnSpPr>
                <a:stCxn id="1129" idx="6"/>
                <a:endCxn id="1132" idx="1"/>
              </p:cNvCxnSpPr>
              <p:nvPr/>
            </p:nvCxnSpPr>
            <p:spPr>
              <a:xfrm rot="10460586">
                <a:off x="937128" y="4728830"/>
                <a:ext cx="2389135" cy="2287850"/>
              </a:xfrm>
              <a:prstGeom prst="straightConnector1">
                <a:avLst/>
              </a:prstGeom>
              <a:noFill/>
              <a:ln cap="flat" cmpd="sng" w="9525">
                <a:solidFill>
                  <a:schemeClr val="dk2"/>
                </a:solidFill>
                <a:prstDash val="solid"/>
                <a:round/>
                <a:headEnd len="med" w="med" type="none"/>
                <a:tailEnd len="med" w="med" type="none"/>
              </a:ln>
            </p:spPr>
          </p:cxnSp>
          <p:sp>
            <p:nvSpPr>
              <p:cNvPr id="1145" name="Google Shape;1145;p19"/>
              <p:cNvSpPr/>
              <p:nvPr/>
            </p:nvSpPr>
            <p:spPr>
              <a:xfrm rot="-9414352">
                <a:off x="1960639" y="4664187"/>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46" name="Google Shape;1146;p19"/>
              <p:cNvCxnSpPr>
                <a:stCxn id="1132" idx="3"/>
                <a:endCxn id="1145" idx="7"/>
              </p:cNvCxnSpPr>
              <p:nvPr/>
            </p:nvCxnSpPr>
            <p:spPr>
              <a:xfrm rot="-339173">
                <a:off x="866711" y="4713112"/>
                <a:ext cx="1096432" cy="64807"/>
              </a:xfrm>
              <a:prstGeom prst="straightConnector1">
                <a:avLst/>
              </a:prstGeom>
              <a:noFill/>
              <a:ln cap="flat" cmpd="sng" w="9525">
                <a:solidFill>
                  <a:schemeClr val="dk2"/>
                </a:solidFill>
                <a:prstDash val="solid"/>
                <a:round/>
                <a:headEnd len="med" w="med" type="none"/>
                <a:tailEnd len="med" w="med" type="none"/>
              </a:ln>
            </p:spPr>
          </p:cxnSp>
          <p:cxnSp>
            <p:nvCxnSpPr>
              <p:cNvPr id="1147" name="Google Shape;1147;p19"/>
              <p:cNvCxnSpPr>
                <a:stCxn id="1145" idx="2"/>
                <a:endCxn id="1127" idx="6"/>
              </p:cNvCxnSpPr>
              <p:nvPr/>
            </p:nvCxnSpPr>
            <p:spPr>
              <a:xfrm rot="-339840">
                <a:off x="2056272" y="4676508"/>
                <a:ext cx="954460" cy="303884"/>
              </a:xfrm>
              <a:prstGeom prst="straightConnector1">
                <a:avLst/>
              </a:prstGeom>
              <a:noFill/>
              <a:ln cap="flat" cmpd="sng" w="9525">
                <a:solidFill>
                  <a:schemeClr val="dk2"/>
                </a:solidFill>
                <a:prstDash val="solid"/>
                <a:round/>
                <a:headEnd len="med" w="med" type="none"/>
                <a:tailEnd len="med" w="med" type="none"/>
              </a:ln>
            </p:spPr>
          </p:cxnSp>
          <p:cxnSp>
            <p:nvCxnSpPr>
              <p:cNvPr id="1148" name="Google Shape;1148;p19"/>
              <p:cNvCxnSpPr>
                <a:stCxn id="1145" idx="0"/>
                <a:endCxn id="1126" idx="4"/>
              </p:cNvCxnSpPr>
              <p:nvPr/>
            </p:nvCxnSpPr>
            <p:spPr>
              <a:xfrm flipH="1" rot="-340645">
                <a:off x="1841473" y="4754364"/>
                <a:ext cx="154659" cy="179972"/>
              </a:xfrm>
              <a:prstGeom prst="straightConnector1">
                <a:avLst/>
              </a:prstGeom>
              <a:noFill/>
              <a:ln cap="flat" cmpd="sng" w="9525">
                <a:solidFill>
                  <a:schemeClr val="dk2"/>
                </a:solidFill>
                <a:prstDash val="solid"/>
                <a:round/>
                <a:headEnd len="med" w="med" type="none"/>
                <a:tailEnd len="med" w="med" type="none"/>
              </a:ln>
            </p:spPr>
          </p:cxnSp>
          <p:cxnSp>
            <p:nvCxnSpPr>
              <p:cNvPr id="1149" name="Google Shape;1149;p19"/>
              <p:cNvCxnSpPr>
                <a:stCxn id="1145" idx="1"/>
                <a:endCxn id="1128" idx="5"/>
              </p:cNvCxnSpPr>
              <p:nvPr/>
            </p:nvCxnSpPr>
            <p:spPr>
              <a:xfrm rot="-339524">
                <a:off x="2084265" y="4703564"/>
                <a:ext cx="824518" cy="1343659"/>
              </a:xfrm>
              <a:prstGeom prst="straightConnector1">
                <a:avLst/>
              </a:prstGeom>
              <a:noFill/>
              <a:ln cap="flat" cmpd="sng" w="9525">
                <a:solidFill>
                  <a:schemeClr val="dk2"/>
                </a:solidFill>
                <a:prstDash val="solid"/>
                <a:round/>
                <a:headEnd len="med" w="med" type="none"/>
                <a:tailEnd len="med" w="med" type="none"/>
              </a:ln>
            </p:spPr>
          </p:cxnSp>
          <p:sp>
            <p:nvSpPr>
              <p:cNvPr id="1150" name="Google Shape;1150;p19"/>
              <p:cNvSpPr/>
              <p:nvPr/>
            </p:nvSpPr>
            <p:spPr>
              <a:xfrm rot="-9417549">
                <a:off x="3933996" y="4880048"/>
                <a:ext cx="128773" cy="12877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51" name="Google Shape;1151;p19"/>
              <p:cNvCxnSpPr>
                <a:stCxn id="1127" idx="2"/>
                <a:endCxn id="1150" idx="7"/>
              </p:cNvCxnSpPr>
              <p:nvPr/>
            </p:nvCxnSpPr>
            <p:spPr>
              <a:xfrm flipH="1" rot="10459800">
                <a:off x="3266347" y="5001756"/>
                <a:ext cx="674098" cy="1530"/>
              </a:xfrm>
              <a:prstGeom prst="straightConnector1">
                <a:avLst/>
              </a:prstGeom>
              <a:noFill/>
              <a:ln cap="flat" cmpd="sng" w="9525">
                <a:solidFill>
                  <a:schemeClr val="dk2"/>
                </a:solidFill>
                <a:prstDash val="solid"/>
                <a:round/>
                <a:headEnd len="med" w="med" type="none"/>
                <a:tailEnd len="med" w="med" type="none"/>
              </a:ln>
            </p:spPr>
          </p:cxnSp>
          <p:cxnSp>
            <p:nvCxnSpPr>
              <p:cNvPr id="1152" name="Google Shape;1152;p19"/>
              <p:cNvCxnSpPr>
                <a:stCxn id="1150" idx="3"/>
                <a:endCxn id="1125" idx="7"/>
              </p:cNvCxnSpPr>
              <p:nvPr/>
            </p:nvCxnSpPr>
            <p:spPr>
              <a:xfrm flipH="1" rot="10459592">
                <a:off x="4052806" y="4814404"/>
                <a:ext cx="506782" cy="81105"/>
              </a:xfrm>
              <a:prstGeom prst="straightConnector1">
                <a:avLst/>
              </a:prstGeom>
              <a:noFill/>
              <a:ln cap="flat" cmpd="sng" w="9525">
                <a:solidFill>
                  <a:schemeClr val="dk2"/>
                </a:solidFill>
                <a:prstDash val="solid"/>
                <a:round/>
                <a:headEnd len="med" w="med" type="none"/>
                <a:tailEnd len="med" w="med" type="none"/>
              </a:ln>
            </p:spPr>
          </p:cxnSp>
          <p:cxnSp>
            <p:nvCxnSpPr>
              <p:cNvPr id="1153" name="Google Shape;1153;p19"/>
              <p:cNvCxnSpPr>
                <a:stCxn id="1128" idx="4"/>
                <a:endCxn id="1150" idx="0"/>
              </p:cNvCxnSpPr>
              <p:nvPr/>
            </p:nvCxnSpPr>
            <p:spPr>
              <a:xfrm flipH="1" rot="10460266">
                <a:off x="2959037" y="5053792"/>
                <a:ext cx="1061178" cy="899594"/>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154" name="Shape 1154"/>
        <p:cNvGrpSpPr/>
        <p:nvPr/>
      </p:nvGrpSpPr>
      <p:grpSpPr>
        <a:xfrm>
          <a:off x="0" y="0"/>
          <a:ext cx="0" cy="0"/>
          <a:chOff x="0" y="0"/>
          <a:chExt cx="0" cy="0"/>
        </a:xfrm>
      </p:grpSpPr>
      <p:sp>
        <p:nvSpPr>
          <p:cNvPr id="1155" name="Google Shape;1155;p20"/>
          <p:cNvSpPr txBox="1"/>
          <p:nvPr>
            <p:ph type="title"/>
          </p:nvPr>
        </p:nvSpPr>
        <p:spPr>
          <a:xfrm>
            <a:off x="720000" y="44445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56" name="Google Shape;1156;p20"/>
          <p:cNvSpPr txBox="1"/>
          <p:nvPr>
            <p:ph idx="1" type="subTitle"/>
          </p:nvPr>
        </p:nvSpPr>
        <p:spPr>
          <a:xfrm>
            <a:off x="720000" y="1741417"/>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7" name="Google Shape;1157;p20"/>
          <p:cNvSpPr txBox="1"/>
          <p:nvPr>
            <p:ph idx="2" type="subTitle"/>
          </p:nvPr>
        </p:nvSpPr>
        <p:spPr>
          <a:xfrm>
            <a:off x="3378225" y="1741417"/>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8" name="Google Shape;1158;p20"/>
          <p:cNvSpPr txBox="1"/>
          <p:nvPr>
            <p:ph idx="3" type="subTitle"/>
          </p:nvPr>
        </p:nvSpPr>
        <p:spPr>
          <a:xfrm>
            <a:off x="720000" y="3565400"/>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9" name="Google Shape;1159;p20"/>
          <p:cNvSpPr txBox="1"/>
          <p:nvPr>
            <p:ph idx="4" type="subTitle"/>
          </p:nvPr>
        </p:nvSpPr>
        <p:spPr>
          <a:xfrm>
            <a:off x="3378225" y="3565400"/>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0" name="Google Shape;1160;p20"/>
          <p:cNvSpPr txBox="1"/>
          <p:nvPr>
            <p:ph idx="5" type="subTitle"/>
          </p:nvPr>
        </p:nvSpPr>
        <p:spPr>
          <a:xfrm>
            <a:off x="6036450" y="1741417"/>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1" name="Google Shape;1161;p20"/>
          <p:cNvSpPr txBox="1"/>
          <p:nvPr>
            <p:ph idx="6" type="subTitle"/>
          </p:nvPr>
        </p:nvSpPr>
        <p:spPr>
          <a:xfrm>
            <a:off x="6036450" y="3565400"/>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2" name="Google Shape;1162;p20"/>
          <p:cNvSpPr txBox="1"/>
          <p:nvPr>
            <p:ph idx="7" type="subTitle"/>
          </p:nvPr>
        </p:nvSpPr>
        <p:spPr>
          <a:xfrm>
            <a:off x="721075" y="1083767"/>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3" name="Google Shape;1163;p20"/>
          <p:cNvSpPr txBox="1"/>
          <p:nvPr>
            <p:ph idx="8" type="subTitle"/>
          </p:nvPr>
        </p:nvSpPr>
        <p:spPr>
          <a:xfrm>
            <a:off x="3379300" y="1083767"/>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4" name="Google Shape;1164;p20"/>
          <p:cNvSpPr txBox="1"/>
          <p:nvPr>
            <p:ph idx="9" type="subTitle"/>
          </p:nvPr>
        </p:nvSpPr>
        <p:spPr>
          <a:xfrm>
            <a:off x="6037525" y="1083767"/>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5" name="Google Shape;1165;p20"/>
          <p:cNvSpPr txBox="1"/>
          <p:nvPr>
            <p:ph idx="13" type="subTitle"/>
          </p:nvPr>
        </p:nvSpPr>
        <p:spPr>
          <a:xfrm>
            <a:off x="721075" y="2907850"/>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6" name="Google Shape;1166;p20"/>
          <p:cNvSpPr txBox="1"/>
          <p:nvPr>
            <p:ph idx="14" type="subTitle"/>
          </p:nvPr>
        </p:nvSpPr>
        <p:spPr>
          <a:xfrm>
            <a:off x="3379300" y="2907850"/>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7" name="Google Shape;1167;p20"/>
          <p:cNvSpPr txBox="1"/>
          <p:nvPr>
            <p:ph idx="15" type="subTitle"/>
          </p:nvPr>
        </p:nvSpPr>
        <p:spPr>
          <a:xfrm>
            <a:off x="6037525" y="2907850"/>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168" name="Google Shape;1168;p20"/>
          <p:cNvGrpSpPr/>
          <p:nvPr/>
        </p:nvGrpSpPr>
        <p:grpSpPr>
          <a:xfrm>
            <a:off x="-204864" y="-2449186"/>
            <a:ext cx="10500633" cy="8002629"/>
            <a:chOff x="-204864" y="-2449186"/>
            <a:chExt cx="10500633" cy="8002629"/>
          </a:xfrm>
        </p:grpSpPr>
        <p:grpSp>
          <p:nvGrpSpPr>
            <p:cNvPr id="1169" name="Google Shape;1169;p20"/>
            <p:cNvGrpSpPr/>
            <p:nvPr/>
          </p:nvGrpSpPr>
          <p:grpSpPr>
            <a:xfrm flipH="1" rot="10800000">
              <a:off x="-204864" y="-2449186"/>
              <a:ext cx="3687215" cy="3485542"/>
              <a:chOff x="80886" y="4084964"/>
              <a:chExt cx="3687215" cy="3485542"/>
            </a:xfrm>
          </p:grpSpPr>
          <p:sp>
            <p:nvSpPr>
              <p:cNvPr id="1170" name="Google Shape;1170;p20"/>
              <p:cNvSpPr/>
              <p:nvPr/>
            </p:nvSpPr>
            <p:spPr>
              <a:xfrm rot="-1101027">
                <a:off x="720342" y="7424885"/>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1" name="Google Shape;1171;p20"/>
              <p:cNvSpPr/>
              <p:nvPr/>
            </p:nvSpPr>
            <p:spPr>
              <a:xfrm rot="-1100132">
                <a:off x="2615973" y="5125770"/>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2" name="Google Shape;1172;p20"/>
              <p:cNvSpPr/>
              <p:nvPr/>
            </p:nvSpPr>
            <p:spPr>
              <a:xfrm rot="-1104870">
                <a:off x="1609040" y="6221539"/>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3" name="Google Shape;1173;p20"/>
              <p:cNvSpPr/>
              <p:nvPr/>
            </p:nvSpPr>
            <p:spPr>
              <a:xfrm rot="-1091019">
                <a:off x="1005158" y="526072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4" name="Google Shape;1174;p20"/>
              <p:cNvSpPr/>
              <p:nvPr/>
            </p:nvSpPr>
            <p:spPr>
              <a:xfrm rot="-1100623">
                <a:off x="96609" y="4792852"/>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5" name="Google Shape;1175;p20"/>
              <p:cNvSpPr/>
              <p:nvPr/>
            </p:nvSpPr>
            <p:spPr>
              <a:xfrm rot="1492351">
                <a:off x="1849708" y="4917709"/>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6" name="Google Shape;1176;p20"/>
              <p:cNvSpPr/>
              <p:nvPr/>
            </p:nvSpPr>
            <p:spPr>
              <a:xfrm rot="-1091019">
                <a:off x="1409399" y="693391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7" name="Google Shape;1177;p20"/>
              <p:cNvSpPr/>
              <p:nvPr/>
            </p:nvSpPr>
            <p:spPr>
              <a:xfrm rot="-1101100">
                <a:off x="3620332" y="4787157"/>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78" name="Google Shape;1178;p20"/>
              <p:cNvCxnSpPr>
                <a:stCxn id="1174" idx="5"/>
                <a:endCxn id="1173" idx="1"/>
              </p:cNvCxnSpPr>
              <p:nvPr/>
            </p:nvCxnSpPr>
            <p:spPr>
              <a:xfrm>
                <a:off x="209432" y="4879158"/>
                <a:ext cx="800400" cy="405300"/>
              </a:xfrm>
              <a:prstGeom prst="straightConnector1">
                <a:avLst/>
              </a:prstGeom>
              <a:noFill/>
              <a:ln cap="flat" cmpd="sng" w="9525">
                <a:solidFill>
                  <a:schemeClr val="dk2"/>
                </a:solidFill>
                <a:prstDash val="solid"/>
                <a:round/>
                <a:headEnd len="med" w="med" type="none"/>
                <a:tailEnd len="med" w="med" type="none"/>
              </a:ln>
            </p:spPr>
          </p:cxnSp>
          <p:cxnSp>
            <p:nvCxnSpPr>
              <p:cNvPr id="1179" name="Google Shape;1179;p20"/>
              <p:cNvCxnSpPr>
                <a:stCxn id="1175" idx="4"/>
                <a:endCxn id="1173" idx="6"/>
              </p:cNvCxnSpPr>
              <p:nvPr/>
            </p:nvCxnSpPr>
            <p:spPr>
              <a:xfrm flipH="1">
                <a:off x="1089610" y="500001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1180" name="Google Shape;1180;p20"/>
              <p:cNvCxnSpPr>
                <a:stCxn id="1170" idx="0"/>
                <a:endCxn id="1174" idx="4"/>
              </p:cNvCxnSpPr>
              <p:nvPr/>
            </p:nvCxnSpPr>
            <p:spPr>
              <a:xfrm rot="10800000">
                <a:off x="174913" y="4909056"/>
                <a:ext cx="589500" cy="2519100"/>
              </a:xfrm>
              <a:prstGeom prst="straightConnector1">
                <a:avLst/>
              </a:prstGeom>
              <a:noFill/>
              <a:ln cap="flat" cmpd="sng" w="9525">
                <a:solidFill>
                  <a:schemeClr val="dk2"/>
                </a:solidFill>
                <a:prstDash val="solid"/>
                <a:round/>
                <a:headEnd len="med" w="med" type="none"/>
                <a:tailEnd len="med" w="med" type="none"/>
              </a:ln>
            </p:spPr>
          </p:cxnSp>
          <p:cxnSp>
            <p:nvCxnSpPr>
              <p:cNvPr id="1181" name="Google Shape;1181;p20"/>
              <p:cNvCxnSpPr>
                <a:stCxn id="1174" idx="6"/>
                <a:endCxn id="1175" idx="2"/>
              </p:cNvCxnSpPr>
              <p:nvPr/>
            </p:nvCxnSpPr>
            <p:spPr>
              <a:xfrm>
                <a:off x="212736" y="4833679"/>
                <a:ext cx="1641000" cy="108900"/>
              </a:xfrm>
              <a:prstGeom prst="straightConnector1">
                <a:avLst/>
              </a:prstGeom>
              <a:noFill/>
              <a:ln cap="flat" cmpd="sng" w="9525">
                <a:solidFill>
                  <a:schemeClr val="dk2"/>
                </a:solidFill>
                <a:prstDash val="solid"/>
                <a:round/>
                <a:headEnd len="med" w="med" type="none"/>
                <a:tailEnd len="med" w="med" type="none"/>
              </a:ln>
            </p:spPr>
          </p:cxnSp>
          <p:cxnSp>
            <p:nvCxnSpPr>
              <p:cNvPr id="1182" name="Google Shape;1182;p20"/>
              <p:cNvCxnSpPr>
                <a:stCxn id="1175" idx="6"/>
                <a:endCxn id="1171" idx="1"/>
              </p:cNvCxnSpPr>
              <p:nvPr/>
            </p:nvCxnSpPr>
            <p:spPr>
              <a:xfrm>
                <a:off x="1932010" y="4979012"/>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1183" name="Google Shape;1183;p20"/>
              <p:cNvCxnSpPr>
                <a:stCxn id="1173" idx="6"/>
                <a:endCxn id="1171" idx="1"/>
              </p:cNvCxnSpPr>
              <p:nvPr/>
            </p:nvCxnSpPr>
            <p:spPr>
              <a:xfrm flipH="1" rot="10800000">
                <a:off x="1089518" y="5171086"/>
                <a:ext cx="1535100" cy="119400"/>
              </a:xfrm>
              <a:prstGeom prst="straightConnector1">
                <a:avLst/>
              </a:prstGeom>
              <a:noFill/>
              <a:ln cap="flat" cmpd="sng" w="9525">
                <a:solidFill>
                  <a:srgbClr val="434343"/>
                </a:solidFill>
                <a:prstDash val="solid"/>
                <a:round/>
                <a:headEnd len="med" w="med" type="none"/>
                <a:tailEnd len="med" w="med" type="none"/>
              </a:ln>
            </p:spPr>
          </p:cxnSp>
          <p:cxnSp>
            <p:nvCxnSpPr>
              <p:cNvPr id="1184" name="Google Shape;1184;p20"/>
              <p:cNvCxnSpPr>
                <a:stCxn id="1170" idx="6"/>
                <a:endCxn id="1176" idx="3"/>
              </p:cNvCxnSpPr>
              <p:nvPr/>
            </p:nvCxnSpPr>
            <p:spPr>
              <a:xfrm flipH="1" rot="10800000">
                <a:off x="845713" y="701565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1185" name="Google Shape;1185;p20"/>
              <p:cNvCxnSpPr>
                <a:stCxn id="1170" idx="7"/>
                <a:endCxn id="1173" idx="4"/>
              </p:cNvCxnSpPr>
              <p:nvPr/>
            </p:nvCxnSpPr>
            <p:spPr>
              <a:xfrm flipH="1" rot="10800000">
                <a:off x="813513" y="534521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1186" name="Google Shape;1186;p20"/>
              <p:cNvCxnSpPr>
                <a:stCxn id="1176" idx="7"/>
                <a:endCxn id="1172" idx="3"/>
              </p:cNvCxnSpPr>
              <p:nvPr/>
            </p:nvCxnSpPr>
            <p:spPr>
              <a:xfrm flipH="1" rot="10800000">
                <a:off x="1472176" y="647326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1187" name="Google Shape;1187;p20"/>
              <p:cNvCxnSpPr>
                <a:stCxn id="1172" idx="0"/>
                <a:endCxn id="1173" idx="4"/>
              </p:cNvCxnSpPr>
              <p:nvPr/>
            </p:nvCxnSpPr>
            <p:spPr>
              <a:xfrm rot="10800000">
                <a:off x="1061898" y="534514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1188" name="Google Shape;1188;p20"/>
              <p:cNvCxnSpPr>
                <a:stCxn id="1177" idx="2"/>
                <a:endCxn id="1171" idx="6"/>
              </p:cNvCxnSpPr>
              <p:nvPr/>
            </p:nvCxnSpPr>
            <p:spPr>
              <a:xfrm flipH="1">
                <a:off x="2775852" y="4872976"/>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1189" name="Google Shape;1189;p20"/>
              <p:cNvCxnSpPr>
                <a:stCxn id="1175" idx="7"/>
                <a:endCxn id="1177" idx="1"/>
              </p:cNvCxnSpPr>
              <p:nvPr/>
            </p:nvCxnSpPr>
            <p:spPr>
              <a:xfrm flipH="1" rot="10800000">
                <a:off x="1933378" y="4823012"/>
                <a:ext cx="1693800" cy="123000"/>
              </a:xfrm>
              <a:prstGeom prst="straightConnector1">
                <a:avLst/>
              </a:prstGeom>
              <a:noFill/>
              <a:ln cap="flat" cmpd="sng" w="9525">
                <a:solidFill>
                  <a:schemeClr val="dk2"/>
                </a:solidFill>
                <a:prstDash val="solid"/>
                <a:round/>
                <a:headEnd len="med" w="med" type="none"/>
                <a:tailEnd len="med" w="med" type="none"/>
              </a:ln>
            </p:spPr>
          </p:cxnSp>
          <p:sp>
            <p:nvSpPr>
              <p:cNvPr id="1190" name="Google Shape;1190;p20"/>
              <p:cNvSpPr/>
              <p:nvPr/>
            </p:nvSpPr>
            <p:spPr>
              <a:xfrm rot="-1091019">
                <a:off x="2738925" y="5764844"/>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91" name="Google Shape;1191;p20"/>
              <p:cNvCxnSpPr>
                <a:stCxn id="1177" idx="3"/>
                <a:endCxn id="1190" idx="6"/>
              </p:cNvCxnSpPr>
              <p:nvPr/>
            </p:nvCxnSpPr>
            <p:spPr>
              <a:xfrm flipH="1">
                <a:off x="2823227" y="491076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1192" name="Google Shape;1192;p20"/>
              <p:cNvCxnSpPr>
                <a:stCxn id="1190" idx="2"/>
                <a:endCxn id="1172" idx="6"/>
              </p:cNvCxnSpPr>
              <p:nvPr/>
            </p:nvCxnSpPr>
            <p:spPr>
              <a:xfrm flipH="1">
                <a:off x="1868085" y="582160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1193" name="Google Shape;1193;p20"/>
              <p:cNvCxnSpPr>
                <a:stCxn id="1190" idx="0"/>
                <a:endCxn id="1171" idx="4"/>
              </p:cNvCxnSpPr>
              <p:nvPr/>
            </p:nvCxnSpPr>
            <p:spPr>
              <a:xfrm rot="10800000">
                <a:off x="2723685" y="528550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1194" name="Google Shape;1194;p20"/>
              <p:cNvCxnSpPr>
                <a:stCxn id="1190" idx="1"/>
                <a:endCxn id="1173" idx="5"/>
              </p:cNvCxnSpPr>
              <p:nvPr/>
            </p:nvCxnSpPr>
            <p:spPr>
              <a:xfrm rot="10800000">
                <a:off x="1086977" y="532358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1195" name="Google Shape;1195;p20"/>
              <p:cNvSpPr/>
              <p:nvPr/>
            </p:nvSpPr>
            <p:spPr>
              <a:xfrm rot="-1101027">
                <a:off x="1064264" y="6883862"/>
                <a:ext cx="128642" cy="12864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96" name="Google Shape;1196;p20"/>
              <p:cNvCxnSpPr>
                <a:stCxn id="1172" idx="2"/>
                <a:endCxn id="1195" idx="7"/>
              </p:cNvCxnSpPr>
              <p:nvPr/>
            </p:nvCxnSpPr>
            <p:spPr>
              <a:xfrm flipH="1">
                <a:off x="1157448" y="639649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1197" name="Google Shape;1197;p20"/>
              <p:cNvCxnSpPr>
                <a:stCxn id="1195" idx="3"/>
                <a:endCxn id="1170" idx="7"/>
              </p:cNvCxnSpPr>
              <p:nvPr/>
            </p:nvCxnSpPr>
            <p:spPr>
              <a:xfrm flipH="1">
                <a:off x="813535" y="700567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1198" name="Google Shape;1198;p20"/>
              <p:cNvCxnSpPr>
                <a:stCxn id="1173" idx="4"/>
                <a:endCxn id="1195" idx="0"/>
              </p:cNvCxnSpPr>
              <p:nvPr/>
            </p:nvCxnSpPr>
            <p:spPr>
              <a:xfrm>
                <a:off x="1061918" y="5345086"/>
                <a:ext cx="46500" cy="1542000"/>
              </a:xfrm>
              <a:prstGeom prst="straightConnector1">
                <a:avLst/>
              </a:prstGeom>
              <a:noFill/>
              <a:ln cap="flat" cmpd="sng" w="9525">
                <a:solidFill>
                  <a:schemeClr val="dk2"/>
                </a:solidFill>
                <a:prstDash val="solid"/>
                <a:round/>
                <a:headEnd len="med" w="med" type="none"/>
                <a:tailEnd len="med" w="med" type="none"/>
              </a:ln>
            </p:spPr>
          </p:cxnSp>
          <p:sp>
            <p:nvSpPr>
              <p:cNvPr id="1199" name="Google Shape;1199;p20"/>
              <p:cNvSpPr/>
              <p:nvPr/>
            </p:nvSpPr>
            <p:spPr>
              <a:xfrm rot="-1099262">
                <a:off x="127866" y="4116417"/>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00" name="Google Shape;1200;p20"/>
              <p:cNvCxnSpPr>
                <a:stCxn id="1173" idx="0"/>
                <a:endCxn id="1199" idx="5"/>
              </p:cNvCxnSpPr>
              <p:nvPr/>
            </p:nvCxnSpPr>
            <p:spPr>
              <a:xfrm rot="10800000">
                <a:off x="353618" y="4289386"/>
                <a:ext cx="681300" cy="973500"/>
              </a:xfrm>
              <a:prstGeom prst="straightConnector1">
                <a:avLst/>
              </a:prstGeom>
              <a:noFill/>
              <a:ln cap="flat" cmpd="sng" w="9525">
                <a:solidFill>
                  <a:schemeClr val="dk2"/>
                </a:solidFill>
                <a:prstDash val="solid"/>
                <a:round/>
                <a:headEnd len="med" w="med" type="none"/>
                <a:tailEnd len="med" w="med" type="none"/>
              </a:ln>
            </p:spPr>
          </p:cxnSp>
          <p:cxnSp>
            <p:nvCxnSpPr>
              <p:cNvPr id="1201" name="Google Shape;1201;p20"/>
              <p:cNvCxnSpPr>
                <a:stCxn id="1199" idx="3"/>
                <a:endCxn id="1174" idx="7"/>
              </p:cNvCxnSpPr>
              <p:nvPr/>
            </p:nvCxnSpPr>
            <p:spPr>
              <a:xfrm flipH="1">
                <a:off x="182800" y="4342310"/>
                <a:ext cx="10800" cy="456900"/>
              </a:xfrm>
              <a:prstGeom prst="straightConnector1">
                <a:avLst/>
              </a:prstGeom>
              <a:noFill/>
              <a:ln cap="flat" cmpd="sng" w="9525">
                <a:solidFill>
                  <a:schemeClr val="dk2"/>
                </a:solidFill>
                <a:prstDash val="solid"/>
                <a:round/>
                <a:headEnd len="med" w="med" type="none"/>
                <a:tailEnd len="med" w="med" type="none"/>
              </a:ln>
            </p:spPr>
          </p:cxnSp>
        </p:grpSp>
        <p:grpSp>
          <p:nvGrpSpPr>
            <p:cNvPr id="1202" name="Google Shape;1202;p20"/>
            <p:cNvGrpSpPr/>
            <p:nvPr/>
          </p:nvGrpSpPr>
          <p:grpSpPr>
            <a:xfrm rot="-421830">
              <a:off x="8598623" y="3360541"/>
              <a:ext cx="1574274" cy="2104471"/>
              <a:chOff x="9029676" y="1522075"/>
              <a:chExt cx="1574244" cy="2104431"/>
            </a:xfrm>
          </p:grpSpPr>
          <p:sp>
            <p:nvSpPr>
              <p:cNvPr id="1203" name="Google Shape;1203;p20"/>
              <p:cNvSpPr/>
              <p:nvPr/>
            </p:nvSpPr>
            <p:spPr>
              <a:xfrm rot="-7641847">
                <a:off x="10370037" y="3392622"/>
                <a:ext cx="194767" cy="19476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4" name="Google Shape;1204;p20"/>
              <p:cNvSpPr/>
              <p:nvPr/>
            </p:nvSpPr>
            <p:spPr>
              <a:xfrm rot="-7638918">
                <a:off x="9590149" y="1602649"/>
                <a:ext cx="401352" cy="401352"/>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5" name="Google Shape;1205;p20"/>
              <p:cNvSpPr/>
              <p:nvPr/>
            </p:nvSpPr>
            <p:spPr>
              <a:xfrm rot="-7645431">
                <a:off x="9064532" y="1872415"/>
                <a:ext cx="130326" cy="13032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6" name="Google Shape;1206;p20"/>
              <p:cNvSpPr/>
              <p:nvPr/>
            </p:nvSpPr>
            <p:spPr>
              <a:xfrm rot="-7642235">
                <a:off x="9124887" y="2772190"/>
                <a:ext cx="254050" cy="25405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7" name="Google Shape;1207;p20"/>
              <p:cNvSpPr/>
              <p:nvPr/>
            </p:nvSpPr>
            <p:spPr>
              <a:xfrm rot="-8032821">
                <a:off x="10277840" y="2872634"/>
                <a:ext cx="130274" cy="13027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08" name="Google Shape;1208;p20"/>
              <p:cNvCxnSpPr>
                <a:stCxn id="1206" idx="5"/>
                <a:endCxn id="1205" idx="1"/>
              </p:cNvCxnSpPr>
              <p:nvPr/>
            </p:nvCxnSpPr>
            <p:spPr>
              <a:xfrm rot="-10379402">
                <a:off x="9074526" y="2014202"/>
                <a:ext cx="240901" cy="747223"/>
              </a:xfrm>
              <a:prstGeom prst="straightConnector1">
                <a:avLst/>
              </a:prstGeom>
              <a:noFill/>
              <a:ln cap="flat" cmpd="sng" w="9525">
                <a:solidFill>
                  <a:schemeClr val="dk2"/>
                </a:solidFill>
                <a:prstDash val="solid"/>
                <a:round/>
                <a:headEnd len="med" w="med" type="none"/>
                <a:tailEnd len="med" w="med" type="none"/>
              </a:ln>
            </p:spPr>
          </p:cxnSp>
          <p:cxnSp>
            <p:nvCxnSpPr>
              <p:cNvPr id="1209" name="Google Shape;1209;p20"/>
              <p:cNvCxnSpPr>
                <a:stCxn id="1203" idx="6"/>
                <a:endCxn id="1206" idx="3"/>
              </p:cNvCxnSpPr>
              <p:nvPr/>
            </p:nvCxnSpPr>
            <p:spPr>
              <a:xfrm rot="-10378283">
                <a:off x="9351249" y="2981020"/>
                <a:ext cx="1083643" cy="366672"/>
              </a:xfrm>
              <a:prstGeom prst="straightConnector1">
                <a:avLst/>
              </a:prstGeom>
              <a:noFill/>
              <a:ln cap="flat" cmpd="sng" w="9525">
                <a:solidFill>
                  <a:schemeClr val="dk2"/>
                </a:solidFill>
                <a:prstDash val="solid"/>
                <a:round/>
                <a:headEnd len="med" w="med" type="none"/>
                <a:tailEnd len="med" w="med" type="none"/>
              </a:ln>
            </p:spPr>
          </p:cxnSp>
          <p:cxnSp>
            <p:nvCxnSpPr>
              <p:cNvPr id="1210" name="Google Shape;1210;p20"/>
              <p:cNvCxnSpPr>
                <a:stCxn id="1203" idx="6"/>
                <a:endCxn id="1207" idx="1"/>
              </p:cNvCxnSpPr>
              <p:nvPr/>
            </p:nvCxnSpPr>
            <p:spPr>
              <a:xfrm rot="-10382393">
                <a:off x="10316842" y="3008650"/>
                <a:ext cx="116357" cy="398412"/>
              </a:xfrm>
              <a:prstGeom prst="straightConnector1">
                <a:avLst/>
              </a:prstGeom>
              <a:noFill/>
              <a:ln cap="flat" cmpd="sng" w="9525">
                <a:solidFill>
                  <a:schemeClr val="dk2"/>
                </a:solidFill>
                <a:prstDash val="solid"/>
                <a:round/>
                <a:headEnd len="med" w="med" type="none"/>
                <a:tailEnd len="med" w="med" type="none"/>
              </a:ln>
            </p:spPr>
          </p:cxnSp>
          <p:cxnSp>
            <p:nvCxnSpPr>
              <p:cNvPr id="1211" name="Google Shape;1211;p20"/>
              <p:cNvCxnSpPr>
                <a:stCxn id="1207" idx="6"/>
                <a:endCxn id="1205" idx="2"/>
              </p:cNvCxnSpPr>
              <p:nvPr/>
            </p:nvCxnSpPr>
            <p:spPr>
              <a:xfrm rot="-10378114">
                <a:off x="9118550" y="2061771"/>
                <a:ext cx="1230253" cy="756600"/>
              </a:xfrm>
              <a:prstGeom prst="straightConnector1">
                <a:avLst/>
              </a:prstGeom>
              <a:noFill/>
              <a:ln cap="flat" cmpd="sng" w="9525">
                <a:solidFill>
                  <a:schemeClr val="dk2"/>
                </a:solidFill>
                <a:prstDash val="solid"/>
                <a:round/>
                <a:headEnd len="med" w="med" type="none"/>
                <a:tailEnd len="med" w="med" type="none"/>
              </a:ln>
            </p:spPr>
          </p:cxnSp>
          <p:cxnSp>
            <p:nvCxnSpPr>
              <p:cNvPr id="1212" name="Google Shape;1212;p20"/>
              <p:cNvCxnSpPr>
                <a:stCxn id="1207" idx="6"/>
                <a:endCxn id="1204" idx="2"/>
              </p:cNvCxnSpPr>
              <p:nvPr/>
            </p:nvCxnSpPr>
            <p:spPr>
              <a:xfrm rot="-10378946">
                <a:off x="9857069" y="1989946"/>
                <a:ext cx="496016" cy="873851"/>
              </a:xfrm>
              <a:prstGeom prst="straightConnector1">
                <a:avLst/>
              </a:prstGeom>
              <a:noFill/>
              <a:ln cap="flat" cmpd="sng" w="9525">
                <a:solidFill>
                  <a:schemeClr val="dk2"/>
                </a:solidFill>
                <a:prstDash val="solid"/>
                <a:round/>
                <a:headEnd len="med" w="med" type="none"/>
                <a:tailEnd len="med" w="med" type="none"/>
              </a:ln>
            </p:spPr>
          </p:cxnSp>
          <p:cxnSp>
            <p:nvCxnSpPr>
              <p:cNvPr id="1213" name="Google Shape;1213;p20"/>
              <p:cNvCxnSpPr>
                <a:stCxn id="1206" idx="4"/>
                <a:endCxn id="1204" idx="1"/>
              </p:cNvCxnSpPr>
              <p:nvPr/>
            </p:nvCxnSpPr>
            <p:spPr>
              <a:xfrm flipH="1" rot="-10376656">
                <a:off x="9404647" y="1980058"/>
                <a:ext cx="307730" cy="864213"/>
              </a:xfrm>
              <a:prstGeom prst="straightConnector1">
                <a:avLst/>
              </a:prstGeom>
              <a:noFill/>
              <a:ln cap="flat" cmpd="sng" w="9525">
                <a:solidFill>
                  <a:schemeClr val="dk2"/>
                </a:solidFill>
                <a:prstDash val="solid"/>
                <a:round/>
                <a:headEnd len="med" w="med" type="none"/>
                <a:tailEnd len="med" w="med" type="none"/>
              </a:ln>
            </p:spPr>
          </p:cxnSp>
          <p:cxnSp>
            <p:nvCxnSpPr>
              <p:cNvPr id="1214" name="Google Shape;1214;p20"/>
              <p:cNvCxnSpPr>
                <a:stCxn id="1204" idx="7"/>
                <a:endCxn id="1205" idx="4"/>
              </p:cNvCxnSpPr>
              <p:nvPr/>
            </p:nvCxnSpPr>
            <p:spPr>
              <a:xfrm flipH="1" rot="421311">
                <a:off x="9190279" y="1751843"/>
                <a:ext cx="392645" cy="170796"/>
              </a:xfrm>
              <a:prstGeom prst="straightConnector1">
                <a:avLst/>
              </a:prstGeom>
              <a:noFill/>
              <a:ln cap="flat" cmpd="sng" w="9525">
                <a:solidFill>
                  <a:schemeClr val="dk2"/>
                </a:solidFill>
                <a:prstDash val="solid"/>
                <a:round/>
                <a:headEnd len="med" w="med" type="none"/>
                <a:tailEnd len="med" w="med" type="none"/>
              </a:ln>
            </p:spPr>
          </p:cxnSp>
        </p:grpSp>
      </p:grpSp>
      <p:grpSp>
        <p:nvGrpSpPr>
          <p:cNvPr id="1215" name="Google Shape;1215;p20"/>
          <p:cNvGrpSpPr/>
          <p:nvPr/>
        </p:nvGrpSpPr>
        <p:grpSpPr>
          <a:xfrm>
            <a:off x="1055213" y="2247839"/>
            <a:ext cx="7966392" cy="2919030"/>
            <a:chOff x="1055213" y="2247839"/>
            <a:chExt cx="7966392" cy="2919030"/>
          </a:xfrm>
        </p:grpSpPr>
        <p:grpSp>
          <p:nvGrpSpPr>
            <p:cNvPr id="1216" name="Google Shape;1216;p20"/>
            <p:cNvGrpSpPr/>
            <p:nvPr/>
          </p:nvGrpSpPr>
          <p:grpSpPr>
            <a:xfrm rot="6922716">
              <a:off x="8564424" y="2352598"/>
              <a:ext cx="435969" cy="322677"/>
              <a:chOff x="8529533" y="681525"/>
              <a:chExt cx="435967" cy="322675"/>
            </a:xfrm>
          </p:grpSpPr>
          <p:sp>
            <p:nvSpPr>
              <p:cNvPr id="1217" name="Google Shape;1217;p20"/>
              <p:cNvSpPr/>
              <p:nvPr/>
            </p:nvSpPr>
            <p:spPr>
              <a:xfrm rot="10800000">
                <a:off x="8529533" y="886943"/>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18" name="Google Shape;1218;p20"/>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19" name="Google Shape;1219;p20"/>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220" name="Google Shape;1220;p20"/>
            <p:cNvGrpSpPr/>
            <p:nvPr/>
          </p:nvGrpSpPr>
          <p:grpSpPr>
            <a:xfrm rot="-4339891">
              <a:off x="1182221" y="4606017"/>
              <a:ext cx="406263" cy="563558"/>
              <a:chOff x="-4893474" y="4104039"/>
              <a:chExt cx="406275" cy="563575"/>
            </a:xfrm>
          </p:grpSpPr>
          <p:sp>
            <p:nvSpPr>
              <p:cNvPr id="1221" name="Google Shape;1221;p20"/>
              <p:cNvSpPr/>
              <p:nvPr/>
            </p:nvSpPr>
            <p:spPr>
              <a:xfrm rot="10800000">
                <a:off x="-4893474" y="4104039"/>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2" name="Google Shape;1222;p20"/>
              <p:cNvSpPr/>
              <p:nvPr/>
            </p:nvSpPr>
            <p:spPr>
              <a:xfrm rot="10800000">
                <a:off x="-4735299" y="4421139"/>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3" name="Google Shape;1223;p20"/>
              <p:cNvSpPr/>
              <p:nvPr/>
            </p:nvSpPr>
            <p:spPr>
              <a:xfrm rot="10800000">
                <a:off x="-4538499" y="4616314"/>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4" name="Google Shape;1224;p20"/>
              <p:cNvSpPr/>
              <p:nvPr/>
            </p:nvSpPr>
            <p:spPr>
              <a:xfrm rot="10800000">
                <a:off x="-4868574" y="4421139"/>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225" name="Shape 1225"/>
        <p:cNvGrpSpPr/>
        <p:nvPr/>
      </p:nvGrpSpPr>
      <p:grpSpPr>
        <a:xfrm>
          <a:off x="0" y="0"/>
          <a:ext cx="0" cy="0"/>
          <a:chOff x="0" y="0"/>
          <a:chExt cx="0" cy="0"/>
        </a:xfrm>
      </p:grpSpPr>
      <p:sp>
        <p:nvSpPr>
          <p:cNvPr id="1226" name="Google Shape;1226;p21"/>
          <p:cNvSpPr txBox="1"/>
          <p:nvPr>
            <p:ph type="title"/>
          </p:nvPr>
        </p:nvSpPr>
        <p:spPr>
          <a:xfrm>
            <a:off x="2347938" y="564625"/>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27" name="Google Shape;1227;p21"/>
          <p:cNvSpPr txBox="1"/>
          <p:nvPr>
            <p:ph idx="1" type="subTitle"/>
          </p:nvPr>
        </p:nvSpPr>
        <p:spPr>
          <a:xfrm>
            <a:off x="2347900" y="1652350"/>
            <a:ext cx="4448100" cy="1058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8" name="Google Shape;1228;p21"/>
          <p:cNvSpPr txBox="1"/>
          <p:nvPr/>
        </p:nvSpPr>
        <p:spPr>
          <a:xfrm>
            <a:off x="2741050" y="3413130"/>
            <a:ext cx="3661800" cy="7890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Mulish"/>
                <a:ea typeface="Mulish"/>
                <a:cs typeface="Mulish"/>
                <a:sym typeface="Mulish"/>
              </a:rPr>
              <a:t>CREDITS:</a:t>
            </a:r>
            <a:r>
              <a:rPr lang="en" sz="1200">
                <a:solidFill>
                  <a:schemeClr val="dk1"/>
                </a:solidFill>
                <a:latin typeface="Mulish"/>
                <a:ea typeface="Mulish"/>
                <a:cs typeface="Mulish"/>
                <a:sym typeface="Mulish"/>
              </a:rPr>
              <a:t>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lang="en" sz="1200">
                <a:solidFill>
                  <a:schemeClr val="dk1"/>
                </a:solidFill>
                <a:latin typeface="Mulish"/>
                <a:ea typeface="Mulish"/>
                <a:cs typeface="Mulish"/>
                <a:sym typeface="Mulish"/>
              </a:rPr>
              <a:t>, and includes icons by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grpSp>
        <p:nvGrpSpPr>
          <p:cNvPr id="1229" name="Google Shape;1229;p21"/>
          <p:cNvGrpSpPr/>
          <p:nvPr/>
        </p:nvGrpSpPr>
        <p:grpSpPr>
          <a:xfrm>
            <a:off x="-1196147" y="-548842"/>
            <a:ext cx="13880920" cy="6874700"/>
            <a:chOff x="-1196147" y="-548842"/>
            <a:chExt cx="13880920" cy="6874700"/>
          </a:xfrm>
        </p:grpSpPr>
        <p:grpSp>
          <p:nvGrpSpPr>
            <p:cNvPr id="1230" name="Google Shape;1230;p21"/>
            <p:cNvGrpSpPr/>
            <p:nvPr/>
          </p:nvGrpSpPr>
          <p:grpSpPr>
            <a:xfrm>
              <a:off x="-1196147" y="-548842"/>
              <a:ext cx="3657841" cy="4417628"/>
              <a:chOff x="-1196147" y="-548842"/>
              <a:chExt cx="3657841" cy="4417628"/>
            </a:xfrm>
          </p:grpSpPr>
          <p:sp>
            <p:nvSpPr>
              <p:cNvPr id="1231" name="Google Shape;1231;p21"/>
              <p:cNvSpPr/>
              <p:nvPr/>
            </p:nvSpPr>
            <p:spPr>
              <a:xfrm rot="10359365">
                <a:off x="2255245" y="146021"/>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2" name="Google Shape;1232;p21"/>
              <p:cNvSpPr/>
              <p:nvPr/>
            </p:nvSpPr>
            <p:spPr>
              <a:xfrm rot="10359365">
                <a:off x="-841304" y="2200605"/>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3" name="Google Shape;1233;p21"/>
              <p:cNvSpPr/>
              <p:nvPr/>
            </p:nvSpPr>
            <p:spPr>
              <a:xfrm rot="10361981">
                <a:off x="352993" y="-214656"/>
                <a:ext cx="401353" cy="40135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4" name="Google Shape;1234;p21"/>
              <p:cNvSpPr/>
              <p:nvPr/>
            </p:nvSpPr>
            <p:spPr>
              <a:xfrm rot="10355821">
                <a:off x="274120" y="560515"/>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5" name="Google Shape;1235;p21"/>
              <p:cNvSpPr/>
              <p:nvPr/>
            </p:nvSpPr>
            <p:spPr>
              <a:xfrm rot="10360416">
                <a:off x="1106270" y="873580"/>
                <a:ext cx="254074" cy="25407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6" name="Google Shape;1236;p21"/>
              <p:cNvSpPr/>
              <p:nvPr/>
            </p:nvSpPr>
            <p:spPr>
              <a:xfrm rot="10355821">
                <a:off x="424057" y="2400495"/>
                <a:ext cx="130387" cy="1303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7" name="Google Shape;1237;p21"/>
              <p:cNvSpPr/>
              <p:nvPr/>
            </p:nvSpPr>
            <p:spPr>
              <a:xfrm rot="9969336">
                <a:off x="1746927" y="9840"/>
                <a:ext cx="130388" cy="13038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8" name="Google Shape;1238;p21"/>
              <p:cNvSpPr/>
              <p:nvPr/>
            </p:nvSpPr>
            <p:spPr>
              <a:xfrm rot="10360567">
                <a:off x="-737089" y="906043"/>
                <a:ext cx="96487" cy="964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39" name="Google Shape;1239;p21"/>
              <p:cNvCxnSpPr>
                <a:stCxn id="1235" idx="5"/>
                <a:endCxn id="1234" idx="1"/>
              </p:cNvCxnSpPr>
              <p:nvPr/>
            </p:nvCxnSpPr>
            <p:spPr>
              <a:xfrm rot="10800000">
                <a:off x="390857" y="665576"/>
                <a:ext cx="741900" cy="257400"/>
              </a:xfrm>
              <a:prstGeom prst="straightConnector1">
                <a:avLst/>
              </a:prstGeom>
              <a:noFill/>
              <a:ln cap="flat" cmpd="sng" w="9525">
                <a:solidFill>
                  <a:schemeClr val="dk2"/>
                </a:solidFill>
                <a:prstDash val="solid"/>
                <a:round/>
                <a:headEnd len="med" w="med" type="none"/>
                <a:tailEnd len="med" w="med" type="none"/>
              </a:ln>
            </p:spPr>
          </p:cxnSp>
          <p:cxnSp>
            <p:nvCxnSpPr>
              <p:cNvPr id="1240" name="Google Shape;1240;p21"/>
              <p:cNvCxnSpPr>
                <a:stCxn id="1236" idx="4"/>
                <a:endCxn id="1234" idx="0"/>
              </p:cNvCxnSpPr>
              <p:nvPr/>
            </p:nvCxnSpPr>
            <p:spPr>
              <a:xfrm rot="10800000">
                <a:off x="347650" y="690439"/>
                <a:ext cx="133200" cy="1710600"/>
              </a:xfrm>
              <a:prstGeom prst="straightConnector1">
                <a:avLst/>
              </a:prstGeom>
              <a:noFill/>
              <a:ln cap="flat" cmpd="sng" w="9525">
                <a:solidFill>
                  <a:schemeClr val="dk2"/>
                </a:solidFill>
                <a:prstDash val="solid"/>
                <a:round/>
                <a:headEnd len="med" w="med" type="none"/>
                <a:tailEnd len="med" w="med" type="none"/>
              </a:ln>
            </p:spPr>
          </p:cxnSp>
          <p:cxnSp>
            <p:nvCxnSpPr>
              <p:cNvPr id="1241" name="Google Shape;1241;p21"/>
              <p:cNvCxnSpPr>
                <a:stCxn id="1231" idx="6"/>
                <a:endCxn id="1235" idx="3"/>
              </p:cNvCxnSpPr>
              <p:nvPr/>
            </p:nvCxnSpPr>
            <p:spPr>
              <a:xfrm flipH="1">
                <a:off x="1311044" y="255870"/>
                <a:ext cx="945000" cy="644100"/>
              </a:xfrm>
              <a:prstGeom prst="straightConnector1">
                <a:avLst/>
              </a:prstGeom>
              <a:noFill/>
              <a:ln cap="flat" cmpd="sng" w="9525">
                <a:solidFill>
                  <a:schemeClr val="dk2"/>
                </a:solidFill>
                <a:prstDash val="solid"/>
                <a:round/>
                <a:headEnd len="med" w="med" type="none"/>
                <a:tailEnd len="med" w="med" type="none"/>
              </a:ln>
            </p:spPr>
          </p:cxnSp>
          <p:cxnSp>
            <p:nvCxnSpPr>
              <p:cNvPr id="1242" name="Google Shape;1242;p21"/>
              <p:cNvCxnSpPr>
                <a:stCxn id="1235" idx="7"/>
                <a:endCxn id="1236" idx="2"/>
              </p:cNvCxnSpPr>
              <p:nvPr/>
            </p:nvCxnSpPr>
            <p:spPr>
              <a:xfrm flipH="1">
                <a:off x="553867" y="1101167"/>
                <a:ext cx="601800" cy="1356000"/>
              </a:xfrm>
              <a:prstGeom prst="straightConnector1">
                <a:avLst/>
              </a:prstGeom>
              <a:noFill/>
              <a:ln cap="flat" cmpd="sng" w="9525">
                <a:solidFill>
                  <a:schemeClr val="dk2"/>
                </a:solidFill>
                <a:prstDash val="solid"/>
                <a:round/>
                <a:headEnd len="med" w="med" type="none"/>
                <a:tailEnd len="med" w="med" type="none"/>
              </a:ln>
            </p:spPr>
          </p:cxnSp>
          <p:cxnSp>
            <p:nvCxnSpPr>
              <p:cNvPr id="1243" name="Google Shape;1243;p21"/>
              <p:cNvCxnSpPr>
                <a:stCxn id="1236" idx="6"/>
                <a:endCxn id="1232" idx="1"/>
              </p:cNvCxnSpPr>
              <p:nvPr/>
            </p:nvCxnSpPr>
            <p:spPr>
              <a:xfrm rot="10800000">
                <a:off x="-666800" y="2357389"/>
                <a:ext cx="1091400" cy="116700"/>
              </a:xfrm>
              <a:prstGeom prst="straightConnector1">
                <a:avLst/>
              </a:prstGeom>
              <a:noFill/>
              <a:ln cap="flat" cmpd="sng" w="9525">
                <a:solidFill>
                  <a:schemeClr val="dk2"/>
                </a:solidFill>
                <a:prstDash val="solid"/>
                <a:round/>
                <a:headEnd len="med" w="med" type="none"/>
                <a:tailEnd len="med" w="med" type="none"/>
              </a:ln>
            </p:spPr>
          </p:cxnSp>
          <p:cxnSp>
            <p:nvCxnSpPr>
              <p:cNvPr id="1244" name="Google Shape;1244;p21"/>
              <p:cNvCxnSpPr>
                <a:stCxn id="1234" idx="7"/>
                <a:endCxn id="1232" idx="3"/>
              </p:cNvCxnSpPr>
              <p:nvPr/>
            </p:nvCxnSpPr>
            <p:spPr>
              <a:xfrm flipH="1">
                <a:off x="-684462" y="677363"/>
                <a:ext cx="984000" cy="1543500"/>
              </a:xfrm>
              <a:prstGeom prst="straightConnector1">
                <a:avLst/>
              </a:prstGeom>
              <a:noFill/>
              <a:ln cap="flat" cmpd="sng" w="9525">
                <a:solidFill>
                  <a:schemeClr val="dk2"/>
                </a:solidFill>
                <a:prstDash val="solid"/>
                <a:round/>
                <a:headEnd len="med" w="med" type="none"/>
                <a:tailEnd len="med" w="med" type="none"/>
              </a:ln>
            </p:spPr>
          </p:cxnSp>
          <p:cxnSp>
            <p:nvCxnSpPr>
              <p:cNvPr id="1245" name="Google Shape;1245;p21"/>
              <p:cNvCxnSpPr>
                <a:stCxn id="1231" idx="6"/>
                <a:endCxn id="1237" idx="1"/>
              </p:cNvCxnSpPr>
              <p:nvPr/>
            </p:nvCxnSpPr>
            <p:spPr>
              <a:xfrm rot="10800000">
                <a:off x="1867844" y="108870"/>
                <a:ext cx="388200" cy="147000"/>
              </a:xfrm>
              <a:prstGeom prst="straightConnector1">
                <a:avLst/>
              </a:prstGeom>
              <a:noFill/>
              <a:ln cap="flat" cmpd="sng" w="9525">
                <a:solidFill>
                  <a:schemeClr val="dk2"/>
                </a:solidFill>
                <a:prstDash val="solid"/>
                <a:round/>
                <a:headEnd len="med" w="med" type="none"/>
                <a:tailEnd len="med" w="med" type="none"/>
              </a:ln>
            </p:spPr>
          </p:cxnSp>
          <p:cxnSp>
            <p:nvCxnSpPr>
              <p:cNvPr id="1246" name="Google Shape;1246;p21"/>
              <p:cNvCxnSpPr>
                <a:stCxn id="1237" idx="6"/>
                <a:endCxn id="1234" idx="2"/>
              </p:cNvCxnSpPr>
              <p:nvPr/>
            </p:nvCxnSpPr>
            <p:spPr>
              <a:xfrm flipH="1">
                <a:off x="403921" y="90634"/>
                <a:ext cx="1344900" cy="526800"/>
              </a:xfrm>
              <a:prstGeom prst="straightConnector1">
                <a:avLst/>
              </a:prstGeom>
              <a:noFill/>
              <a:ln cap="flat" cmpd="sng" w="9525">
                <a:solidFill>
                  <a:schemeClr val="dk2"/>
                </a:solidFill>
                <a:prstDash val="solid"/>
                <a:round/>
                <a:headEnd len="med" w="med" type="none"/>
                <a:tailEnd len="med" w="med" type="none"/>
              </a:ln>
            </p:spPr>
          </p:cxnSp>
          <p:cxnSp>
            <p:nvCxnSpPr>
              <p:cNvPr id="1247" name="Google Shape;1247;p21"/>
              <p:cNvCxnSpPr>
                <a:stCxn id="1237" idx="6"/>
                <a:endCxn id="1233" idx="1"/>
              </p:cNvCxnSpPr>
              <p:nvPr/>
            </p:nvCxnSpPr>
            <p:spPr>
              <a:xfrm flipH="1">
                <a:off x="712321" y="90634"/>
                <a:ext cx="1036500" cy="18000"/>
              </a:xfrm>
              <a:prstGeom prst="straightConnector1">
                <a:avLst/>
              </a:prstGeom>
              <a:noFill/>
              <a:ln cap="flat" cmpd="sng" w="9525">
                <a:solidFill>
                  <a:schemeClr val="dk2"/>
                </a:solidFill>
                <a:prstDash val="solid"/>
                <a:round/>
                <a:headEnd len="med" w="med" type="none"/>
                <a:tailEnd len="med" w="med" type="none"/>
              </a:ln>
            </p:spPr>
          </p:cxnSp>
          <p:cxnSp>
            <p:nvCxnSpPr>
              <p:cNvPr id="1248" name="Google Shape;1248;p21"/>
              <p:cNvCxnSpPr>
                <a:stCxn id="1233" idx="7"/>
                <a:endCxn id="1238" idx="3"/>
              </p:cNvCxnSpPr>
              <p:nvPr/>
            </p:nvCxnSpPr>
            <p:spPr>
              <a:xfrm flipH="1">
                <a:off x="-659248" y="144801"/>
                <a:ext cx="1090200" cy="771300"/>
              </a:xfrm>
              <a:prstGeom prst="straightConnector1">
                <a:avLst/>
              </a:prstGeom>
              <a:noFill/>
              <a:ln cap="flat" cmpd="sng" w="9525">
                <a:solidFill>
                  <a:schemeClr val="dk2"/>
                </a:solidFill>
                <a:prstDash val="solid"/>
                <a:round/>
                <a:headEnd len="med" w="med" type="none"/>
                <a:tailEnd len="med" w="med" type="none"/>
              </a:ln>
            </p:spPr>
          </p:cxnSp>
          <p:cxnSp>
            <p:nvCxnSpPr>
              <p:cNvPr id="1249" name="Google Shape;1249;p21"/>
              <p:cNvCxnSpPr>
                <a:stCxn id="1234" idx="6"/>
                <a:endCxn id="1238" idx="2"/>
              </p:cNvCxnSpPr>
              <p:nvPr/>
            </p:nvCxnSpPr>
            <p:spPr>
              <a:xfrm flipH="1">
                <a:off x="-640937" y="634109"/>
                <a:ext cx="915600" cy="314100"/>
              </a:xfrm>
              <a:prstGeom prst="straightConnector1">
                <a:avLst/>
              </a:prstGeom>
              <a:noFill/>
              <a:ln cap="flat" cmpd="sng" w="9525">
                <a:solidFill>
                  <a:schemeClr val="dk2"/>
                </a:solidFill>
                <a:prstDash val="solid"/>
                <a:round/>
                <a:headEnd len="med" w="med" type="none"/>
                <a:tailEnd len="med" w="med" type="none"/>
              </a:ln>
            </p:spPr>
          </p:cxnSp>
          <p:cxnSp>
            <p:nvCxnSpPr>
              <p:cNvPr id="1250" name="Google Shape;1250;p21"/>
              <p:cNvCxnSpPr>
                <a:stCxn id="1238" idx="0"/>
                <a:endCxn id="1232" idx="5"/>
              </p:cNvCxnSpPr>
              <p:nvPr/>
            </p:nvCxnSpPr>
            <p:spPr>
              <a:xfrm flipH="1">
                <a:off x="-820996" y="1002137"/>
                <a:ext cx="138300" cy="1236300"/>
              </a:xfrm>
              <a:prstGeom prst="straightConnector1">
                <a:avLst/>
              </a:prstGeom>
              <a:noFill/>
              <a:ln cap="flat" cmpd="sng" w="9525">
                <a:solidFill>
                  <a:schemeClr val="dk2"/>
                </a:solidFill>
                <a:prstDash val="solid"/>
                <a:round/>
                <a:headEnd len="med" w="med" type="none"/>
                <a:tailEnd len="med" w="med" type="none"/>
              </a:ln>
            </p:spPr>
          </p:cxnSp>
          <p:cxnSp>
            <p:nvCxnSpPr>
              <p:cNvPr id="1251" name="Google Shape;1251;p21"/>
              <p:cNvCxnSpPr>
                <a:stCxn id="1236" idx="5"/>
                <a:endCxn id="1238" idx="1"/>
              </p:cNvCxnSpPr>
              <p:nvPr/>
            </p:nvCxnSpPr>
            <p:spPr>
              <a:xfrm rot="10800000">
                <a:off x="-650804" y="983814"/>
                <a:ext cx="1088400" cy="1442100"/>
              </a:xfrm>
              <a:prstGeom prst="straightConnector1">
                <a:avLst/>
              </a:prstGeom>
              <a:noFill/>
              <a:ln cap="flat" cmpd="sng" w="9525">
                <a:solidFill>
                  <a:schemeClr val="dk2"/>
                </a:solidFill>
                <a:prstDash val="solid"/>
                <a:round/>
                <a:headEnd len="med" w="med" type="none"/>
                <a:tailEnd len="med" w="med" type="none"/>
              </a:ln>
            </p:spPr>
          </p:cxnSp>
          <p:cxnSp>
            <p:nvCxnSpPr>
              <p:cNvPr id="1252" name="Google Shape;1252;p21"/>
              <p:cNvCxnSpPr>
                <a:stCxn id="1235" idx="6"/>
                <a:endCxn id="1238" idx="1"/>
              </p:cNvCxnSpPr>
              <p:nvPr/>
            </p:nvCxnSpPr>
            <p:spPr>
              <a:xfrm rot="10800000">
                <a:off x="-650693" y="983817"/>
                <a:ext cx="1758000" cy="33000"/>
              </a:xfrm>
              <a:prstGeom prst="straightConnector1">
                <a:avLst/>
              </a:prstGeom>
              <a:noFill/>
              <a:ln cap="flat" cmpd="sng" w="9525">
                <a:solidFill>
                  <a:schemeClr val="dk2"/>
                </a:solidFill>
                <a:prstDash val="solid"/>
                <a:round/>
                <a:headEnd len="med" w="med" type="none"/>
                <a:tailEnd len="med" w="med" type="none"/>
              </a:ln>
            </p:spPr>
          </p:cxnSp>
          <p:cxnSp>
            <p:nvCxnSpPr>
              <p:cNvPr id="1253" name="Google Shape;1253;p21"/>
              <p:cNvCxnSpPr>
                <a:stCxn id="1235" idx="4"/>
                <a:endCxn id="1233" idx="1"/>
              </p:cNvCxnSpPr>
              <p:nvPr/>
            </p:nvCxnSpPr>
            <p:spPr>
              <a:xfrm rot="10800000">
                <a:off x="712507" y="108717"/>
                <a:ext cx="504600" cy="765900"/>
              </a:xfrm>
              <a:prstGeom prst="straightConnector1">
                <a:avLst/>
              </a:prstGeom>
              <a:noFill/>
              <a:ln cap="flat" cmpd="sng" w="9525">
                <a:solidFill>
                  <a:schemeClr val="dk2"/>
                </a:solidFill>
                <a:prstDash val="solid"/>
                <a:round/>
                <a:headEnd len="med" w="med" type="none"/>
                <a:tailEnd len="med" w="med" type="none"/>
              </a:ln>
            </p:spPr>
          </p:cxnSp>
          <p:sp>
            <p:nvSpPr>
              <p:cNvPr id="1254" name="Google Shape;1254;p21"/>
              <p:cNvSpPr/>
              <p:nvPr/>
            </p:nvSpPr>
            <p:spPr>
              <a:xfrm rot="10355821">
                <a:off x="-1188290" y="-540986"/>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55" name="Google Shape;1255;p21"/>
              <p:cNvCxnSpPr>
                <a:stCxn id="1238" idx="4"/>
                <a:endCxn id="1254" idx="1"/>
              </p:cNvCxnSpPr>
              <p:nvPr/>
            </p:nvCxnSpPr>
            <p:spPr>
              <a:xfrm rot="10800000">
                <a:off x="-1071496" y="-436063"/>
                <a:ext cx="376500" cy="1342500"/>
              </a:xfrm>
              <a:prstGeom prst="straightConnector1">
                <a:avLst/>
              </a:prstGeom>
              <a:noFill/>
              <a:ln cap="flat" cmpd="sng" w="9525">
                <a:solidFill>
                  <a:schemeClr val="dk2"/>
                </a:solidFill>
                <a:prstDash val="solid"/>
                <a:round/>
                <a:headEnd len="med" w="med" type="none"/>
                <a:tailEnd len="med" w="med" type="none"/>
              </a:ln>
            </p:spPr>
          </p:cxnSp>
          <p:cxnSp>
            <p:nvCxnSpPr>
              <p:cNvPr id="1256" name="Google Shape;1256;p21"/>
              <p:cNvCxnSpPr>
                <a:stCxn id="1254" idx="1"/>
                <a:endCxn id="1233" idx="5"/>
              </p:cNvCxnSpPr>
              <p:nvPr/>
            </p:nvCxnSpPr>
            <p:spPr>
              <a:xfrm>
                <a:off x="-1071443" y="-436018"/>
                <a:ext cx="1466400" cy="299400"/>
              </a:xfrm>
              <a:prstGeom prst="straightConnector1">
                <a:avLst/>
              </a:prstGeom>
              <a:noFill/>
              <a:ln cap="flat" cmpd="sng" w="9525">
                <a:solidFill>
                  <a:schemeClr val="dk2"/>
                </a:solidFill>
                <a:prstDash val="solid"/>
                <a:round/>
                <a:headEnd len="med" w="med" type="none"/>
                <a:tailEnd len="med" w="med" type="none"/>
              </a:ln>
            </p:spPr>
          </p:cxnSp>
          <p:cxnSp>
            <p:nvCxnSpPr>
              <p:cNvPr id="1257" name="Google Shape;1257;p21"/>
              <p:cNvCxnSpPr>
                <a:stCxn id="1254" idx="1"/>
                <a:endCxn id="1234" idx="5"/>
              </p:cNvCxnSpPr>
              <p:nvPr/>
            </p:nvCxnSpPr>
            <p:spPr>
              <a:xfrm>
                <a:off x="-1071443" y="-436018"/>
                <a:ext cx="1359000" cy="1022100"/>
              </a:xfrm>
              <a:prstGeom prst="straightConnector1">
                <a:avLst/>
              </a:prstGeom>
              <a:noFill/>
              <a:ln cap="flat" cmpd="sng" w="9525">
                <a:solidFill>
                  <a:schemeClr val="dk2"/>
                </a:solidFill>
                <a:prstDash val="solid"/>
                <a:round/>
                <a:headEnd len="med" w="med" type="none"/>
                <a:tailEnd len="med" w="med" type="none"/>
              </a:ln>
            </p:spPr>
          </p:cxnSp>
          <p:sp>
            <p:nvSpPr>
              <p:cNvPr id="1258" name="Google Shape;1258;p21"/>
              <p:cNvSpPr/>
              <p:nvPr/>
            </p:nvSpPr>
            <p:spPr>
              <a:xfrm rot="10361165">
                <a:off x="-233691" y="3414341"/>
                <a:ext cx="428890" cy="42889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59" name="Google Shape;1259;p21"/>
              <p:cNvCxnSpPr>
                <a:stCxn id="1236" idx="0"/>
                <a:endCxn id="1258" idx="3"/>
              </p:cNvCxnSpPr>
              <p:nvPr/>
            </p:nvCxnSpPr>
            <p:spPr>
              <a:xfrm flipH="1">
                <a:off x="111850" y="2530339"/>
                <a:ext cx="385800" cy="928800"/>
              </a:xfrm>
              <a:prstGeom prst="straightConnector1">
                <a:avLst/>
              </a:prstGeom>
              <a:noFill/>
              <a:ln cap="flat" cmpd="sng" w="9525">
                <a:solidFill>
                  <a:schemeClr val="dk2"/>
                </a:solidFill>
                <a:prstDash val="solid"/>
                <a:round/>
                <a:headEnd len="med" w="med" type="none"/>
                <a:tailEnd len="med" w="med" type="none"/>
              </a:ln>
            </p:spPr>
          </p:cxnSp>
          <p:cxnSp>
            <p:nvCxnSpPr>
              <p:cNvPr id="1260" name="Google Shape;1260;p21"/>
              <p:cNvCxnSpPr>
                <a:stCxn id="1232" idx="0"/>
                <a:endCxn id="1258" idx="5"/>
              </p:cNvCxnSpPr>
              <p:nvPr/>
            </p:nvCxnSpPr>
            <p:spPr>
              <a:xfrm>
                <a:off x="-731455" y="2394604"/>
                <a:ext cx="542400" cy="1103100"/>
              </a:xfrm>
              <a:prstGeom prst="straightConnector1">
                <a:avLst/>
              </a:prstGeom>
              <a:noFill/>
              <a:ln cap="flat" cmpd="sng" w="9525">
                <a:solidFill>
                  <a:schemeClr val="dk2"/>
                </a:solidFill>
                <a:prstDash val="solid"/>
                <a:round/>
                <a:headEnd len="med" w="med" type="none"/>
                <a:tailEnd len="med" w="med" type="none"/>
              </a:ln>
            </p:spPr>
          </p:cxnSp>
        </p:grpSp>
        <p:grpSp>
          <p:nvGrpSpPr>
            <p:cNvPr id="1261" name="Google Shape;1261;p21"/>
            <p:cNvGrpSpPr/>
            <p:nvPr/>
          </p:nvGrpSpPr>
          <p:grpSpPr>
            <a:xfrm>
              <a:off x="6988759" y="2308882"/>
              <a:ext cx="5696014" cy="4016976"/>
              <a:chOff x="6988759" y="2308882"/>
              <a:chExt cx="5696014" cy="4016976"/>
            </a:xfrm>
          </p:grpSpPr>
          <p:sp>
            <p:nvSpPr>
              <p:cNvPr id="1262" name="Google Shape;1262;p21"/>
              <p:cNvSpPr/>
              <p:nvPr/>
            </p:nvSpPr>
            <p:spPr>
              <a:xfrm flipH="1" rot="10800000">
                <a:off x="6988759" y="481140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3" name="Google Shape;1263;p21"/>
              <p:cNvSpPr/>
              <p:nvPr/>
            </p:nvSpPr>
            <p:spPr>
              <a:xfrm flipH="1" rot="10800000">
                <a:off x="9708881" y="5924735"/>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4" name="Google Shape;1264;p21"/>
              <p:cNvSpPr/>
              <p:nvPr/>
            </p:nvSpPr>
            <p:spPr>
              <a:xfrm flipH="1" rot="10800000">
                <a:off x="9274463" y="3379603"/>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5" name="Google Shape;1265;p21"/>
              <p:cNvSpPr/>
              <p:nvPr/>
            </p:nvSpPr>
            <p:spPr>
              <a:xfrm flipH="1" rot="10800000">
                <a:off x="8847429" y="5037312"/>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6" name="Google Shape;1266;p21"/>
              <p:cNvSpPr/>
              <p:nvPr/>
            </p:nvSpPr>
            <p:spPr>
              <a:xfrm flipH="1" rot="10800000">
                <a:off x="7696942" y="5973758"/>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7" name="Google Shape;1267;p21"/>
              <p:cNvSpPr/>
              <p:nvPr/>
            </p:nvSpPr>
            <p:spPr>
              <a:xfrm flipH="1" rot="10800000">
                <a:off x="8847429" y="6195358"/>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8" name="Google Shape;1268;p21"/>
              <p:cNvSpPr/>
              <p:nvPr/>
            </p:nvSpPr>
            <p:spPr>
              <a:xfrm flipH="1" rot="10800000">
                <a:off x="7958998" y="409569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9" name="Google Shape;1269;p21"/>
              <p:cNvSpPr/>
              <p:nvPr/>
            </p:nvSpPr>
            <p:spPr>
              <a:xfrm flipH="1" rot="10800000">
                <a:off x="12588473" y="4375765"/>
                <a:ext cx="96300" cy="96300"/>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70" name="Google Shape;1270;p21"/>
              <p:cNvCxnSpPr>
                <a:stCxn id="1266" idx="5"/>
                <a:endCxn id="1265" idx="1"/>
              </p:cNvCxnSpPr>
              <p:nvPr/>
            </p:nvCxnSpPr>
            <p:spPr>
              <a:xfrm flipH="1" rot="10800000">
                <a:off x="7779139" y="5148761"/>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1271" name="Google Shape;1271;p21"/>
              <p:cNvCxnSpPr>
                <a:stCxn id="1267" idx="4"/>
                <a:endCxn id="1265" idx="0"/>
              </p:cNvCxnSpPr>
              <p:nvPr/>
            </p:nvCxnSpPr>
            <p:spPr>
              <a:xfrm rot="10800000">
                <a:off x="8912679" y="5167858"/>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1272" name="Google Shape;1272;p21"/>
              <p:cNvCxnSpPr>
                <a:stCxn id="1262" idx="6"/>
                <a:endCxn id="1265" idx="2"/>
              </p:cNvCxnSpPr>
              <p:nvPr/>
            </p:nvCxnSpPr>
            <p:spPr>
              <a:xfrm>
                <a:off x="7183159" y="4908608"/>
                <a:ext cx="1664400" cy="194100"/>
              </a:xfrm>
              <a:prstGeom prst="straightConnector1">
                <a:avLst/>
              </a:prstGeom>
              <a:noFill/>
              <a:ln cap="flat" cmpd="sng" w="9525">
                <a:solidFill>
                  <a:schemeClr val="dk2"/>
                </a:solidFill>
                <a:prstDash val="solid"/>
                <a:round/>
                <a:headEnd len="med" w="med" type="none"/>
                <a:tailEnd len="med" w="med" type="none"/>
              </a:ln>
            </p:spPr>
          </p:cxnSp>
          <p:cxnSp>
            <p:nvCxnSpPr>
              <p:cNvPr id="1273" name="Google Shape;1273;p21"/>
              <p:cNvCxnSpPr>
                <a:stCxn id="1262" idx="0"/>
                <a:endCxn id="1266" idx="3"/>
              </p:cNvCxnSpPr>
              <p:nvPr/>
            </p:nvCxnSpPr>
            <p:spPr>
              <a:xfrm>
                <a:off x="7085959" y="5005808"/>
                <a:ext cx="625200" cy="982200"/>
              </a:xfrm>
              <a:prstGeom prst="straightConnector1">
                <a:avLst/>
              </a:prstGeom>
              <a:noFill/>
              <a:ln cap="flat" cmpd="sng" w="9525">
                <a:solidFill>
                  <a:schemeClr val="dk2"/>
                </a:solidFill>
                <a:prstDash val="solid"/>
                <a:round/>
                <a:headEnd len="med" w="med" type="none"/>
                <a:tailEnd len="med" w="med" type="none"/>
              </a:ln>
            </p:spPr>
          </p:cxnSp>
          <p:cxnSp>
            <p:nvCxnSpPr>
              <p:cNvPr id="1274" name="Google Shape;1274;p21"/>
              <p:cNvCxnSpPr>
                <a:stCxn id="1266" idx="7"/>
                <a:endCxn id="1267" idx="2"/>
              </p:cNvCxnSpPr>
              <p:nvPr/>
            </p:nvCxnSpPr>
            <p:spPr>
              <a:xfrm>
                <a:off x="7779139" y="6055955"/>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1275" name="Google Shape;1275;p21"/>
              <p:cNvCxnSpPr>
                <a:stCxn id="1267" idx="6"/>
                <a:endCxn id="1263" idx="2"/>
              </p:cNvCxnSpPr>
              <p:nvPr/>
            </p:nvCxnSpPr>
            <p:spPr>
              <a:xfrm flipH="1" rot="10800000">
                <a:off x="8977929" y="6021808"/>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1276" name="Google Shape;1276;p21"/>
              <p:cNvCxnSpPr>
                <a:stCxn id="1265" idx="7"/>
                <a:endCxn id="1263" idx="3"/>
              </p:cNvCxnSpPr>
              <p:nvPr/>
            </p:nvCxnSpPr>
            <p:spPr>
              <a:xfrm>
                <a:off x="8958818" y="5148700"/>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1277" name="Google Shape;1277;p21"/>
              <p:cNvCxnSpPr>
                <a:stCxn id="1262" idx="5"/>
                <a:endCxn id="1268" idx="1"/>
              </p:cNvCxnSpPr>
              <p:nvPr/>
            </p:nvCxnSpPr>
            <p:spPr>
              <a:xfrm flipH="1" rot="10800000">
                <a:off x="7154690" y="4207177"/>
                <a:ext cx="823500" cy="632700"/>
              </a:xfrm>
              <a:prstGeom prst="straightConnector1">
                <a:avLst/>
              </a:prstGeom>
              <a:noFill/>
              <a:ln cap="flat" cmpd="sng" w="9525">
                <a:solidFill>
                  <a:schemeClr val="dk2"/>
                </a:solidFill>
                <a:prstDash val="solid"/>
                <a:round/>
                <a:headEnd len="med" w="med" type="none"/>
                <a:tailEnd len="med" w="med" type="none"/>
              </a:ln>
            </p:spPr>
          </p:cxnSp>
          <p:cxnSp>
            <p:nvCxnSpPr>
              <p:cNvPr id="1278" name="Google Shape;1278;p21"/>
              <p:cNvCxnSpPr>
                <a:stCxn id="1268" idx="7"/>
                <a:endCxn id="1265" idx="3"/>
              </p:cNvCxnSpPr>
              <p:nvPr/>
            </p:nvCxnSpPr>
            <p:spPr>
              <a:xfrm>
                <a:off x="8070387" y="4207078"/>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1279" name="Google Shape;1279;p21"/>
              <p:cNvCxnSpPr>
                <a:stCxn id="1268" idx="7"/>
                <a:endCxn id="1264" idx="1"/>
              </p:cNvCxnSpPr>
              <p:nvPr/>
            </p:nvCxnSpPr>
            <p:spPr>
              <a:xfrm flipH="1" rot="10800000">
                <a:off x="8070387" y="3722278"/>
                <a:ext cx="1263000" cy="484800"/>
              </a:xfrm>
              <a:prstGeom prst="straightConnector1">
                <a:avLst/>
              </a:prstGeom>
              <a:noFill/>
              <a:ln cap="flat" cmpd="sng" w="9525">
                <a:solidFill>
                  <a:schemeClr val="dk2"/>
                </a:solidFill>
                <a:prstDash val="solid"/>
                <a:round/>
                <a:headEnd len="med" w="med" type="none"/>
                <a:tailEnd len="med" w="med" type="none"/>
              </a:ln>
            </p:spPr>
          </p:cxnSp>
          <p:cxnSp>
            <p:nvCxnSpPr>
              <p:cNvPr id="1280" name="Google Shape;1280;p21"/>
              <p:cNvCxnSpPr>
                <a:stCxn id="1264" idx="0"/>
                <a:endCxn id="1265" idx="5"/>
              </p:cNvCxnSpPr>
              <p:nvPr/>
            </p:nvCxnSpPr>
            <p:spPr>
              <a:xfrm flipH="1">
                <a:off x="8958863" y="3781003"/>
                <a:ext cx="516300" cy="1275300"/>
              </a:xfrm>
              <a:prstGeom prst="straightConnector1">
                <a:avLst/>
              </a:prstGeom>
              <a:noFill/>
              <a:ln cap="flat" cmpd="sng" w="9525">
                <a:solidFill>
                  <a:schemeClr val="dk2"/>
                </a:solidFill>
                <a:prstDash val="solid"/>
                <a:round/>
                <a:headEnd len="med" w="med" type="none"/>
                <a:tailEnd len="med" w="med" type="none"/>
              </a:ln>
            </p:spPr>
          </p:cxnSp>
          <p:cxnSp>
            <p:nvCxnSpPr>
              <p:cNvPr id="1281" name="Google Shape;1281;p21"/>
              <p:cNvCxnSpPr>
                <a:stCxn id="1269" idx="1"/>
                <a:endCxn id="1263" idx="5"/>
              </p:cNvCxnSpPr>
              <p:nvPr/>
            </p:nvCxnSpPr>
            <p:spPr>
              <a:xfrm flipH="1">
                <a:off x="9874676" y="4457962"/>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1282" name="Google Shape;1282;p21"/>
              <p:cNvCxnSpPr>
                <a:stCxn id="1266" idx="6"/>
                <a:endCxn id="1269" idx="1"/>
              </p:cNvCxnSpPr>
              <p:nvPr/>
            </p:nvCxnSpPr>
            <p:spPr>
              <a:xfrm flipH="1" rot="10800000">
                <a:off x="7793242" y="4458008"/>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1283" name="Google Shape;1283;p21"/>
              <p:cNvCxnSpPr>
                <a:stCxn id="1263" idx="4"/>
                <a:endCxn id="1264" idx="0"/>
              </p:cNvCxnSpPr>
              <p:nvPr/>
            </p:nvCxnSpPr>
            <p:spPr>
              <a:xfrm rot="10800000">
                <a:off x="9475181" y="3780935"/>
                <a:ext cx="330900" cy="2143800"/>
              </a:xfrm>
              <a:prstGeom prst="straightConnector1">
                <a:avLst/>
              </a:prstGeom>
              <a:noFill/>
              <a:ln cap="flat" cmpd="sng" w="9525">
                <a:solidFill>
                  <a:schemeClr val="dk2"/>
                </a:solidFill>
                <a:prstDash val="solid"/>
                <a:round/>
                <a:headEnd len="med" w="med" type="none"/>
                <a:tailEnd len="med" w="med" type="none"/>
              </a:ln>
            </p:spPr>
          </p:cxnSp>
          <p:sp>
            <p:nvSpPr>
              <p:cNvPr id="1284" name="Google Shape;1284;p21"/>
              <p:cNvSpPr/>
              <p:nvPr/>
            </p:nvSpPr>
            <p:spPr>
              <a:xfrm flipH="1" rot="10800000">
                <a:off x="11005448" y="376185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85" name="Google Shape;1285;p21"/>
              <p:cNvCxnSpPr>
                <a:stCxn id="1269" idx="2"/>
                <a:endCxn id="1284" idx="7"/>
              </p:cNvCxnSpPr>
              <p:nvPr/>
            </p:nvCxnSpPr>
            <p:spPr>
              <a:xfrm rot="10800000">
                <a:off x="11116973" y="3873115"/>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1286" name="Google Shape;1286;p21"/>
              <p:cNvCxnSpPr>
                <a:stCxn id="1284" idx="2"/>
                <a:endCxn id="1264" idx="6"/>
              </p:cNvCxnSpPr>
              <p:nvPr/>
            </p:nvCxnSpPr>
            <p:spPr>
              <a:xfrm rot="10800000">
                <a:off x="9675848" y="3580200"/>
                <a:ext cx="1329600" cy="246900"/>
              </a:xfrm>
              <a:prstGeom prst="straightConnector1">
                <a:avLst/>
              </a:prstGeom>
              <a:noFill/>
              <a:ln cap="flat" cmpd="sng" w="9525">
                <a:solidFill>
                  <a:schemeClr val="dk2"/>
                </a:solidFill>
                <a:prstDash val="solid"/>
                <a:round/>
                <a:headEnd len="med" w="med" type="none"/>
                <a:tailEnd len="med" w="med" type="none"/>
              </a:ln>
            </p:spPr>
          </p:cxnSp>
          <p:cxnSp>
            <p:nvCxnSpPr>
              <p:cNvPr id="1287" name="Google Shape;1287;p21"/>
              <p:cNvCxnSpPr>
                <a:stCxn id="1284" idx="0"/>
                <a:endCxn id="1263" idx="4"/>
              </p:cNvCxnSpPr>
              <p:nvPr/>
            </p:nvCxnSpPr>
            <p:spPr>
              <a:xfrm flipH="1">
                <a:off x="9806198" y="3892350"/>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1288" name="Google Shape;1288;p21"/>
              <p:cNvCxnSpPr>
                <a:stCxn id="1284" idx="1"/>
                <a:endCxn id="1265" idx="5"/>
              </p:cNvCxnSpPr>
              <p:nvPr/>
            </p:nvCxnSpPr>
            <p:spPr>
              <a:xfrm flipH="1">
                <a:off x="8958759" y="3873239"/>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1289" name="Google Shape;1289;p21"/>
              <p:cNvSpPr/>
              <p:nvPr/>
            </p:nvSpPr>
            <p:spPr>
              <a:xfrm flipH="1" rot="10800000">
                <a:off x="8260191" y="2787257"/>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90" name="Google Shape;1290;p21"/>
              <p:cNvCxnSpPr>
                <a:stCxn id="1264" idx="3"/>
                <a:endCxn id="1289" idx="7"/>
              </p:cNvCxnSpPr>
              <p:nvPr/>
            </p:nvCxnSpPr>
            <p:spPr>
              <a:xfrm rot="10800000">
                <a:off x="8426047" y="2953287"/>
                <a:ext cx="907200" cy="485100"/>
              </a:xfrm>
              <a:prstGeom prst="straightConnector1">
                <a:avLst/>
              </a:prstGeom>
              <a:noFill/>
              <a:ln cap="flat" cmpd="sng" w="9525">
                <a:solidFill>
                  <a:schemeClr val="dk2"/>
                </a:solidFill>
                <a:prstDash val="solid"/>
                <a:round/>
                <a:headEnd len="med" w="med" type="none"/>
                <a:tailEnd len="med" w="med" type="none"/>
              </a:ln>
            </p:spPr>
          </p:cxnSp>
          <p:cxnSp>
            <p:nvCxnSpPr>
              <p:cNvPr id="1291" name="Google Shape;1291;p21"/>
              <p:cNvCxnSpPr>
                <a:stCxn id="1289" idx="0"/>
                <a:endCxn id="1268" idx="4"/>
              </p:cNvCxnSpPr>
              <p:nvPr/>
            </p:nvCxnSpPr>
            <p:spPr>
              <a:xfrm flipH="1">
                <a:off x="8024391" y="2981657"/>
                <a:ext cx="333000" cy="1113900"/>
              </a:xfrm>
              <a:prstGeom prst="straightConnector1">
                <a:avLst/>
              </a:prstGeom>
              <a:noFill/>
              <a:ln cap="flat" cmpd="sng" w="9525">
                <a:solidFill>
                  <a:schemeClr val="dk2"/>
                </a:solidFill>
                <a:prstDash val="solid"/>
                <a:round/>
                <a:headEnd len="med" w="med" type="none"/>
                <a:tailEnd len="med" w="med" type="none"/>
              </a:ln>
            </p:spPr>
          </p:cxnSp>
          <p:sp>
            <p:nvSpPr>
              <p:cNvPr id="1292" name="Google Shape;1292;p21"/>
              <p:cNvSpPr/>
              <p:nvPr/>
            </p:nvSpPr>
            <p:spPr>
              <a:xfrm flipH="1" rot="10800000">
                <a:off x="7973826" y="4652423"/>
                <a:ext cx="249300" cy="249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93" name="Google Shape;1293;p21"/>
              <p:cNvCxnSpPr>
                <a:stCxn id="1262" idx="6"/>
                <a:endCxn id="1292" idx="2"/>
              </p:cNvCxnSpPr>
              <p:nvPr/>
            </p:nvCxnSpPr>
            <p:spPr>
              <a:xfrm flipH="1" rot="10800000">
                <a:off x="7183159" y="4777208"/>
                <a:ext cx="790800" cy="131400"/>
              </a:xfrm>
              <a:prstGeom prst="straightConnector1">
                <a:avLst/>
              </a:prstGeom>
              <a:noFill/>
              <a:ln cap="flat" cmpd="sng" w="9525">
                <a:solidFill>
                  <a:schemeClr val="dk2"/>
                </a:solidFill>
                <a:prstDash val="solid"/>
                <a:round/>
                <a:headEnd len="med" w="med" type="none"/>
                <a:tailEnd len="med" w="med" type="none"/>
              </a:ln>
            </p:spPr>
          </p:cxnSp>
          <p:cxnSp>
            <p:nvCxnSpPr>
              <p:cNvPr id="1294" name="Google Shape;1294;p21"/>
              <p:cNvCxnSpPr>
                <a:stCxn id="1268" idx="0"/>
                <a:endCxn id="1292" idx="4"/>
              </p:cNvCxnSpPr>
              <p:nvPr/>
            </p:nvCxnSpPr>
            <p:spPr>
              <a:xfrm>
                <a:off x="8024248" y="4226190"/>
                <a:ext cx="74100" cy="426300"/>
              </a:xfrm>
              <a:prstGeom prst="straightConnector1">
                <a:avLst/>
              </a:prstGeom>
              <a:noFill/>
              <a:ln cap="flat" cmpd="sng" w="9525">
                <a:solidFill>
                  <a:schemeClr val="dk2"/>
                </a:solidFill>
                <a:prstDash val="solid"/>
                <a:round/>
                <a:headEnd len="med" w="med" type="none"/>
                <a:tailEnd len="med" w="med" type="none"/>
              </a:ln>
            </p:spPr>
          </p:cxnSp>
          <p:cxnSp>
            <p:nvCxnSpPr>
              <p:cNvPr id="1295" name="Google Shape;1295;p21"/>
              <p:cNvCxnSpPr>
                <a:stCxn id="1292" idx="6"/>
                <a:endCxn id="1265" idx="3"/>
              </p:cNvCxnSpPr>
              <p:nvPr/>
            </p:nvCxnSpPr>
            <p:spPr>
              <a:xfrm>
                <a:off x="8223126" y="4777073"/>
                <a:ext cx="643500" cy="279300"/>
              </a:xfrm>
              <a:prstGeom prst="straightConnector1">
                <a:avLst/>
              </a:prstGeom>
              <a:noFill/>
              <a:ln cap="flat" cmpd="sng" w="9525">
                <a:solidFill>
                  <a:schemeClr val="dk2"/>
                </a:solidFill>
                <a:prstDash val="solid"/>
                <a:round/>
                <a:headEnd len="med" w="med" type="none"/>
                <a:tailEnd len="med" w="med" type="none"/>
              </a:ln>
            </p:spPr>
          </p:cxnSp>
          <p:sp>
            <p:nvSpPr>
              <p:cNvPr id="1296" name="Google Shape;1296;p21"/>
              <p:cNvSpPr/>
              <p:nvPr/>
            </p:nvSpPr>
            <p:spPr>
              <a:xfrm flipH="1" rot="10800000">
                <a:off x="8782441" y="2308882"/>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97" name="Google Shape;1297;p21"/>
              <p:cNvCxnSpPr>
                <a:stCxn id="1289" idx="5"/>
                <a:endCxn id="1296" idx="1"/>
              </p:cNvCxnSpPr>
              <p:nvPr/>
            </p:nvCxnSpPr>
            <p:spPr>
              <a:xfrm flipH="1" rot="10800000">
                <a:off x="8426122" y="2474926"/>
                <a:ext cx="384900" cy="340800"/>
              </a:xfrm>
              <a:prstGeom prst="straightConnector1">
                <a:avLst/>
              </a:prstGeom>
              <a:noFill/>
              <a:ln cap="flat" cmpd="sng" w="9525">
                <a:solidFill>
                  <a:schemeClr val="dk2"/>
                </a:solidFill>
                <a:prstDash val="solid"/>
                <a:round/>
                <a:headEnd len="med" w="med" type="none"/>
                <a:tailEnd len="med" w="med" type="none"/>
              </a:ln>
            </p:spPr>
          </p:cxnSp>
          <p:cxnSp>
            <p:nvCxnSpPr>
              <p:cNvPr id="1298" name="Google Shape;1298;p21"/>
              <p:cNvCxnSpPr>
                <a:stCxn id="1296" idx="7"/>
                <a:endCxn id="1264" idx="3"/>
              </p:cNvCxnSpPr>
              <p:nvPr/>
            </p:nvCxnSpPr>
            <p:spPr>
              <a:xfrm>
                <a:off x="8948372" y="2474812"/>
                <a:ext cx="384900" cy="963600"/>
              </a:xfrm>
              <a:prstGeom prst="straightConnector1">
                <a:avLst/>
              </a:prstGeom>
              <a:noFill/>
              <a:ln cap="flat" cmpd="sng" w="9525">
                <a:solidFill>
                  <a:schemeClr val="dk2"/>
                </a:solidFill>
                <a:prstDash val="solid"/>
                <a:round/>
                <a:headEnd len="med" w="med" type="none"/>
                <a:tailEnd len="med" w="med" type="none"/>
              </a:ln>
            </p:spPr>
          </p:cxnSp>
          <p:sp>
            <p:nvSpPr>
              <p:cNvPr id="1299" name="Google Shape;1299;p21"/>
              <p:cNvSpPr/>
              <p:nvPr/>
            </p:nvSpPr>
            <p:spPr>
              <a:xfrm flipH="1" rot="10800000">
                <a:off x="8521366" y="3414207"/>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00" name="Google Shape;1300;p21"/>
              <p:cNvCxnSpPr>
                <a:stCxn id="1289" idx="0"/>
                <a:endCxn id="1299" idx="3"/>
              </p:cNvCxnSpPr>
              <p:nvPr/>
            </p:nvCxnSpPr>
            <p:spPr>
              <a:xfrm>
                <a:off x="8357391" y="2981657"/>
                <a:ext cx="192300" cy="461100"/>
              </a:xfrm>
              <a:prstGeom prst="straightConnector1">
                <a:avLst/>
              </a:prstGeom>
              <a:noFill/>
              <a:ln cap="flat" cmpd="sng" w="9525">
                <a:solidFill>
                  <a:schemeClr val="dk2"/>
                </a:solidFill>
                <a:prstDash val="solid"/>
                <a:round/>
                <a:headEnd len="med" w="med" type="none"/>
                <a:tailEnd len="med" w="med" type="none"/>
              </a:ln>
            </p:spPr>
          </p:cxnSp>
          <p:cxnSp>
            <p:nvCxnSpPr>
              <p:cNvPr id="1301" name="Google Shape;1301;p21"/>
              <p:cNvCxnSpPr>
                <a:stCxn id="1299" idx="1"/>
                <a:endCxn id="1268" idx="5"/>
              </p:cNvCxnSpPr>
              <p:nvPr/>
            </p:nvCxnSpPr>
            <p:spPr>
              <a:xfrm flipH="1">
                <a:off x="8070435" y="3580137"/>
                <a:ext cx="479400" cy="534600"/>
              </a:xfrm>
              <a:prstGeom prst="straightConnector1">
                <a:avLst/>
              </a:prstGeom>
              <a:noFill/>
              <a:ln cap="flat" cmpd="sng" w="9525">
                <a:solidFill>
                  <a:schemeClr val="dk2"/>
                </a:solidFill>
                <a:prstDash val="solid"/>
                <a:round/>
                <a:headEnd len="med" w="med" type="none"/>
                <a:tailEnd len="med" w="med" type="none"/>
              </a:ln>
            </p:spPr>
          </p:cxnSp>
          <p:cxnSp>
            <p:nvCxnSpPr>
              <p:cNvPr id="1302" name="Google Shape;1302;p21"/>
              <p:cNvCxnSpPr>
                <a:stCxn id="1299" idx="6"/>
                <a:endCxn id="1264" idx="2"/>
              </p:cNvCxnSpPr>
              <p:nvPr/>
            </p:nvCxnSpPr>
            <p:spPr>
              <a:xfrm>
                <a:off x="8715766" y="3511407"/>
                <a:ext cx="558600" cy="690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303" name="Shape 1303"/>
        <p:cNvGrpSpPr/>
        <p:nvPr/>
      </p:nvGrpSpPr>
      <p:grpSpPr>
        <a:xfrm>
          <a:off x="0" y="0"/>
          <a:ext cx="0" cy="0"/>
          <a:chOff x="0" y="0"/>
          <a:chExt cx="0" cy="0"/>
        </a:xfrm>
      </p:grpSpPr>
      <p:grpSp>
        <p:nvGrpSpPr>
          <p:cNvPr id="1304" name="Google Shape;1304;p22"/>
          <p:cNvGrpSpPr/>
          <p:nvPr/>
        </p:nvGrpSpPr>
        <p:grpSpPr>
          <a:xfrm>
            <a:off x="119476" y="1141150"/>
            <a:ext cx="7318880" cy="3862644"/>
            <a:chOff x="119476" y="1141150"/>
            <a:chExt cx="7318880" cy="3862644"/>
          </a:xfrm>
        </p:grpSpPr>
        <p:grpSp>
          <p:nvGrpSpPr>
            <p:cNvPr id="1305" name="Google Shape;1305;p22"/>
            <p:cNvGrpSpPr/>
            <p:nvPr/>
          </p:nvGrpSpPr>
          <p:grpSpPr>
            <a:xfrm rot="10800000">
              <a:off x="119476" y="1141150"/>
              <a:ext cx="298275" cy="322675"/>
              <a:chOff x="8667225" y="681525"/>
              <a:chExt cx="298275" cy="322675"/>
            </a:xfrm>
          </p:grpSpPr>
          <p:sp>
            <p:nvSpPr>
              <p:cNvPr id="1306" name="Google Shape;1306;p22"/>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07" name="Google Shape;1307;p22"/>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08" name="Google Shape;1308;p22"/>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309" name="Google Shape;1309;p22"/>
            <p:cNvGrpSpPr/>
            <p:nvPr/>
          </p:nvGrpSpPr>
          <p:grpSpPr>
            <a:xfrm rot="-5139163">
              <a:off x="6960991" y="4509560"/>
              <a:ext cx="254304" cy="683114"/>
              <a:chOff x="140150" y="4353245"/>
              <a:chExt cx="254310" cy="683130"/>
            </a:xfrm>
          </p:grpSpPr>
          <p:sp>
            <p:nvSpPr>
              <p:cNvPr id="1310" name="Google Shape;1310;p22"/>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1" name="Google Shape;1311;p22"/>
              <p:cNvSpPr/>
              <p:nvPr/>
            </p:nvSpPr>
            <p:spPr>
              <a:xfrm rot="10800000">
                <a:off x="146360" y="4668727"/>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2" name="Google Shape;1312;p22"/>
              <p:cNvSpPr/>
              <p:nvPr/>
            </p:nvSpPr>
            <p:spPr>
              <a:xfrm rot="10800000">
                <a:off x="343160" y="4863902"/>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3" name="Google Shape;1313;p22"/>
              <p:cNvSpPr/>
              <p:nvPr/>
            </p:nvSpPr>
            <p:spPr>
              <a:xfrm rot="10800000">
                <a:off x="141945" y="435324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314" name="Google Shape;1314;p22"/>
          <p:cNvGrpSpPr/>
          <p:nvPr/>
        </p:nvGrpSpPr>
        <p:grpSpPr>
          <a:xfrm>
            <a:off x="-3264108" y="1062527"/>
            <a:ext cx="12699758" cy="5125916"/>
            <a:chOff x="-3264108" y="1062527"/>
            <a:chExt cx="12699758" cy="5125916"/>
          </a:xfrm>
        </p:grpSpPr>
        <p:grpSp>
          <p:nvGrpSpPr>
            <p:cNvPr id="1315" name="Google Shape;1315;p22"/>
            <p:cNvGrpSpPr/>
            <p:nvPr/>
          </p:nvGrpSpPr>
          <p:grpSpPr>
            <a:xfrm rot="10800000">
              <a:off x="7825876" y="2716263"/>
              <a:ext cx="1609774" cy="2641456"/>
              <a:chOff x="-225924" y="-192037"/>
              <a:chExt cx="1609774" cy="2641456"/>
            </a:xfrm>
          </p:grpSpPr>
          <p:cxnSp>
            <p:nvCxnSpPr>
              <p:cNvPr id="1316" name="Google Shape;1316;p22"/>
              <p:cNvCxnSpPr>
                <a:stCxn id="1317" idx="7"/>
                <a:endCxn id="1318"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1318" name="Google Shape;1318;p22"/>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9" name="Google Shape;1319;p22"/>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0" name="Google Shape;1320;p22"/>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1" name="Google Shape;1321;p22"/>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2" name="Google Shape;1322;p22"/>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3" name="Google Shape;1323;p22"/>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24" name="Google Shape;1324;p22"/>
              <p:cNvCxnSpPr>
                <a:stCxn id="1323" idx="4"/>
                <a:endCxn id="1320"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1325" name="Google Shape;1325;p22"/>
              <p:cNvCxnSpPr>
                <a:stCxn id="1322" idx="4"/>
                <a:endCxn id="1320"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1326" name="Google Shape;1326;p22"/>
              <p:cNvCxnSpPr>
                <a:stCxn id="1322" idx="5"/>
                <a:endCxn id="1323"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1327" name="Google Shape;1327;p22"/>
              <p:cNvCxnSpPr>
                <a:stCxn id="1322" idx="0"/>
                <a:endCxn id="1319"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1328" name="Google Shape;1328;p22"/>
              <p:cNvCxnSpPr>
                <a:stCxn id="1322" idx="7"/>
                <a:endCxn id="1317"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1329" name="Google Shape;1329;p22"/>
              <p:cNvCxnSpPr>
                <a:stCxn id="1319" idx="5"/>
                <a:endCxn id="1317"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1330" name="Google Shape;1330;p22"/>
              <p:cNvCxnSpPr>
                <a:stCxn id="1319" idx="6"/>
                <a:endCxn id="1318"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1331" name="Google Shape;1331;p22"/>
              <p:cNvCxnSpPr>
                <a:stCxn id="1321" idx="2"/>
                <a:endCxn id="1319"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1332" name="Google Shape;1332;p22"/>
              <p:cNvCxnSpPr>
                <a:stCxn id="1323" idx="0"/>
                <a:endCxn id="1317"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1333" name="Google Shape;1333;p22"/>
              <p:cNvCxnSpPr>
                <a:stCxn id="1323" idx="0"/>
                <a:endCxn id="1321"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1317" name="Google Shape;1317;p22"/>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334" name="Google Shape;1334;p22"/>
            <p:cNvGrpSpPr/>
            <p:nvPr/>
          </p:nvGrpSpPr>
          <p:grpSpPr>
            <a:xfrm rot="2030497">
              <a:off x="-2581586" y="1819329"/>
              <a:ext cx="3816850" cy="3612312"/>
              <a:chOff x="-100549" y="47919"/>
              <a:chExt cx="4607849" cy="4360923"/>
            </a:xfrm>
          </p:grpSpPr>
          <p:sp>
            <p:nvSpPr>
              <p:cNvPr id="1335" name="Google Shape;1335;p22"/>
              <p:cNvSpPr/>
              <p:nvPr/>
            </p:nvSpPr>
            <p:spPr>
              <a:xfrm rot="10800000">
                <a:off x="4076800" y="2467368"/>
                <a:ext cx="234600" cy="23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6" name="Google Shape;1336;p22"/>
              <p:cNvSpPr/>
              <p:nvPr/>
            </p:nvSpPr>
            <p:spPr>
              <a:xfrm rot="10800000">
                <a:off x="1137802" y="3577294"/>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7" name="Google Shape;1337;p22"/>
              <p:cNvSpPr/>
              <p:nvPr/>
            </p:nvSpPr>
            <p:spPr>
              <a:xfrm rot="10800000">
                <a:off x="1731851" y="997900"/>
                <a:ext cx="484500" cy="484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8" name="Google Shape;1338;p22"/>
              <p:cNvSpPr/>
              <p:nvPr/>
            </p:nvSpPr>
            <p:spPr>
              <a:xfrm rot="10800000">
                <a:off x="2254926" y="2505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9" name="Google Shape;1339;p22"/>
              <p:cNvSpPr/>
              <p:nvPr/>
            </p:nvSpPr>
            <p:spPr>
              <a:xfrm rot="10800000">
                <a:off x="3685300" y="3636544"/>
                <a:ext cx="116100" cy="116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40" name="Google Shape;1340;p22"/>
              <p:cNvSpPr/>
              <p:nvPr/>
            </p:nvSpPr>
            <p:spPr>
              <a:xfrm rot="10800000">
                <a:off x="2254926" y="3903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41" name="Google Shape;1341;p22"/>
              <p:cNvSpPr/>
              <p:nvPr/>
            </p:nvSpPr>
            <p:spPr>
              <a:xfrm rot="10800000">
                <a:off x="3125451" y="1436544"/>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42" name="Google Shape;1342;p22"/>
              <p:cNvSpPr/>
              <p:nvPr/>
            </p:nvSpPr>
            <p:spPr>
              <a:xfrm rot="10800000">
                <a:off x="447667" y="2351269"/>
                <a:ext cx="116100" cy="11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43" name="Google Shape;1343;p22"/>
              <p:cNvCxnSpPr>
                <a:stCxn id="1339" idx="5"/>
                <a:endCxn id="1338" idx="1"/>
              </p:cNvCxnSpPr>
              <p:nvPr/>
            </p:nvCxnSpPr>
            <p:spPr>
              <a:xfrm rot="8769356">
                <a:off x="2782616" y="2360623"/>
                <a:ext cx="526274" cy="1572747"/>
              </a:xfrm>
              <a:prstGeom prst="straightConnector1">
                <a:avLst/>
              </a:prstGeom>
              <a:noFill/>
              <a:ln cap="flat" cmpd="sng" w="9525">
                <a:solidFill>
                  <a:schemeClr val="dk2"/>
                </a:solidFill>
                <a:prstDash val="solid"/>
                <a:round/>
                <a:headEnd len="med" w="med" type="none"/>
                <a:tailEnd len="med" w="med" type="none"/>
              </a:ln>
            </p:spPr>
          </p:cxnSp>
          <p:cxnSp>
            <p:nvCxnSpPr>
              <p:cNvPr id="1344" name="Google Shape;1344;p22"/>
              <p:cNvCxnSpPr>
                <a:stCxn id="1340" idx="4"/>
                <a:endCxn id="1338" idx="0"/>
              </p:cNvCxnSpPr>
              <p:nvPr/>
            </p:nvCxnSpPr>
            <p:spPr>
              <a:xfrm flipH="1" rot="8769075">
                <a:off x="1988166" y="2768320"/>
                <a:ext cx="691020" cy="1030498"/>
              </a:xfrm>
              <a:prstGeom prst="straightConnector1">
                <a:avLst/>
              </a:prstGeom>
              <a:noFill/>
              <a:ln cap="flat" cmpd="sng" w="9525">
                <a:solidFill>
                  <a:schemeClr val="dk2"/>
                </a:solidFill>
                <a:prstDash val="solid"/>
                <a:round/>
                <a:headEnd len="med" w="med" type="none"/>
                <a:tailEnd len="med" w="med" type="none"/>
              </a:ln>
            </p:spPr>
          </p:cxnSp>
          <p:cxnSp>
            <p:nvCxnSpPr>
              <p:cNvPr id="1345" name="Google Shape;1345;p22"/>
              <p:cNvCxnSpPr>
                <a:stCxn id="1335" idx="6"/>
                <a:endCxn id="1338" idx="2"/>
              </p:cNvCxnSpPr>
              <p:nvPr/>
            </p:nvCxnSpPr>
            <p:spPr>
              <a:xfrm rot="8769491">
                <a:off x="2553455" y="2121214"/>
                <a:ext cx="1382290" cy="926908"/>
              </a:xfrm>
              <a:prstGeom prst="straightConnector1">
                <a:avLst/>
              </a:prstGeom>
              <a:noFill/>
              <a:ln cap="flat" cmpd="sng" w="9525">
                <a:solidFill>
                  <a:schemeClr val="dk2"/>
                </a:solidFill>
                <a:prstDash val="solid"/>
                <a:round/>
                <a:headEnd len="med" w="med" type="none"/>
                <a:tailEnd len="med" w="med" type="none"/>
              </a:ln>
            </p:spPr>
          </p:cxnSp>
          <p:cxnSp>
            <p:nvCxnSpPr>
              <p:cNvPr id="1346" name="Google Shape;1346;p22"/>
              <p:cNvCxnSpPr>
                <a:stCxn id="1335" idx="0"/>
                <a:endCxn id="1339" idx="3"/>
              </p:cNvCxnSpPr>
              <p:nvPr/>
            </p:nvCxnSpPr>
            <p:spPr>
              <a:xfrm flipH="1" rot="-2030280">
                <a:off x="3554311" y="2896576"/>
                <a:ext cx="870078" cy="562385"/>
              </a:xfrm>
              <a:prstGeom prst="straightConnector1">
                <a:avLst/>
              </a:prstGeom>
              <a:noFill/>
              <a:ln cap="flat" cmpd="sng" w="9525">
                <a:solidFill>
                  <a:schemeClr val="dk2"/>
                </a:solidFill>
                <a:prstDash val="solid"/>
                <a:round/>
                <a:headEnd len="med" w="med" type="none"/>
                <a:tailEnd len="med" w="med" type="none"/>
              </a:ln>
            </p:spPr>
          </p:cxnSp>
          <p:cxnSp>
            <p:nvCxnSpPr>
              <p:cNvPr id="1347" name="Google Shape;1347;p22"/>
              <p:cNvCxnSpPr>
                <a:stCxn id="1339" idx="7"/>
                <a:endCxn id="1340" idx="2"/>
              </p:cNvCxnSpPr>
              <p:nvPr/>
            </p:nvCxnSpPr>
            <p:spPr>
              <a:xfrm rot="8769605">
                <a:off x="2452857" y="3602445"/>
                <a:ext cx="1208890" cy="513294"/>
              </a:xfrm>
              <a:prstGeom prst="straightConnector1">
                <a:avLst/>
              </a:prstGeom>
              <a:noFill/>
              <a:ln cap="flat" cmpd="sng" w="9525">
                <a:solidFill>
                  <a:schemeClr val="dk2"/>
                </a:solidFill>
                <a:prstDash val="solid"/>
                <a:round/>
                <a:headEnd len="med" w="med" type="none"/>
                <a:tailEnd len="med" w="med" type="none"/>
              </a:ln>
            </p:spPr>
          </p:cxnSp>
          <p:cxnSp>
            <p:nvCxnSpPr>
              <p:cNvPr id="1348" name="Google Shape;1348;p22"/>
              <p:cNvCxnSpPr>
                <a:stCxn id="1340" idx="6"/>
                <a:endCxn id="1336" idx="1"/>
              </p:cNvCxnSpPr>
              <p:nvPr/>
            </p:nvCxnSpPr>
            <p:spPr>
              <a:xfrm rot="8768875">
                <a:off x="1472857" y="3539834"/>
                <a:ext cx="647338" cy="680869"/>
              </a:xfrm>
              <a:prstGeom prst="straightConnector1">
                <a:avLst/>
              </a:prstGeom>
              <a:noFill/>
              <a:ln cap="flat" cmpd="sng" w="9525">
                <a:solidFill>
                  <a:schemeClr val="dk2"/>
                </a:solidFill>
                <a:prstDash val="solid"/>
                <a:round/>
                <a:headEnd len="med" w="med" type="none"/>
                <a:tailEnd len="med" w="med" type="none"/>
              </a:ln>
            </p:spPr>
          </p:cxnSp>
          <p:cxnSp>
            <p:nvCxnSpPr>
              <p:cNvPr id="1349" name="Google Shape;1349;p22"/>
              <p:cNvCxnSpPr>
                <a:stCxn id="1338" idx="7"/>
                <a:endCxn id="1336" idx="3"/>
              </p:cNvCxnSpPr>
              <p:nvPr/>
            </p:nvCxnSpPr>
            <p:spPr>
              <a:xfrm flipH="1" rot="-2030278">
                <a:off x="1147266" y="2984238"/>
                <a:ext cx="1321550" cy="283231"/>
              </a:xfrm>
              <a:prstGeom prst="straightConnector1">
                <a:avLst/>
              </a:prstGeom>
              <a:noFill/>
              <a:ln cap="flat" cmpd="sng" w="9525">
                <a:solidFill>
                  <a:schemeClr val="dk2"/>
                </a:solidFill>
                <a:prstDash val="solid"/>
                <a:round/>
                <a:headEnd len="med" w="med" type="none"/>
                <a:tailEnd len="med" w="med" type="none"/>
              </a:ln>
            </p:spPr>
          </p:cxnSp>
          <p:cxnSp>
            <p:nvCxnSpPr>
              <p:cNvPr id="1350" name="Google Shape;1350;p22"/>
              <p:cNvCxnSpPr>
                <a:stCxn id="1335" idx="5"/>
                <a:endCxn id="1341" idx="1"/>
              </p:cNvCxnSpPr>
              <p:nvPr/>
            </p:nvCxnSpPr>
            <p:spPr>
              <a:xfrm rot="8769493">
                <a:off x="3591334" y="1412692"/>
                <a:ext cx="188543" cy="1247164"/>
              </a:xfrm>
              <a:prstGeom prst="straightConnector1">
                <a:avLst/>
              </a:prstGeom>
              <a:noFill/>
              <a:ln cap="flat" cmpd="sng" w="9525">
                <a:solidFill>
                  <a:schemeClr val="dk2"/>
                </a:solidFill>
                <a:prstDash val="solid"/>
                <a:round/>
                <a:headEnd len="med" w="med" type="none"/>
                <a:tailEnd len="med" w="med" type="none"/>
              </a:ln>
            </p:spPr>
          </p:cxnSp>
          <p:cxnSp>
            <p:nvCxnSpPr>
              <p:cNvPr id="1351" name="Google Shape;1351;p22"/>
              <p:cNvCxnSpPr>
                <a:stCxn id="1341" idx="7"/>
                <a:endCxn id="1338" idx="3"/>
              </p:cNvCxnSpPr>
              <p:nvPr/>
            </p:nvCxnSpPr>
            <p:spPr>
              <a:xfrm flipH="1" rot="-2030495">
                <a:off x="2186803" y="1863549"/>
                <a:ext cx="1164126" cy="372760"/>
              </a:xfrm>
              <a:prstGeom prst="straightConnector1">
                <a:avLst/>
              </a:prstGeom>
              <a:noFill/>
              <a:ln cap="flat" cmpd="sng" w="9525">
                <a:solidFill>
                  <a:schemeClr val="dk2"/>
                </a:solidFill>
                <a:prstDash val="solid"/>
                <a:round/>
                <a:headEnd len="med" w="med" type="none"/>
                <a:tailEnd len="med" w="med" type="none"/>
              </a:ln>
            </p:spPr>
          </p:cxnSp>
          <p:cxnSp>
            <p:nvCxnSpPr>
              <p:cNvPr id="1352" name="Google Shape;1352;p22"/>
              <p:cNvCxnSpPr>
                <a:stCxn id="1341" idx="5"/>
                <a:endCxn id="1337" idx="2"/>
              </p:cNvCxnSpPr>
              <p:nvPr/>
            </p:nvCxnSpPr>
            <p:spPr>
              <a:xfrm rot="8769821">
                <a:off x="2356510" y="999099"/>
                <a:ext cx="651914" cy="701421"/>
              </a:xfrm>
              <a:prstGeom prst="straightConnector1">
                <a:avLst/>
              </a:prstGeom>
              <a:noFill/>
              <a:ln cap="flat" cmpd="sng" w="9525">
                <a:solidFill>
                  <a:schemeClr val="dk2"/>
                </a:solidFill>
                <a:prstDash val="solid"/>
                <a:round/>
                <a:headEnd len="med" w="med" type="none"/>
                <a:tailEnd len="med" w="med" type="none"/>
              </a:ln>
            </p:spPr>
          </p:cxnSp>
          <p:cxnSp>
            <p:nvCxnSpPr>
              <p:cNvPr id="1353" name="Google Shape;1353;p22"/>
              <p:cNvCxnSpPr>
                <a:stCxn id="1337" idx="0"/>
                <a:endCxn id="1338" idx="5"/>
              </p:cNvCxnSpPr>
              <p:nvPr/>
            </p:nvCxnSpPr>
            <p:spPr>
              <a:xfrm flipH="1" rot="-2029195">
                <a:off x="1960847" y="1486358"/>
                <a:ext cx="330408" cy="1038486"/>
              </a:xfrm>
              <a:prstGeom prst="straightConnector1">
                <a:avLst/>
              </a:prstGeom>
              <a:noFill/>
              <a:ln cap="flat" cmpd="sng" w="9525">
                <a:solidFill>
                  <a:schemeClr val="dk2"/>
                </a:solidFill>
                <a:prstDash val="solid"/>
                <a:round/>
                <a:headEnd len="med" w="med" type="none"/>
                <a:tailEnd len="med" w="med" type="none"/>
              </a:ln>
            </p:spPr>
          </p:cxnSp>
          <p:cxnSp>
            <p:nvCxnSpPr>
              <p:cNvPr id="1354" name="Google Shape;1354;p22"/>
              <p:cNvCxnSpPr>
                <a:stCxn id="1337" idx="7"/>
                <a:endCxn id="1342" idx="3"/>
              </p:cNvCxnSpPr>
              <p:nvPr/>
            </p:nvCxnSpPr>
            <p:spPr>
              <a:xfrm flipH="1" rot="-2030477">
                <a:off x="386634" y="1842270"/>
                <a:ext cx="1576242" cy="95353"/>
              </a:xfrm>
              <a:prstGeom prst="straightConnector1">
                <a:avLst/>
              </a:prstGeom>
              <a:noFill/>
              <a:ln cap="flat" cmpd="sng" w="9525">
                <a:solidFill>
                  <a:schemeClr val="dk2"/>
                </a:solidFill>
                <a:prstDash val="solid"/>
                <a:round/>
                <a:headEnd len="med" w="med" type="none"/>
                <a:tailEnd len="med" w="med" type="none"/>
              </a:ln>
            </p:spPr>
          </p:cxnSp>
          <p:cxnSp>
            <p:nvCxnSpPr>
              <p:cNvPr id="1355" name="Google Shape;1355;p22"/>
              <p:cNvCxnSpPr>
                <a:stCxn id="1338" idx="6"/>
                <a:endCxn id="1342" idx="2"/>
              </p:cNvCxnSpPr>
              <p:nvPr/>
            </p:nvCxnSpPr>
            <p:spPr>
              <a:xfrm rot="8769842">
                <a:off x="755690" y="1953080"/>
                <a:ext cx="1307072" cy="1087577"/>
              </a:xfrm>
              <a:prstGeom prst="straightConnector1">
                <a:avLst/>
              </a:prstGeom>
              <a:noFill/>
              <a:ln cap="flat" cmpd="sng" w="9525">
                <a:solidFill>
                  <a:schemeClr val="dk2"/>
                </a:solidFill>
                <a:prstDash val="solid"/>
                <a:round/>
                <a:headEnd len="med" w="med" type="none"/>
                <a:tailEnd len="med" w="med" type="none"/>
              </a:ln>
            </p:spPr>
          </p:cxnSp>
          <p:cxnSp>
            <p:nvCxnSpPr>
              <p:cNvPr id="1356" name="Google Shape;1356;p22"/>
              <p:cNvCxnSpPr>
                <a:stCxn id="1342" idx="0"/>
                <a:endCxn id="1336" idx="5"/>
              </p:cNvCxnSpPr>
              <p:nvPr/>
            </p:nvCxnSpPr>
            <p:spPr>
              <a:xfrm flipH="1" rot="-2024821">
                <a:off x="797015" y="2378694"/>
                <a:ext cx="83704" cy="1321550"/>
              </a:xfrm>
              <a:prstGeom prst="straightConnector1">
                <a:avLst/>
              </a:prstGeom>
              <a:noFill/>
              <a:ln cap="flat" cmpd="sng" w="9525">
                <a:solidFill>
                  <a:schemeClr val="dk2"/>
                </a:solidFill>
                <a:prstDash val="solid"/>
                <a:round/>
                <a:headEnd len="med" w="med" type="none"/>
                <a:tailEnd len="med" w="med" type="none"/>
              </a:ln>
            </p:spPr>
          </p:cxnSp>
          <p:cxnSp>
            <p:nvCxnSpPr>
              <p:cNvPr id="1357" name="Google Shape;1357;p22"/>
              <p:cNvCxnSpPr>
                <a:stCxn id="1339" idx="4"/>
                <a:endCxn id="1337" idx="1"/>
              </p:cNvCxnSpPr>
              <p:nvPr/>
            </p:nvCxnSpPr>
            <p:spPr>
              <a:xfrm rot="8775347">
                <a:off x="2900285" y="1155017"/>
                <a:ext cx="88031" cy="2737955"/>
              </a:xfrm>
              <a:prstGeom prst="straightConnector1">
                <a:avLst/>
              </a:prstGeom>
              <a:noFill/>
              <a:ln cap="flat" cmpd="sng" w="9525">
                <a:solidFill>
                  <a:schemeClr val="dk2"/>
                </a:solidFill>
                <a:prstDash val="solid"/>
                <a:round/>
                <a:headEnd len="med" w="med" type="none"/>
                <a:tailEnd len="med" w="med" type="none"/>
              </a:ln>
            </p:spPr>
          </p:cxnSp>
          <p:cxnSp>
            <p:nvCxnSpPr>
              <p:cNvPr id="1358" name="Google Shape;1358;p22"/>
              <p:cNvCxnSpPr>
                <a:stCxn id="1336" idx="4"/>
                <a:endCxn id="1337" idx="7"/>
              </p:cNvCxnSpPr>
              <p:nvPr/>
            </p:nvCxnSpPr>
            <p:spPr>
              <a:xfrm flipH="1" rot="8769813">
                <a:off x="698488" y="1747510"/>
                <a:ext cx="1661027" cy="1493868"/>
              </a:xfrm>
              <a:prstGeom prst="straightConnector1">
                <a:avLst/>
              </a:prstGeom>
              <a:noFill/>
              <a:ln cap="flat" cmpd="sng" w="9525">
                <a:solidFill>
                  <a:schemeClr val="dk2"/>
                </a:solidFill>
                <a:prstDash val="solid"/>
                <a:round/>
                <a:headEnd len="med" w="med" type="none"/>
                <a:tailEnd len="med" w="med" type="none"/>
              </a:ln>
            </p:spPr>
          </p:cxnSp>
          <p:cxnSp>
            <p:nvCxnSpPr>
              <p:cNvPr id="1359" name="Google Shape;1359;p22"/>
              <p:cNvCxnSpPr>
                <a:stCxn id="1335" idx="5"/>
                <a:endCxn id="1337" idx="1"/>
              </p:cNvCxnSpPr>
              <p:nvPr/>
            </p:nvCxnSpPr>
            <p:spPr>
              <a:xfrm rot="8769113">
                <a:off x="2615603" y="956497"/>
                <a:ext cx="1025506" cy="2000256"/>
              </a:xfrm>
              <a:prstGeom prst="straightConnector1">
                <a:avLst/>
              </a:prstGeom>
              <a:noFill/>
              <a:ln cap="flat" cmpd="sng" w="9525">
                <a:solidFill>
                  <a:schemeClr val="dk2"/>
                </a:solidFill>
                <a:prstDash val="solid"/>
                <a:round/>
                <a:headEnd len="med" w="med" type="none"/>
                <a:tailEnd len="med" w="med" type="none"/>
              </a:ln>
            </p:spPr>
          </p:cxnSp>
          <p:sp>
            <p:nvSpPr>
              <p:cNvPr id="1360" name="Google Shape;1360;p22"/>
              <p:cNvSpPr/>
              <p:nvPr/>
            </p:nvSpPr>
            <p:spPr>
              <a:xfrm rot="10800000">
                <a:off x="873701" y="691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61" name="Google Shape;1361;p22"/>
              <p:cNvCxnSpPr>
                <a:stCxn id="1342" idx="4"/>
                <a:endCxn id="1360" idx="7"/>
              </p:cNvCxnSpPr>
              <p:nvPr/>
            </p:nvCxnSpPr>
            <p:spPr>
              <a:xfrm flipH="1" rot="8769580">
                <a:off x="114237" y="1064376"/>
                <a:ext cx="1173861" cy="1048886"/>
              </a:xfrm>
              <a:prstGeom prst="straightConnector1">
                <a:avLst/>
              </a:prstGeom>
              <a:noFill/>
              <a:ln cap="flat" cmpd="sng" w="9525">
                <a:solidFill>
                  <a:schemeClr val="dk2"/>
                </a:solidFill>
                <a:prstDash val="solid"/>
                <a:round/>
                <a:headEnd len="med" w="med" type="none"/>
                <a:tailEnd len="med" w="med" type="none"/>
              </a:ln>
            </p:spPr>
          </p:cxnSp>
          <p:cxnSp>
            <p:nvCxnSpPr>
              <p:cNvPr id="1362" name="Google Shape;1362;p22"/>
              <p:cNvCxnSpPr>
                <a:stCxn id="1360" idx="2"/>
                <a:endCxn id="1337" idx="5"/>
              </p:cNvCxnSpPr>
              <p:nvPr/>
            </p:nvCxnSpPr>
            <p:spPr>
              <a:xfrm rot="-2029235">
                <a:off x="1179725" y="581031"/>
                <a:ext cx="474852" cy="677375"/>
              </a:xfrm>
              <a:prstGeom prst="straightConnector1">
                <a:avLst/>
              </a:prstGeom>
              <a:noFill/>
              <a:ln cap="flat" cmpd="sng" w="9525">
                <a:solidFill>
                  <a:schemeClr val="dk2"/>
                </a:solidFill>
                <a:prstDash val="solid"/>
                <a:round/>
                <a:headEnd len="med" w="med" type="none"/>
                <a:tailEnd len="med" w="med" type="none"/>
              </a:ln>
            </p:spPr>
          </p:cxnSp>
          <p:cxnSp>
            <p:nvCxnSpPr>
              <p:cNvPr id="1363" name="Google Shape;1363;p22"/>
              <p:cNvCxnSpPr>
                <a:stCxn id="1360" idx="0"/>
                <a:endCxn id="1336" idx="4"/>
              </p:cNvCxnSpPr>
              <p:nvPr/>
            </p:nvCxnSpPr>
            <p:spPr>
              <a:xfrm flipH="1" rot="-2030204">
                <a:off x="469943" y="996108"/>
                <a:ext cx="1267716" cy="2434421"/>
              </a:xfrm>
              <a:prstGeom prst="straightConnector1">
                <a:avLst/>
              </a:prstGeom>
              <a:noFill/>
              <a:ln cap="flat" cmpd="sng" w="9525">
                <a:solidFill>
                  <a:schemeClr val="dk2"/>
                </a:solidFill>
                <a:prstDash val="solid"/>
                <a:round/>
                <a:headEnd len="med" w="med" type="none"/>
                <a:tailEnd len="med" w="med" type="none"/>
              </a:ln>
            </p:spPr>
          </p:cxnSp>
          <p:cxnSp>
            <p:nvCxnSpPr>
              <p:cNvPr id="1364" name="Google Shape;1364;p22"/>
              <p:cNvCxnSpPr>
                <a:stCxn id="1360" idx="1"/>
                <a:endCxn id="1338" idx="5"/>
              </p:cNvCxnSpPr>
              <p:nvPr/>
            </p:nvCxnSpPr>
            <p:spPr>
              <a:xfrm rot="-2032139">
                <a:off x="1589793" y="616894"/>
                <a:ext cx="106586" cy="2121320"/>
              </a:xfrm>
              <a:prstGeom prst="straightConnector1">
                <a:avLst/>
              </a:prstGeom>
              <a:noFill/>
              <a:ln cap="flat" cmpd="sng" w="9525">
                <a:solidFill>
                  <a:schemeClr val="dk2"/>
                </a:solidFill>
                <a:prstDash val="solid"/>
                <a:round/>
                <a:headEnd len="med" w="med" type="none"/>
                <a:tailEnd len="med" w="med" type="none"/>
              </a:ln>
            </p:spPr>
          </p:cxnSp>
          <p:sp>
            <p:nvSpPr>
              <p:cNvPr id="1365" name="Google Shape;1365;p22"/>
              <p:cNvSpPr/>
              <p:nvPr/>
            </p:nvSpPr>
            <p:spPr>
              <a:xfrm rot="10800000">
                <a:off x="2346923" y="285337"/>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66" name="Google Shape;1366;p22"/>
              <p:cNvCxnSpPr>
                <a:stCxn id="1360" idx="2"/>
                <a:endCxn id="1365" idx="6"/>
              </p:cNvCxnSpPr>
              <p:nvPr/>
            </p:nvCxnSpPr>
            <p:spPr>
              <a:xfrm rot="-2030441">
                <a:off x="1040224" y="373064"/>
                <a:ext cx="1297753" cy="427010"/>
              </a:xfrm>
              <a:prstGeom prst="straightConnector1">
                <a:avLst/>
              </a:prstGeom>
              <a:noFill/>
              <a:ln cap="flat" cmpd="sng" w="9525">
                <a:solidFill>
                  <a:schemeClr val="dk2"/>
                </a:solidFill>
                <a:prstDash val="solid"/>
                <a:round/>
                <a:headEnd len="med" w="med" type="none"/>
                <a:tailEnd len="med" w="med" type="none"/>
              </a:ln>
            </p:spPr>
          </p:cxnSp>
          <p:cxnSp>
            <p:nvCxnSpPr>
              <p:cNvPr id="1367" name="Google Shape;1367;p22"/>
              <p:cNvCxnSpPr>
                <a:stCxn id="1365" idx="1"/>
                <a:endCxn id="1341" idx="5"/>
              </p:cNvCxnSpPr>
              <p:nvPr/>
            </p:nvCxnSpPr>
            <p:spPr>
              <a:xfrm flipH="1" rot="-2034703">
                <a:off x="2826258" y="400719"/>
                <a:ext cx="43017" cy="1143823"/>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368" name="Shape 1368"/>
        <p:cNvGrpSpPr/>
        <p:nvPr/>
      </p:nvGrpSpPr>
      <p:grpSpPr>
        <a:xfrm>
          <a:off x="0" y="0"/>
          <a:ext cx="0" cy="0"/>
          <a:chOff x="0" y="0"/>
          <a:chExt cx="0" cy="0"/>
        </a:xfrm>
      </p:grpSpPr>
      <p:grpSp>
        <p:nvGrpSpPr>
          <p:cNvPr id="1369" name="Google Shape;1369;p23"/>
          <p:cNvGrpSpPr/>
          <p:nvPr/>
        </p:nvGrpSpPr>
        <p:grpSpPr>
          <a:xfrm>
            <a:off x="190301" y="174004"/>
            <a:ext cx="8808974" cy="4007621"/>
            <a:chOff x="190301" y="174004"/>
            <a:chExt cx="8808974" cy="4007621"/>
          </a:xfrm>
        </p:grpSpPr>
        <p:grpSp>
          <p:nvGrpSpPr>
            <p:cNvPr id="1370" name="Google Shape;1370;p23"/>
            <p:cNvGrpSpPr/>
            <p:nvPr/>
          </p:nvGrpSpPr>
          <p:grpSpPr>
            <a:xfrm rot="10800000">
              <a:off x="190301" y="3858950"/>
              <a:ext cx="298275" cy="322675"/>
              <a:chOff x="8667225" y="681525"/>
              <a:chExt cx="298275" cy="322675"/>
            </a:xfrm>
          </p:grpSpPr>
          <p:sp>
            <p:nvSpPr>
              <p:cNvPr id="1371" name="Google Shape;1371;p23"/>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2" name="Google Shape;1372;p23"/>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3" name="Google Shape;1373;p23"/>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374" name="Google Shape;1374;p23"/>
            <p:cNvGrpSpPr/>
            <p:nvPr/>
          </p:nvGrpSpPr>
          <p:grpSpPr>
            <a:xfrm rot="-5139163">
              <a:off x="8591694" y="201328"/>
              <a:ext cx="406266" cy="379191"/>
              <a:chOff x="140150" y="4657175"/>
              <a:chExt cx="406275" cy="379200"/>
            </a:xfrm>
          </p:grpSpPr>
          <p:sp>
            <p:nvSpPr>
              <p:cNvPr id="1375" name="Google Shape;1375;p23"/>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6" name="Google Shape;1376;p23"/>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7" name="Google Shape;1377;p23"/>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8" name="Google Shape;1378;p23"/>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379" name="Google Shape;1379;p23"/>
          <p:cNvGrpSpPr/>
          <p:nvPr/>
        </p:nvGrpSpPr>
        <p:grpSpPr>
          <a:xfrm>
            <a:off x="115024" y="-2374836"/>
            <a:ext cx="8971639" cy="9886184"/>
            <a:chOff x="115024" y="-2374836"/>
            <a:chExt cx="8971639" cy="9886184"/>
          </a:xfrm>
        </p:grpSpPr>
        <p:grpSp>
          <p:nvGrpSpPr>
            <p:cNvPr id="1380" name="Google Shape;1380;p23"/>
            <p:cNvGrpSpPr/>
            <p:nvPr/>
          </p:nvGrpSpPr>
          <p:grpSpPr>
            <a:xfrm flipH="1">
              <a:off x="115024" y="-2374836"/>
              <a:ext cx="3687215" cy="3485542"/>
              <a:chOff x="5337386" y="-2374836"/>
              <a:chExt cx="3687215" cy="3485542"/>
            </a:xfrm>
          </p:grpSpPr>
          <p:sp>
            <p:nvSpPr>
              <p:cNvPr id="1381" name="Google Shape;1381;p23"/>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2" name="Google Shape;1382;p23"/>
              <p:cNvSpPr/>
              <p:nvPr/>
            </p:nvSpPr>
            <p:spPr>
              <a:xfrm rot="9699868">
                <a:off x="6325487" y="-94127"/>
                <a:ext cx="164028" cy="164028"/>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3" name="Google Shape;1383;p23"/>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4" name="Google Shape;1384;p23"/>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5" name="Google Shape;1385;p23"/>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6" name="Google Shape;1386;p23"/>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7" name="Google Shape;1387;p23"/>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8" name="Google Shape;1388;p23"/>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89" name="Google Shape;1389;p23"/>
              <p:cNvCxnSpPr>
                <a:stCxn id="1385" idx="5"/>
                <a:endCxn id="1384"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1390" name="Google Shape;1390;p23"/>
              <p:cNvCxnSpPr>
                <a:stCxn id="1386" idx="4"/>
                <a:endCxn id="1384"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1391" name="Google Shape;1391;p23"/>
              <p:cNvCxnSpPr>
                <a:stCxn id="1381" idx="0"/>
                <a:endCxn id="1385"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1392" name="Google Shape;1392;p23"/>
              <p:cNvCxnSpPr>
                <a:stCxn id="1385" idx="6"/>
                <a:endCxn id="1386"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1393" name="Google Shape;1393;p23"/>
              <p:cNvCxnSpPr>
                <a:stCxn id="1386" idx="6"/>
                <a:endCxn id="1382"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1394" name="Google Shape;1394;p23"/>
              <p:cNvCxnSpPr>
                <a:stCxn id="1384" idx="6"/>
                <a:endCxn id="1382"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1395" name="Google Shape;1395;p23"/>
              <p:cNvCxnSpPr>
                <a:stCxn id="1381" idx="6"/>
                <a:endCxn id="1387"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1396" name="Google Shape;1396;p23"/>
              <p:cNvCxnSpPr>
                <a:stCxn id="1381" idx="7"/>
                <a:endCxn id="1384"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1397" name="Google Shape;1397;p23"/>
              <p:cNvCxnSpPr>
                <a:stCxn id="1387" idx="7"/>
                <a:endCxn id="1383"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1398" name="Google Shape;1398;p23"/>
              <p:cNvCxnSpPr>
                <a:stCxn id="1383" idx="0"/>
                <a:endCxn id="1384"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1399" name="Google Shape;1399;p23"/>
              <p:cNvCxnSpPr>
                <a:stCxn id="1388" idx="2"/>
                <a:endCxn id="1382"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1400" name="Google Shape;1400;p23"/>
              <p:cNvCxnSpPr>
                <a:stCxn id="1386" idx="7"/>
                <a:endCxn id="1388"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1401" name="Google Shape;1401;p23"/>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02" name="Google Shape;1402;p23"/>
              <p:cNvCxnSpPr>
                <a:stCxn id="1388" idx="3"/>
                <a:endCxn id="1401"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1403" name="Google Shape;1403;p23"/>
              <p:cNvCxnSpPr>
                <a:stCxn id="1401" idx="2"/>
                <a:endCxn id="1383"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1404" name="Google Shape;1404;p23"/>
              <p:cNvCxnSpPr>
                <a:stCxn id="1401" idx="0"/>
                <a:endCxn id="1382"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1405" name="Google Shape;1405;p23"/>
              <p:cNvCxnSpPr>
                <a:stCxn id="1401" idx="1"/>
                <a:endCxn id="1384"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1406" name="Google Shape;1406;p23"/>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07" name="Google Shape;1407;p23"/>
              <p:cNvCxnSpPr>
                <a:stCxn id="1383" idx="2"/>
                <a:endCxn id="1406"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1408" name="Google Shape;1408;p23"/>
              <p:cNvCxnSpPr>
                <a:stCxn id="1406" idx="3"/>
                <a:endCxn id="1381"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1409" name="Google Shape;1409;p23"/>
              <p:cNvCxnSpPr>
                <a:stCxn id="1384" idx="4"/>
                <a:endCxn id="1406"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1410" name="Google Shape;1410;p23"/>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11" name="Google Shape;1411;p23"/>
              <p:cNvCxnSpPr>
                <a:stCxn id="1384" idx="0"/>
                <a:endCxn id="1410"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1412" name="Google Shape;1412;p23"/>
              <p:cNvCxnSpPr>
                <a:stCxn id="1385" idx="7"/>
                <a:endCxn id="1410"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1413" name="Google Shape;1413;p23"/>
            <p:cNvGrpSpPr/>
            <p:nvPr/>
          </p:nvGrpSpPr>
          <p:grpSpPr>
            <a:xfrm>
              <a:off x="4731484" y="3997585"/>
              <a:ext cx="4355179" cy="3513764"/>
              <a:chOff x="720009" y="3852908"/>
              <a:chExt cx="4355179" cy="3513764"/>
            </a:xfrm>
          </p:grpSpPr>
          <p:sp>
            <p:nvSpPr>
              <p:cNvPr id="1414" name="Google Shape;1414;p23"/>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5" name="Google Shape;1415;p23"/>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6" name="Google Shape;1416;p23"/>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7" name="Google Shape;1417;p23"/>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8" name="Google Shape;1418;p23"/>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9" name="Google Shape;1419;p23"/>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20" name="Google Shape;1420;p23"/>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21" name="Google Shape;1421;p23"/>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22" name="Google Shape;1422;p23"/>
              <p:cNvCxnSpPr>
                <a:stCxn id="1419" idx="4"/>
                <a:endCxn id="1417"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1423" name="Google Shape;1423;p23"/>
              <p:cNvCxnSpPr>
                <a:stCxn id="1414" idx="7"/>
                <a:endCxn id="1418"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1424" name="Google Shape;1424;p23"/>
              <p:cNvCxnSpPr>
                <a:stCxn id="1418" idx="7"/>
                <a:endCxn id="1419"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1425" name="Google Shape;1425;p23"/>
              <p:cNvCxnSpPr>
                <a:stCxn id="1419" idx="6"/>
                <a:endCxn id="1415"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1426" name="Google Shape;1426;p23"/>
              <p:cNvCxnSpPr>
                <a:stCxn id="1417" idx="7"/>
                <a:endCxn id="1415"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1427" name="Google Shape;1427;p23"/>
              <p:cNvCxnSpPr>
                <a:stCxn id="1414" idx="6"/>
                <a:endCxn id="1420"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1428" name="Google Shape;1428;p23"/>
              <p:cNvCxnSpPr>
                <a:stCxn id="1420" idx="0"/>
                <a:endCxn id="1417"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1429" name="Google Shape;1429;p23"/>
              <p:cNvCxnSpPr>
                <a:stCxn id="1420" idx="5"/>
                <a:endCxn id="1416"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1430" name="Google Shape;1430;p23"/>
              <p:cNvCxnSpPr>
                <a:stCxn id="1416" idx="0"/>
                <a:endCxn id="1417"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1431" name="Google Shape;1431;p23"/>
              <p:cNvCxnSpPr>
                <a:stCxn id="1416" idx="7"/>
                <a:endCxn id="1421"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1432" name="Google Shape;1432;p23"/>
              <p:cNvCxnSpPr>
                <a:stCxn id="1417" idx="6"/>
                <a:endCxn id="1421"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1433" name="Google Shape;1433;p23"/>
              <p:cNvCxnSpPr>
                <a:stCxn id="1421" idx="0"/>
                <a:endCxn id="1415"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1434" name="Google Shape;1434;p23"/>
              <p:cNvCxnSpPr>
                <a:stCxn id="1419" idx="5"/>
                <a:endCxn id="1421"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1435" name="Google Shape;1435;p23"/>
              <p:cNvCxnSpPr>
                <a:stCxn id="1418" idx="6"/>
                <a:endCxn id="1421"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1436" name="Google Shape;1436;p23"/>
              <p:cNvCxnSpPr>
                <a:stCxn id="1418" idx="5"/>
                <a:endCxn id="1420"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1437" name="Google Shape;1437;p23"/>
              <p:cNvCxnSpPr>
                <a:stCxn id="1415" idx="4"/>
                <a:endCxn id="1416"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1438" name="Google Shape;1438;p23"/>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39" name="Google Shape;1439;p23"/>
              <p:cNvCxnSpPr>
                <a:stCxn id="1421" idx="4"/>
                <a:endCxn id="1438"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1440" name="Google Shape;1440;p23"/>
              <p:cNvCxnSpPr>
                <a:stCxn id="1438" idx="1"/>
                <a:endCxn id="1416"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1441" name="Google Shape;1441;p23"/>
              <p:cNvSpPr/>
              <p:nvPr/>
            </p:nvSpPr>
            <p:spPr>
              <a:xfrm rot="8759498">
                <a:off x="1785083" y="4514433"/>
                <a:ext cx="194703" cy="194703"/>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42" name="Google Shape;1442;p23"/>
              <p:cNvCxnSpPr>
                <a:stCxn id="1438" idx="2"/>
                <a:endCxn id="1441"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1443" name="Google Shape;1443;p23"/>
              <p:cNvCxnSpPr>
                <a:stCxn id="1441" idx="1"/>
                <a:endCxn id="1420"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1444" name="Google Shape;1444;p23"/>
              <p:cNvCxnSpPr>
                <a:stCxn id="1441" idx="7"/>
                <a:endCxn id="1416"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48" name="Shape 1448"/>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1449" name="Shape 1449"/>
        <p:cNvGrpSpPr/>
        <p:nvPr/>
      </p:nvGrpSpPr>
      <p:grpSpPr>
        <a:xfrm>
          <a:off x="0" y="0"/>
          <a:ext cx="0" cy="0"/>
          <a:chOff x="0" y="0"/>
          <a:chExt cx="0" cy="0"/>
        </a:xfrm>
      </p:grpSpPr>
      <p:sp>
        <p:nvSpPr>
          <p:cNvPr id="1450" name="Google Shape;1450;p26"/>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Arial"/>
              <a:buNone/>
              <a:defRPr>
                <a:solidFill>
                  <a:schemeClr val="lt1"/>
                </a:solidFill>
                <a:latin typeface="Arial"/>
                <a:ea typeface="Arial"/>
                <a:cs typeface="Arial"/>
                <a:sym typeface="Arial"/>
              </a:defRPr>
            </a:lvl1pPr>
            <a:lvl2pPr lvl="1">
              <a:spcBef>
                <a:spcPts val="0"/>
              </a:spcBef>
              <a:spcAft>
                <a:spcPts val="0"/>
              </a:spcAft>
              <a:buSzPts val="2400"/>
              <a:buFont typeface="Arial"/>
              <a:buNone/>
              <a:defRPr>
                <a:latin typeface="Arial"/>
                <a:ea typeface="Arial"/>
                <a:cs typeface="Arial"/>
                <a:sym typeface="Arial"/>
              </a:defRPr>
            </a:lvl2pPr>
            <a:lvl3pPr lvl="2">
              <a:spcBef>
                <a:spcPts val="0"/>
              </a:spcBef>
              <a:spcAft>
                <a:spcPts val="0"/>
              </a:spcAft>
              <a:buSzPts val="2400"/>
              <a:buFont typeface="Arial"/>
              <a:buNone/>
              <a:defRPr>
                <a:latin typeface="Arial"/>
                <a:ea typeface="Arial"/>
                <a:cs typeface="Arial"/>
                <a:sym typeface="Arial"/>
              </a:defRPr>
            </a:lvl3pPr>
            <a:lvl4pPr lvl="3">
              <a:spcBef>
                <a:spcPts val="0"/>
              </a:spcBef>
              <a:spcAft>
                <a:spcPts val="0"/>
              </a:spcAft>
              <a:buSzPts val="2400"/>
              <a:buFont typeface="Arial"/>
              <a:buNone/>
              <a:defRPr>
                <a:latin typeface="Arial"/>
                <a:ea typeface="Arial"/>
                <a:cs typeface="Arial"/>
                <a:sym typeface="Arial"/>
              </a:defRPr>
            </a:lvl4pPr>
            <a:lvl5pPr lvl="4">
              <a:spcBef>
                <a:spcPts val="0"/>
              </a:spcBef>
              <a:spcAft>
                <a:spcPts val="0"/>
              </a:spcAft>
              <a:buSzPts val="2400"/>
              <a:buFont typeface="Arial"/>
              <a:buNone/>
              <a:defRPr>
                <a:latin typeface="Arial"/>
                <a:ea typeface="Arial"/>
                <a:cs typeface="Arial"/>
                <a:sym typeface="Arial"/>
              </a:defRPr>
            </a:lvl5pPr>
            <a:lvl6pPr lvl="5">
              <a:spcBef>
                <a:spcPts val="0"/>
              </a:spcBef>
              <a:spcAft>
                <a:spcPts val="0"/>
              </a:spcAft>
              <a:buSzPts val="2400"/>
              <a:buFont typeface="Arial"/>
              <a:buNone/>
              <a:defRPr>
                <a:latin typeface="Arial"/>
                <a:ea typeface="Arial"/>
                <a:cs typeface="Arial"/>
                <a:sym typeface="Arial"/>
              </a:defRPr>
            </a:lvl6pPr>
            <a:lvl7pPr lvl="6">
              <a:spcBef>
                <a:spcPts val="0"/>
              </a:spcBef>
              <a:spcAft>
                <a:spcPts val="0"/>
              </a:spcAft>
              <a:buSzPts val="2400"/>
              <a:buFont typeface="Arial"/>
              <a:buNone/>
              <a:defRPr>
                <a:latin typeface="Arial"/>
                <a:ea typeface="Arial"/>
                <a:cs typeface="Arial"/>
                <a:sym typeface="Arial"/>
              </a:defRPr>
            </a:lvl7pPr>
            <a:lvl8pPr lvl="7">
              <a:spcBef>
                <a:spcPts val="0"/>
              </a:spcBef>
              <a:spcAft>
                <a:spcPts val="0"/>
              </a:spcAft>
              <a:buSzPts val="2400"/>
              <a:buFont typeface="Arial"/>
              <a:buNone/>
              <a:defRPr>
                <a:latin typeface="Arial"/>
                <a:ea typeface="Arial"/>
                <a:cs typeface="Arial"/>
                <a:sym typeface="Arial"/>
              </a:defRPr>
            </a:lvl8pPr>
            <a:lvl9pPr lvl="8">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1445" name="Shape 1445"/>
        <p:cNvGrpSpPr/>
        <p:nvPr/>
      </p:nvGrpSpPr>
      <p:grpSpPr>
        <a:xfrm>
          <a:off x="0" y="0"/>
          <a:ext cx="0" cy="0"/>
          <a:chOff x="0" y="0"/>
          <a:chExt cx="0" cy="0"/>
        </a:xfrm>
      </p:grpSpPr>
      <p:sp>
        <p:nvSpPr>
          <p:cNvPr id="1446" name="Google Shape;1446;p24"/>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1447" name="Google Shape;1447;p24"/>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Tính đơn điệu và cực trị của hàm số</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Khởi động: Quan sát đồ thị</a:t>
            </a:r>
          </a:p>
        </p:txBody>
      </p:sp>
      <p:sp>
        <p:nvSpPr>
          <p:cNvPr id="3" name="Title 2"/>
          <p:cNvSpPr>
            <a:spLocks noGrp="1"/>
          </p:cNvSpPr>
          <p:nvPr>
            <p:ph type="title" idx="2"/>
          </p:nvPr>
        </p:nvSpPr>
        <p:spPr/>
        <p:txBody>
          <a:bodyPr/>
          <a:lstStyle/>
          <a:p>
            <a:r>
              <a:t>Khởi động: Quan sát đồ thị</a:t>
            </a:r>
          </a:p>
        </p:txBody>
      </p:sp>
      <p:sp>
        <p:nvSpPr>
          <p:cNvPr id="4" name="Subtitle 3"/>
          <p:cNvSpPr>
            <a:spLocks noGrp="1"/>
          </p:cNvSpPr>
          <p:nvPr>
            <p:ph type="subTitle" idx="1"/>
          </p:nvPr>
        </p:nvSpPr>
        <p:spPr/>
        <p:txBody>
          <a:bodyPr wrap="square"/>
          <a:lstStyle/>
          <a:p>
            <a:r>
              <a:rPr sz="1800">
                <a:solidFill>
                  <a:srgbClr val="2C3E50"/>
                </a:solidFill>
                <a:latin typeface="Times New Roman"/>
              </a:rPr>
              <a:t>• Xét hàm số y = x³ - 3x trên đoạn [-2, 2].</a:t>
            </a:r>
          </a:p>
          <a:p>
            <a:r>
              <a:rPr sz="1800">
                <a:solidFill>
                  <a:srgbClr val="2C3E50"/>
                </a:solidFill>
                <a:latin typeface="Times New Roman"/>
              </a:rPr>
              <a:t>• Trong các khoảng nào thì đồ thị đi lên từ trái sang phải?</a:t>
            </a:r>
          </a:p>
          <a:p>
            <a:r>
              <a:rPr sz="1800">
                <a:solidFill>
                  <a:srgbClr val="2C3E50"/>
                </a:solidFill>
                <a:latin typeface="Times New Roman"/>
              </a:rPr>
              <a:t>• Trong các khoảng nào thì đồ thị đi xuống từ trái sang phải?</a:t>
            </a:r>
          </a:p>
          <a:p>
            <a:r>
              <a:rPr sz="1800">
                <a:solidFill>
                  <a:srgbClr val="2C3E50"/>
                </a:solidFill>
                <a:latin typeface="Times New Roman"/>
              </a:rPr>
              <a:t>• Điểm nhô cao nhất và lõm sâu nhất cục bộ gọi là gì?</a:t>
            </a:r>
          </a:p>
        </p:txBody>
      </p:sp>
      <p:pic>
        <p:nvPicPr>
          <p:cNvPr id="5" name="Picture 4" descr="image.png"/>
          <p:cNvPicPr>
            <a:picLocks noChangeAspect="1"/>
          </p:cNvPicPr>
          <p:nvPr/>
        </p:nvPicPr>
        <p:blipFill>
          <a:blip r:embed="rId2"/>
          <a:stretch>
            <a:fillRect/>
          </a:stretch>
        </p:blipFill>
        <p:spPr>
          <a:xfrm>
            <a:off x="5029200" y="1645920"/>
            <a:ext cx="3840480" cy="25603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Tính đơn điệu của hàm số</a:t>
            </a:r>
          </a:p>
        </p:txBody>
      </p:sp>
      <p:sp>
        <p:nvSpPr>
          <p:cNvPr id="3" name="Subtitle 2"/>
          <p:cNvSpPr>
            <a:spLocks noGrp="1"/>
          </p:cNvSpPr>
          <p:nvPr>
            <p:ph type="subTitle" idx="1"/>
          </p:nvPr>
        </p:nvSpPr>
        <p:spPr/>
        <p:txBody>
          <a:bodyPr/>
          <a:lstStyle/>
          <a:p>
            <a:r>
              <a:t>Mối liên hệ với đạo hàm</a:t>
            </a:r>
          </a:p>
        </p:txBody>
      </p:sp>
      <p:sp>
        <p:nvSpPr>
          <p:cNvPr id="4" name="Subtitle 3"/>
          <p:cNvSpPr>
            <a:spLocks noGrp="1"/>
          </p:cNvSpPr>
          <p:nvPr>
            <p:ph type="subTitle" idx="2"/>
          </p:nvPr>
        </p:nvSpPr>
        <p:spPr/>
        <p:txBody>
          <a:bodyPr wrap="square"/>
          <a:lstStyle/>
          <a:p>
            <a:r>
              <a:rPr sz="1800">
                <a:solidFill>
                  <a:srgbClr val="2C3E50"/>
                </a:solidFill>
                <a:latin typeface="Times New Roman"/>
              </a:rPr>
              <a:t>• Giả sử hàm số y = f(x) có đạo hàm trên khoảng K.</a:t>
            </a:r>
          </a:p>
          <a:p>
            <a:r>
              <a:rPr sz="1800">
                <a:solidFill>
                  <a:srgbClr val="2C3E50"/>
                </a:solidFill>
                <a:latin typeface="Times New Roman"/>
              </a:rPr>
              <a:t>• Nếu f'(x) &gt; 0 với mọi x ∈ K thì hàm số đồng biến trên K.</a:t>
            </a:r>
          </a:p>
          <a:p>
            <a:r>
              <a:rPr sz="1800">
                <a:solidFill>
                  <a:srgbClr val="2C3E50"/>
                </a:solidFill>
                <a:latin typeface="Times New Roman"/>
              </a:rPr>
              <a:t>• Nếu f'(x) &lt; 0 với mọi x ∈ K thì hàm số nghịch biến trên K.</a:t>
            </a:r>
          </a:p>
        </p:txBody>
      </p:sp>
      <p:sp>
        <p:nvSpPr>
          <p:cNvPr id="5" name="Subtitle 4"/>
          <p:cNvSpPr>
            <a:spLocks noGrp="1"/>
          </p:cNvSpPr>
          <p:nvPr>
            <p:ph type="subTitle" idx="3"/>
          </p:nvPr>
        </p:nvSpPr>
        <p:spPr/>
        <p:txBody>
          <a:bodyPr/>
          <a:lstStyle/>
          <a:p/>
        </p:txBody>
      </p:sp>
      <p:sp>
        <p:nvSpPr>
          <p:cNvPr id="6" name="Subtitle 5"/>
          <p:cNvSpPr>
            <a:spLocks noGrp="1"/>
          </p:cNvSpPr>
          <p:nvPr>
            <p:ph type="subTitle" idx="4"/>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Cực trị của hàm số</a:t>
            </a:r>
          </a:p>
        </p:txBody>
      </p:sp>
      <p:sp>
        <p:nvSpPr>
          <p:cNvPr id="3" name="Subtitle 2"/>
          <p:cNvSpPr>
            <a:spLocks noGrp="1"/>
          </p:cNvSpPr>
          <p:nvPr>
            <p:ph type="subTitle" idx="1"/>
          </p:nvPr>
        </p:nvSpPr>
        <p:spPr/>
        <p:txBody>
          <a:bodyPr/>
          <a:lstStyle/>
          <a:p>
            <a:r>
              <a:t>Định nghĩa cực đại và cực tiểu</a:t>
            </a:r>
          </a:p>
        </p:txBody>
      </p:sp>
      <p:sp>
        <p:nvSpPr>
          <p:cNvPr id="4" name="Subtitle 3"/>
          <p:cNvSpPr>
            <a:spLocks noGrp="1"/>
          </p:cNvSpPr>
          <p:nvPr>
            <p:ph type="subTitle" idx="2"/>
          </p:nvPr>
        </p:nvSpPr>
        <p:spPr/>
        <p:txBody>
          <a:bodyPr wrap="square"/>
          <a:lstStyle/>
          <a:p>
            <a:r>
              <a:rPr sz="1800">
                <a:solidFill>
                  <a:srgbClr val="2C3E50"/>
                </a:solidFill>
                <a:latin typeface="Times New Roman"/>
              </a:rPr>
              <a:t>• Điểm x₀ được gọi là điểm cực đại của hàm số nếu tồn tại một khoảng chứa x₀ sao cho f(x) &lt; f(x₀) với mọi x khác x₀.</a:t>
            </a:r>
          </a:p>
          <a:p>
            <a:r>
              <a:rPr sz="1800">
                <a:solidFill>
                  <a:srgbClr val="2C3E50"/>
                </a:solidFill>
                <a:latin typeface="Times New Roman"/>
              </a:rPr>
              <a:t>• Điểm x₀ được gọi là điểm cực tiểu của hàm số nếu tồn tại một khoảng chứa x₀ sao cho f(x) &gt; f(x₀) với mọi x khác x₀.</a:t>
            </a:r>
          </a:p>
        </p:txBody>
      </p:sp>
      <p:sp>
        <p:nvSpPr>
          <p:cNvPr id="5" name="Subtitle 4"/>
          <p:cNvSpPr>
            <a:spLocks noGrp="1"/>
          </p:cNvSpPr>
          <p:nvPr>
            <p:ph type="subTitle" idx="3"/>
          </p:nvPr>
        </p:nvSpPr>
        <p:spPr/>
        <p:txBody>
          <a:bodyPr/>
          <a:lstStyle/>
          <a:p/>
        </p:txBody>
      </p:sp>
      <p:sp>
        <p:nvSpPr>
          <p:cNvPr id="6" name="Subtitle 5"/>
          <p:cNvSpPr>
            <a:spLocks noGrp="1"/>
          </p:cNvSpPr>
          <p:nvPr>
            <p:ph type="subTitle" idx="4"/>
          </p:nvPr>
        </p:nvSpPr>
        <p:spPr/>
        <p:txBody>
          <a:bodyPr/>
          <a:lstStyle/>
          <a:p/>
        </p:txBody>
      </p:sp>
      <p:pic>
        <p:nvPicPr>
          <p:cNvPr id="7" name="Picture 6" descr="image.png"/>
          <p:cNvPicPr>
            <a:picLocks noChangeAspect="1"/>
          </p:cNvPicPr>
          <p:nvPr/>
        </p:nvPicPr>
        <p:blipFill>
          <a:blip r:embed="rId2"/>
          <a:stretch>
            <a:fillRect/>
          </a:stretch>
        </p:blipFill>
        <p:spPr>
          <a:xfrm>
            <a:off x="1097280" y="3200400"/>
            <a:ext cx="6936828" cy="7315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Quy trình tìm đơn điệu và cực trị</a:t>
            </a:r>
          </a:p>
        </p:txBody>
      </p:sp>
      <p:sp>
        <p:nvSpPr>
          <p:cNvPr id="3" name="Subtitle 2"/>
          <p:cNvSpPr>
            <a:spLocks noGrp="1"/>
          </p:cNvSpPr>
          <p:nvPr>
            <p:ph type="subTitle" idx="1"/>
          </p:nvPr>
        </p:nvSpPr>
        <p:spPr/>
        <p:txBody>
          <a:bodyPr/>
          <a:lstStyle/>
          <a:p>
            <a:r>
              <a:t>Phương pháp bảng biến thiên (BBT)</a:t>
            </a:r>
          </a:p>
        </p:txBody>
      </p:sp>
      <p:sp>
        <p:nvSpPr>
          <p:cNvPr id="4" name="Subtitle 3"/>
          <p:cNvSpPr>
            <a:spLocks noGrp="1"/>
          </p:cNvSpPr>
          <p:nvPr>
            <p:ph type="subTitle" idx="2"/>
          </p:nvPr>
        </p:nvSpPr>
        <p:spPr/>
        <p:txBody>
          <a:bodyPr wrap="square"/>
          <a:lstStyle/>
          <a:p>
            <a:r>
              <a:rPr sz="1800">
                <a:solidFill>
                  <a:srgbClr val="2C3E50"/>
                </a:solidFill>
                <a:latin typeface="Times New Roman"/>
              </a:rPr>
              <a:t>• Bước 1: Tìm tập xác định D của hàm số.</a:t>
            </a:r>
          </a:p>
          <a:p>
            <a:r>
              <a:rPr sz="1800">
                <a:solidFill>
                  <a:srgbClr val="2C3E50"/>
                </a:solidFill>
                <a:latin typeface="Times New Roman"/>
              </a:rPr>
              <a:t>• Bước 2: Tính đạo hàm f'(x). Tìm các điểm tại đó đạo hàm bằng 0 hoặc không xác định.</a:t>
            </a:r>
          </a:p>
          <a:p>
            <a:r>
              <a:rPr sz="1800">
                <a:solidFill>
                  <a:srgbClr val="2C3E50"/>
                </a:solidFill>
                <a:latin typeface="Times New Roman"/>
              </a:rPr>
              <a:t>• Bước 3: Sắp xếp các điểm theo thứ tự tăng dần và lập bảng xét dấu f'(x) (bảng biến thiên).</a:t>
            </a:r>
          </a:p>
          <a:p>
            <a:r>
              <a:rPr sz="1800">
                <a:solidFill>
                  <a:srgbClr val="2C3E50"/>
                </a:solidFill>
                <a:latin typeface="Times New Roman"/>
              </a:rPr>
              <a:t>• Bước 4: Kết luận các khoảng đơn điệu và các điểm cực trị của hàm số.</a:t>
            </a:r>
          </a:p>
        </p:txBody>
      </p:sp>
      <p:sp>
        <p:nvSpPr>
          <p:cNvPr id="5" name="Subtitle 4"/>
          <p:cNvSpPr>
            <a:spLocks noGrp="1"/>
          </p:cNvSpPr>
          <p:nvPr>
            <p:ph type="subTitle" idx="3"/>
          </p:nvPr>
        </p:nvSpPr>
        <p:spPr/>
        <p:txBody>
          <a:bodyPr/>
          <a:lstStyle/>
          <a:p/>
        </p:txBody>
      </p:sp>
      <p:sp>
        <p:nvSpPr>
          <p:cNvPr id="6" name="Subtitle 5"/>
          <p:cNvSpPr>
            <a:spLocks noGrp="1"/>
          </p:cNvSpPr>
          <p:nvPr>
            <p:ph type="subTitle" idx="4"/>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Ví dụ áp dụng</a:t>
            </a:r>
          </a:p>
        </p:txBody>
      </p:sp>
      <p:sp>
        <p:nvSpPr>
          <p:cNvPr id="3" name="Subtitle 2"/>
          <p:cNvSpPr>
            <a:spLocks noGrp="1"/>
          </p:cNvSpPr>
          <p:nvPr>
            <p:ph type="subTitle" idx="1"/>
          </p:nvPr>
        </p:nvSpPr>
        <p:spPr/>
        <p:txBody>
          <a:bodyPr/>
          <a:lstStyle/>
          <a:p>
            <a:r>
              <a:t>Khảo sát hàm số bậc ba</a:t>
            </a:r>
          </a:p>
        </p:txBody>
      </p:sp>
      <p:sp>
        <p:nvSpPr>
          <p:cNvPr id="4" name="Picture Placeholder 3"/>
          <p:cNvSpPr>
            <a:spLocks noGrp="1"/>
          </p:cNvSpPr>
          <p:nvPr>
            <p:ph type="pic" idx="2"/>
          </p:nvPr>
        </p:nvSpPr>
        <p:spPr/>
        <p:txBody>
          <a:bodyPr wrap="square"/>
          <a:p>
            <a:r>
              <a:rPr sz="1800">
                <a:solidFill>
                  <a:srgbClr val="2C3E50"/>
                </a:solidFill>
                <a:latin typeface="Times New Roman"/>
              </a:rPr>
              <a:t>• Xét hàm số y = -x³ + 3x² - 4.</a:t>
            </a:r>
          </a:p>
          <a:p>
            <a:r>
              <a:rPr sz="1800">
                <a:solidFill>
                  <a:srgbClr val="2C3E50"/>
                </a:solidFill>
                <a:latin typeface="Times New Roman"/>
              </a:rPr>
              <a:t>• Tập xác định: D = ℝ. Đạo hàm: y' = -3x² + 6x.</a:t>
            </a:r>
          </a:p>
          <a:p>
            <a:r>
              <a:rPr sz="1800">
                <a:solidFill>
                  <a:srgbClr val="2C3E50"/>
                </a:solidFill>
                <a:latin typeface="Times New Roman"/>
              </a:rPr>
              <a:t>• Nghiệm đạo hàm: y' = 0 khi x = 0 hoặc x = 2.</a:t>
            </a:r>
          </a:p>
          <a:p>
            <a:r>
              <a:rPr sz="1800">
                <a:solidFill>
                  <a:srgbClr val="2C3E50"/>
                </a:solidFill>
                <a:latin typeface="Times New Roman"/>
              </a:rPr>
              <a:t>• Hàm số đồng biến trên khoảng (0, 2).</a:t>
            </a:r>
          </a:p>
          <a:p>
            <a:r>
              <a:rPr sz="1800">
                <a:solidFill>
                  <a:srgbClr val="2C3E50"/>
                </a:solidFill>
                <a:latin typeface="Times New Roman"/>
              </a:rPr>
              <a:t>• Hàm số nghịch biến trên các khoảng (-∞, 0) và (2, +∞).</a:t>
            </a:r>
          </a:p>
          <a:p>
            <a:r>
              <a:rPr sz="1800">
                <a:solidFill>
                  <a:srgbClr val="2C3E50"/>
                </a:solidFill>
                <a:latin typeface="Times New Roman"/>
              </a:rPr>
              <a:t>• Cực tiểu tại x = 0 (ycₜ = -4), cực đại tại x = 2 (ycđ = 0).</a:t>
            </a:r>
          </a:p>
        </p:txBody>
      </p:sp>
      <p:pic>
        <p:nvPicPr>
          <p:cNvPr id="5" name="Picture 4" descr="image.png"/>
          <p:cNvPicPr>
            <a:picLocks noChangeAspect="1"/>
          </p:cNvPicPr>
          <p:nvPr/>
        </p:nvPicPr>
        <p:blipFill>
          <a:blip r:embed="rId2"/>
          <a:stretch>
            <a:fillRect/>
          </a:stretch>
        </p:blipFill>
        <p:spPr>
          <a:xfrm>
            <a:off x="5029200" y="1645920"/>
            <a:ext cx="3840480" cy="25603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Các sai lầm thường gặp</a:t>
            </a:r>
          </a:p>
        </p:txBody>
      </p:sp>
      <p:sp>
        <p:nvSpPr>
          <p:cNvPr id="3" name="Subtitle 2"/>
          <p:cNvSpPr>
            <a:spLocks noGrp="1"/>
          </p:cNvSpPr>
          <p:nvPr>
            <p:ph type="subTitle" idx="1"/>
          </p:nvPr>
        </p:nvSpPr>
        <p:spPr/>
        <p:txBody>
          <a:bodyPr/>
          <a:lstStyle/>
          <a:p>
            <a:r>
              <a:t>Học sinh cần lưu ý để tránh mất điểm</a:t>
            </a:r>
          </a:p>
        </p:txBody>
      </p:sp>
      <p:sp>
        <p:nvSpPr>
          <p:cNvPr id="4" name="Picture Placeholder 3"/>
          <p:cNvSpPr>
            <a:spLocks noGrp="1"/>
          </p:cNvSpPr>
          <p:nvPr>
            <p:ph type="pic" idx="2"/>
          </p:nvPr>
        </p:nvSpPr>
        <p:spPr/>
        <p:txBody>
          <a:bodyPr wrap="square"/>
          <a:p>
            <a:r>
              <a:rPr sz="1800">
                <a:solidFill>
                  <a:srgbClr val="2C3E50"/>
                </a:solidFill>
                <a:latin typeface="Times New Roman"/>
              </a:rPr>
              <a:t>• Sai lầm 1: Viết khoảng đồng biến/nghịch biến dưới dạng hợp: (-∞, 0) ∪ (2, +∞). Cách viết đúng là dùng chữ 'và' hoặc dấu phẩy.</a:t>
            </a:r>
          </a:p>
          <a:p>
            <a:r>
              <a:rPr sz="1800">
                <a:solidFill>
                  <a:srgbClr val="2C3E50"/>
                </a:solidFill>
                <a:latin typeface="Times New Roman"/>
              </a:rPr>
              <a:t>• Sai lầm 2: Nhầm lẫn giữa điểm cực trị của hàm số (x), điểm cực trị của đồ thị hàm số (x, y) và giá trị cực trị (y).</a:t>
            </a:r>
          </a:p>
          <a:p>
            <a:r>
              <a:rPr sz="1800">
                <a:solidFill>
                  <a:srgbClr val="2C3E50"/>
                </a:solidFill>
                <a:latin typeface="Times New Roman"/>
              </a:rPr>
              <a:t>• Sai lầm 3: Quên xét các điểm làm cho đạo hàm không xác định nhưng hàm số vẫn liên tục và xác định tại đó.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Tổng kết &amp; Nhiệm vụ về nhà</a:t>
            </a:r>
          </a:p>
        </p:txBody>
      </p:sp>
      <p:sp>
        <p:nvSpPr>
          <p:cNvPr id="3" name="Subtitle 2"/>
          <p:cNvSpPr>
            <a:spLocks noGrp="1"/>
          </p:cNvSpPr>
          <p:nvPr>
            <p:ph type="subTitle" idx="1"/>
          </p:nvPr>
        </p:nvSpPr>
        <p:spPr/>
        <p:txBody>
          <a:bodyPr/>
          <a:lstStyle/>
          <a:p>
            <a:r>
              <a:t>Ôn tập và củng cố</a:t>
            </a:r>
          </a:p>
        </p:txBody>
      </p:sp>
      <p:sp>
        <p:nvSpPr>
          <p:cNvPr id="4" name="Subtitle 3"/>
          <p:cNvSpPr>
            <a:spLocks noGrp="1"/>
          </p:cNvSpPr>
          <p:nvPr>
            <p:ph type="subTitle" idx="2"/>
          </p:nvPr>
        </p:nvSpPr>
        <p:spPr/>
        <p:txBody>
          <a:bodyPr wrap="square"/>
          <a:lstStyle/>
          <a:p>
            <a:r>
              <a:rPr sz="1800">
                <a:solidFill>
                  <a:srgbClr val="2C3E50"/>
                </a:solidFill>
                <a:latin typeface="Times New Roman"/>
              </a:rPr>
              <a:t>• Ghi nhớ mối liên hệ chặt chẽ giữa dấu đạo hàm f'(x) và chiều biến thiên.</a:t>
            </a:r>
          </a:p>
          <a:p>
            <a:r>
              <a:rPr sz="1800">
                <a:solidFill>
                  <a:srgbClr val="2C3E50"/>
                </a:solidFill>
                <a:latin typeface="Times New Roman"/>
              </a:rPr>
              <a:t>• Nắm vững quy trình lập bảng biến thiên để tìm cực trị.</a:t>
            </a:r>
          </a:p>
          <a:p>
            <a:r>
              <a:rPr sz="1800">
                <a:solidFill>
                  <a:srgbClr val="2C3E50"/>
                </a:solidFill>
                <a:latin typeface="Times New Roman"/>
              </a:rPr>
              <a:t>• Bài tập về nhà: Làm bài 1, 2, 3, 4 trong Sách giáo khoa trang 15.</a:t>
            </a:r>
          </a:p>
          <a:p>
            <a:r>
              <a:rPr sz="1800">
                <a:solidFill>
                  <a:srgbClr val="2C3E50"/>
                </a:solidFill>
                <a:latin typeface="Times New Roman"/>
              </a:rPr>
              <a:t>• Chuẩn bị bài học tiếp theo: Giá trị lớn nhất và giá trị nhỏ nhất của hàm số.</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iscrete Mathematics: Graph Theory and Networks - 12th Grade by Slidesgo">
  <a:themeElements>
    <a:clrScheme name="Simple Light">
      <a:dk1>
        <a:srgbClr val="1A1A1A"/>
      </a:dk1>
      <a:lt1>
        <a:srgbClr val="FEFDFA"/>
      </a:lt1>
      <a:dk2>
        <a:srgbClr val="434343"/>
      </a:dk2>
      <a:lt2>
        <a:srgbClr val="FF2E20"/>
      </a:lt2>
      <a:accent1>
        <a:srgbClr val="FFD966"/>
      </a:accent1>
      <a:accent2>
        <a:srgbClr val="86CF64"/>
      </a:accent2>
      <a:accent3>
        <a:srgbClr val="04B4D8"/>
      </a:accent3>
      <a:accent4>
        <a:srgbClr val="FFFFFF"/>
      </a:accent4>
      <a:accent5>
        <a:srgbClr val="FFFFFF"/>
      </a:accent5>
      <a:accent6>
        <a:srgbClr val="FFFFFF"/>
      </a:accent6>
      <a:hlink>
        <a:srgbClr val="1A1A1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