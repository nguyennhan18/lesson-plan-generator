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38"/>
    <p:sldId id="257" r:id="rId39"/>
    <p:sldId id="258" r:id="rId40"/>
    <p:sldId id="259" r:id="rId41"/>
    <p:sldId id="260" r:id="rId42"/>
    <p:sldId id="261" r:id="rId43"/>
    <p:sldId id="262" r:id="rId44"/>
  </p:sldIdLst>
  <p:sldSz cy="5143500" cx="9144000"/>
  <p:notesSz cx="6858000" cy="9144000"/>
  <p:embeddedFontLst>
    <p:embeddedFont>
      <p:font typeface="Mulish"/>
      <p:regular r:id="rId47"/>
      <p:bold r:id="rId48"/>
      <p:italic r:id="rId49"/>
      <p:boldItalic r:id="rId50"/>
    </p:embeddedFont>
    <p:embeddedFont>
      <p:font typeface="Proxima Nova"/>
      <p:regular r:id="rId51"/>
      <p:bold r:id="rId52"/>
      <p:italic r:id="rId53"/>
      <p:boldItalic r:id="rId54"/>
    </p:embeddedFont>
    <p:embeddedFont>
      <p:font typeface="Roboto Medium"/>
      <p:regular r:id="rId55"/>
      <p:bold r:id="rId56"/>
      <p:italic r:id="rId57"/>
      <p:boldItalic r:id="rId58"/>
    </p:embeddedFont>
    <p:embeddedFont>
      <p:font typeface="Amatic SC"/>
      <p:regular r:id="rId59"/>
      <p:bold r:id="rId60"/>
    </p:embeddedFont>
    <p:embeddedFont>
      <p:font typeface="Lato"/>
      <p:regular r:id="rId61"/>
      <p:bold r:id="rId62"/>
      <p:italic r:id="rId63"/>
      <p:boldItalic r:id="rId64"/>
    </p:embeddedFont>
    <p:embeddedFont>
      <p:font typeface="Anaheim"/>
      <p:regular r:id="rId65"/>
      <p:bold r:id="rId66"/>
    </p:embeddedFont>
    <p:embeddedFont>
      <p:font typeface="Proxima Nova Semibold"/>
      <p:regular r:id="rId67"/>
      <p:bold r:id="rId68"/>
      <p:boldItalic r:id="rId69"/>
    </p:embeddedFont>
    <p:embeddedFont>
      <p:font typeface="Albert Sans"/>
      <p:regular r:id="rId70"/>
      <p:bold r:id="rId71"/>
      <p:italic r:id="rId72"/>
      <p:boldItalic r:id="rId73"/>
    </p:embeddedFont>
    <p:embeddedFont>
      <p:font typeface="DM Sans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B23887-AB03-4546-9AEC-DF8FEB11CAE1}">
  <a:tblStyle styleId="{8BB23887-AB03-4546-9AEC-DF8FEB11CA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2413E5F-0A40-43D7-A909-D912CE89E9F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7" Type="http://schemas.openxmlformats.org/officeDocument/2006/relationships/font" Target="fonts/Mulish-regular.fntdata"/><Relationship Id="rId48" Type="http://schemas.openxmlformats.org/officeDocument/2006/relationships/font" Target="fonts/Mulish-bold.fntdata"/><Relationship Id="rId49" Type="http://schemas.openxmlformats.org/officeDocument/2006/relationships/font" Target="fonts/Mulish-italic.fntdata"/><Relationship Id="rId50" Type="http://schemas.openxmlformats.org/officeDocument/2006/relationships/font" Target="fonts/Mulish-boldItalic.fntdata"/><Relationship Id="rId51" Type="http://schemas.openxmlformats.org/officeDocument/2006/relationships/font" Target="fonts/ProximaNova-regular.fntdata"/><Relationship Id="rId52" Type="http://schemas.openxmlformats.org/officeDocument/2006/relationships/font" Target="fonts/ProximaNova-bold.fntdata"/><Relationship Id="rId53" Type="http://schemas.openxmlformats.org/officeDocument/2006/relationships/font" Target="fonts/ProximaNova-italic.fntdata"/><Relationship Id="rId54" Type="http://schemas.openxmlformats.org/officeDocument/2006/relationships/font" Target="fonts/ProximaNova-boldItalic.fntdata"/><Relationship Id="rId55" Type="http://schemas.openxmlformats.org/officeDocument/2006/relationships/font" Target="fonts/RobotoMedium-regular.fntdata"/><Relationship Id="rId56" Type="http://schemas.openxmlformats.org/officeDocument/2006/relationships/font" Target="fonts/RobotoMedium-bold.fntdata"/><Relationship Id="rId57" Type="http://schemas.openxmlformats.org/officeDocument/2006/relationships/font" Target="fonts/RobotoMedium-italic.fntdata"/><Relationship Id="rId58" Type="http://schemas.openxmlformats.org/officeDocument/2006/relationships/font" Target="fonts/RobotoMedium-boldItalic.fntdata"/><Relationship Id="rId59" Type="http://schemas.openxmlformats.org/officeDocument/2006/relationships/font" Target="fonts/AmaticSC-regular.fntdata"/><Relationship Id="rId60" Type="http://schemas.openxmlformats.org/officeDocument/2006/relationships/font" Target="fonts/AmaticSC-bold.fntdata"/><Relationship Id="rId61" Type="http://schemas.openxmlformats.org/officeDocument/2006/relationships/font" Target="fonts/Lato-regular.fntdata"/><Relationship Id="rId62" Type="http://schemas.openxmlformats.org/officeDocument/2006/relationships/font" Target="fonts/Lato-bold.fntdata"/><Relationship Id="rId63" Type="http://schemas.openxmlformats.org/officeDocument/2006/relationships/font" Target="fonts/Lato-italic.fntdata"/><Relationship Id="rId64" Type="http://schemas.openxmlformats.org/officeDocument/2006/relationships/font" Target="fonts/Lato-boldItalic.fntdata"/><Relationship Id="rId65" Type="http://schemas.openxmlformats.org/officeDocument/2006/relationships/font" Target="fonts/Anaheim-regular.fntdata"/><Relationship Id="rId66" Type="http://schemas.openxmlformats.org/officeDocument/2006/relationships/font" Target="fonts/Anaheim-bold.fntdata"/><Relationship Id="rId67" Type="http://schemas.openxmlformats.org/officeDocument/2006/relationships/font" Target="fonts/ProximaNovaSemibold-regular.fntdata"/><Relationship Id="rId68" Type="http://schemas.openxmlformats.org/officeDocument/2006/relationships/font" Target="fonts/ProximaNovaSemibold-bold.fntdata"/><Relationship Id="rId69" Type="http://schemas.openxmlformats.org/officeDocument/2006/relationships/font" Target="fonts/ProximaNovaSemibold-boldItalic.fntdata"/><Relationship Id="rId70" Type="http://schemas.openxmlformats.org/officeDocument/2006/relationships/font" Target="fonts/AlbertSans-regular.fntdata"/><Relationship Id="rId71" Type="http://schemas.openxmlformats.org/officeDocument/2006/relationships/font" Target="fonts/AlbertSans-bold.fntdata"/><Relationship Id="rId72" Type="http://schemas.openxmlformats.org/officeDocument/2006/relationships/font" Target="fonts/AlbertSans-italic.fntdata"/><Relationship Id="rId73" Type="http://schemas.openxmlformats.org/officeDocument/2006/relationships/font" Target="fonts/AlbertSans-boldItalic.fntdata"/><Relationship Id="rId74" Type="http://schemas.openxmlformats.org/officeDocument/2006/relationships/font" Target="fonts/DMSans-regular.fntdata"/><Relationship Id="rId75" Type="http://schemas.openxmlformats.org/officeDocument/2006/relationships/font" Target="fonts/DMSans-bold.fntdata"/><Relationship Id="rId76" Type="http://schemas.openxmlformats.org/officeDocument/2006/relationships/font" Target="fonts/DMSans-italic.fntdata"/><Relationship Id="rId77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" name="Google Shape;21;p2"/>
              <p:cNvCxnSpPr>
                <a:stCxn id="17" idx="5"/>
                <a:endCxn id="16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" name="Google Shape;22;p2"/>
              <p:cNvCxnSpPr>
                <a:stCxn id="18" idx="4"/>
                <a:endCxn id="16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" name="Google Shape;23;p2"/>
              <p:cNvCxnSpPr>
                <a:stCxn id="13" idx="6"/>
                <a:endCxn id="16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" name="Google Shape;24;p2"/>
              <p:cNvCxnSpPr>
                <a:stCxn id="13" idx="0"/>
                <a:endCxn id="17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" name="Google Shape;25;p2"/>
              <p:cNvCxnSpPr>
                <a:stCxn id="17" idx="7"/>
                <a:endCxn id="18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" name="Google Shape;26;p2"/>
              <p:cNvCxnSpPr>
                <a:stCxn id="18" idx="6"/>
                <a:endCxn id="14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" name="Google Shape;27;p2"/>
              <p:cNvCxnSpPr>
                <a:stCxn id="16" idx="7"/>
                <a:endCxn id="14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" name="Google Shape;28;p2"/>
              <p:cNvCxnSpPr>
                <a:stCxn id="13" idx="5"/>
                <a:endCxn id="19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" name="Google Shape;29;p2"/>
              <p:cNvCxnSpPr>
                <a:stCxn id="19" idx="7"/>
                <a:endCxn id="16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>
                <a:stCxn id="19" idx="7"/>
                <a:endCxn id="15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" name="Google Shape;31;p2"/>
              <p:cNvCxnSpPr>
                <a:stCxn id="15" idx="0"/>
                <a:endCxn id="16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" name="Google Shape;32;p2"/>
              <p:cNvCxnSpPr>
                <a:stCxn id="15" idx="7"/>
                <a:endCxn id="20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" name="Google Shape;33;p2"/>
              <p:cNvCxnSpPr>
                <a:stCxn id="20" idx="1"/>
                <a:endCxn id="14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" name="Google Shape;34;p2"/>
              <p:cNvCxnSpPr>
                <a:stCxn id="17" idx="6"/>
                <a:endCxn id="20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" name="Google Shape;35;p2"/>
              <p:cNvCxnSpPr>
                <a:stCxn id="14" idx="4"/>
                <a:endCxn id="15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" name="Google Shape;36;p2"/>
              <p:cNvCxnSpPr>
                <a:stCxn id="13" idx="5"/>
                <a:endCxn id="15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" name="Google Shape;37;p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38;p2"/>
              <p:cNvCxnSpPr>
                <a:stCxn id="20" idx="2"/>
                <a:endCxn id="37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" name="Google Shape;39;p2"/>
              <p:cNvCxnSpPr>
                <a:stCxn id="37" idx="2"/>
                <a:endCxn id="15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" name="Google Shape;40;p2"/>
              <p:cNvCxnSpPr>
                <a:stCxn id="37" idx="0"/>
                <a:endCxn id="14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" name="Google Shape;41;p2"/>
              <p:cNvCxnSpPr>
                <a:stCxn id="37" idx="1"/>
                <a:endCxn id="16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" name="Google Shape;42;p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" name="Google Shape;43;p2"/>
              <p:cNvCxnSpPr>
                <a:stCxn id="15" idx="2"/>
                <a:endCxn id="42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" name="Google Shape;44;p2"/>
              <p:cNvCxnSpPr>
                <a:stCxn id="42" idx="1"/>
                <a:endCxn id="19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" name="Google Shape;45;p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6" name="Google Shape;46;p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" name="Google Shape;54;p2"/>
              <p:cNvCxnSpPr>
                <a:stCxn id="50" idx="5"/>
                <a:endCxn id="49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" name="Google Shape;55;p2"/>
              <p:cNvCxnSpPr>
                <a:stCxn id="51" idx="4"/>
                <a:endCxn id="49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" name="Google Shape;56;p2"/>
              <p:cNvCxnSpPr>
                <a:stCxn id="46" idx="6"/>
                <a:endCxn id="50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" name="Google Shape;57;p2"/>
              <p:cNvCxnSpPr>
                <a:stCxn id="50" idx="7"/>
                <a:endCxn id="51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" name="Google Shape;58;p2"/>
              <p:cNvCxnSpPr>
                <a:stCxn id="51" idx="6"/>
                <a:endCxn id="47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" name="Google Shape;59;p2"/>
              <p:cNvCxnSpPr>
                <a:stCxn id="49" idx="7"/>
                <a:endCxn id="47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" name="Google Shape;60;p2"/>
              <p:cNvCxnSpPr>
                <a:stCxn id="46" idx="6"/>
                <a:endCxn id="52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" name="Google Shape;61;p2"/>
              <p:cNvCxnSpPr>
                <a:stCxn id="52" idx="7"/>
                <a:endCxn id="49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" name="Google Shape;62;p2"/>
              <p:cNvCxnSpPr>
                <a:stCxn id="52" idx="5"/>
                <a:endCxn id="48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" name="Google Shape;63;p2"/>
              <p:cNvCxnSpPr>
                <a:stCxn id="48" idx="0"/>
                <a:endCxn id="49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" name="Google Shape;64;p2"/>
              <p:cNvCxnSpPr>
                <a:stCxn id="48" idx="7"/>
                <a:endCxn id="53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" name="Google Shape;65;p2"/>
              <p:cNvCxnSpPr>
                <a:stCxn id="49" idx="6"/>
                <a:endCxn id="53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" name="Google Shape;66;p2"/>
              <p:cNvCxnSpPr>
                <a:stCxn id="53" idx="0"/>
                <a:endCxn id="47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" name="Google Shape;67;p2"/>
              <p:cNvCxnSpPr>
                <a:stCxn id="51" idx="5"/>
                <a:endCxn id="53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" name="Google Shape;68;p2"/>
              <p:cNvCxnSpPr>
                <a:stCxn id="50" idx="6"/>
                <a:endCxn id="53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" name="Google Shape;69;p2"/>
              <p:cNvCxnSpPr>
                <a:stCxn id="50" idx="4"/>
                <a:endCxn id="48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" name="Google Shape;70;p2"/>
              <p:cNvCxnSpPr>
                <a:stCxn id="47" idx="4"/>
                <a:endCxn id="48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" name="Google Shape;71;p2"/>
              <p:cNvCxnSpPr>
                <a:stCxn id="46" idx="6"/>
                <a:endCxn id="48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" name="Google Shape;72;p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" name="Google Shape;73;p2"/>
              <p:cNvCxnSpPr>
                <a:stCxn id="53" idx="4"/>
                <a:endCxn id="72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" name="Google Shape;74;p2"/>
              <p:cNvCxnSpPr>
                <a:stCxn id="72" idx="2"/>
                <a:endCxn id="48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" name="Google Shape;75;p2"/>
              <p:cNvCxnSpPr>
                <a:stCxn id="72" idx="0"/>
                <a:endCxn id="47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2"/>
              <p:cNvCxnSpPr>
                <a:stCxn id="72" idx="1"/>
                <a:endCxn id="49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" name="Google Shape;77;p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" name="Google Shape;78;p2"/>
              <p:cNvCxnSpPr>
                <a:stCxn id="72" idx="2"/>
                <a:endCxn id="77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" name="Google Shape;79;p2"/>
              <p:cNvCxnSpPr>
                <a:stCxn id="77" idx="1"/>
                <a:endCxn id="52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3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4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61" name="Google Shape;161;p4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162" name="Google Shape;162;p4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63" name="Google Shape;163;p4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1" name="Google Shape;171;p4"/>
              <p:cNvCxnSpPr>
                <a:stCxn id="167" idx="5"/>
                <a:endCxn id="166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4"/>
              <p:cNvCxnSpPr>
                <a:stCxn id="168" idx="4"/>
                <a:endCxn id="166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4"/>
              <p:cNvCxnSpPr>
                <a:stCxn id="163" idx="6"/>
                <a:endCxn id="167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4"/>
              <p:cNvCxnSpPr>
                <a:stCxn id="167" idx="7"/>
                <a:endCxn id="168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4"/>
              <p:cNvCxnSpPr>
                <a:stCxn id="168" idx="6"/>
                <a:endCxn id="164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4"/>
              <p:cNvCxnSpPr>
                <a:stCxn id="166" idx="7"/>
                <a:endCxn id="164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4"/>
              <p:cNvCxnSpPr>
                <a:stCxn id="163" idx="6"/>
                <a:endCxn id="169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4"/>
              <p:cNvCxnSpPr>
                <a:stCxn id="169" idx="6"/>
                <a:endCxn id="166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4"/>
              <p:cNvCxnSpPr>
                <a:stCxn id="169" idx="5"/>
                <a:endCxn id="165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" name="Google Shape;180;p4"/>
              <p:cNvCxnSpPr>
                <a:stCxn id="165" idx="0"/>
                <a:endCxn id="166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4"/>
              <p:cNvCxnSpPr>
                <a:stCxn id="165" idx="7"/>
                <a:endCxn id="170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" name="Google Shape;182;p4"/>
              <p:cNvCxnSpPr>
                <a:stCxn id="166" idx="6"/>
                <a:endCxn id="170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4"/>
              <p:cNvCxnSpPr>
                <a:stCxn id="170" idx="0"/>
                <a:endCxn id="164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4"/>
              <p:cNvCxnSpPr>
                <a:stCxn id="168" idx="5"/>
                <a:endCxn id="170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4"/>
              <p:cNvCxnSpPr>
                <a:stCxn id="167" idx="6"/>
                <a:endCxn id="170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4"/>
              <p:cNvCxnSpPr>
                <a:stCxn id="167" idx="4"/>
                <a:endCxn id="165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4"/>
              <p:cNvCxnSpPr>
                <a:stCxn id="164" idx="4"/>
                <a:endCxn id="165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8" name="Google Shape;188;p4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9" name="Google Shape;189;p4"/>
              <p:cNvCxnSpPr>
                <a:stCxn id="170" idx="4"/>
                <a:endCxn id="188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4"/>
              <p:cNvCxnSpPr>
                <a:stCxn id="188" idx="1"/>
                <a:endCxn id="165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4"/>
              <p:cNvCxnSpPr>
                <a:stCxn id="188" idx="0"/>
                <a:endCxn id="164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4"/>
              <p:cNvCxnSpPr>
                <a:stCxn id="188" idx="1"/>
                <a:endCxn id="166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4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4" name="Google Shape;194;p4"/>
              <p:cNvCxnSpPr>
                <a:stCxn id="188" idx="2"/>
                <a:endCxn id="193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4"/>
              <p:cNvCxnSpPr>
                <a:stCxn id="193" idx="1"/>
                <a:endCxn id="169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4"/>
              <p:cNvCxnSpPr>
                <a:stCxn id="193" idx="7"/>
                <a:endCxn id="165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7" name="Google Shape;197;p4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198" name="Google Shape;198;p4"/>
              <p:cNvCxnSpPr>
                <a:stCxn id="199" idx="6"/>
                <a:endCxn id="200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0" name="Google Shape;200;p4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5" name="Google Shape;205;p4"/>
              <p:cNvCxnSpPr>
                <a:stCxn id="204" idx="4"/>
                <a:endCxn id="202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4"/>
              <p:cNvCxnSpPr>
                <a:stCxn id="203" idx="4"/>
                <a:endCxn id="202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4"/>
              <p:cNvCxnSpPr>
                <a:stCxn id="203" idx="5"/>
                <a:endCxn id="204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" name="Google Shape;208;p4"/>
              <p:cNvCxnSpPr>
                <a:stCxn id="203" idx="0"/>
                <a:endCxn id="201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4"/>
              <p:cNvCxnSpPr>
                <a:stCxn id="203" idx="7"/>
                <a:endCxn id="199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4"/>
              <p:cNvCxnSpPr>
                <a:stCxn id="201" idx="5"/>
                <a:endCxn id="199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4"/>
              <p:cNvCxnSpPr>
                <a:stCxn id="201" idx="6"/>
                <a:endCxn id="200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" name="Google Shape;212;p4"/>
              <p:cNvCxnSpPr>
                <a:stCxn id="213" idx="1"/>
                <a:endCxn id="201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" name="Google Shape;214;p4"/>
              <p:cNvCxnSpPr>
                <a:stCxn id="204" idx="0"/>
                <a:endCxn id="199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4"/>
              <p:cNvCxnSpPr>
                <a:stCxn id="204" idx="0"/>
                <a:endCxn id="213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6" name="Google Shape;216;p4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7" name="Google Shape;217;p4"/>
              <p:cNvCxnSpPr>
                <a:stCxn id="201" idx="5"/>
                <a:endCxn id="216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" name="Google Shape;218;p4"/>
              <p:cNvCxnSpPr>
                <a:stCxn id="213" idx="7"/>
                <a:endCxn id="216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" name="Google Shape;219;p4"/>
              <p:cNvCxnSpPr>
                <a:stCxn id="216" idx="6"/>
                <a:endCxn id="200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" name="Google Shape;220;p4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1" name="Google Shape;221;p4"/>
              <p:cNvCxnSpPr>
                <a:stCxn id="220" idx="0"/>
                <a:endCxn id="201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" name="Google Shape;222;p4"/>
              <p:cNvCxnSpPr>
                <a:stCxn id="220" idx="6"/>
                <a:endCxn id="199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4"/>
              <p:cNvCxnSpPr>
                <a:stCxn id="220" idx="5"/>
                <a:endCxn id="203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4"/>
              <p:cNvCxnSpPr>
                <a:stCxn id="220" idx="5"/>
                <a:endCxn id="202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" name="Google Shape;213;p4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25" name="Google Shape;225;p4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226" name="Google Shape;226;p4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8" name="Google Shape;228;p4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2" name="Google Shape;232;p5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5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5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36" name="Google Shape;236;p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237" name="Google Shape;237;p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8" name="Google Shape;238;p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6" name="Google Shape;246;p5"/>
              <p:cNvCxnSpPr>
                <a:stCxn id="242" idx="5"/>
                <a:endCxn id="24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" name="Google Shape;247;p5"/>
              <p:cNvCxnSpPr>
                <a:stCxn id="243" idx="4"/>
                <a:endCxn id="24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" name="Google Shape;248;p5"/>
              <p:cNvCxnSpPr>
                <a:stCxn id="238" idx="6"/>
                <a:endCxn id="242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5"/>
              <p:cNvCxnSpPr>
                <a:stCxn id="242" idx="7"/>
                <a:endCxn id="24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5"/>
              <p:cNvCxnSpPr>
                <a:stCxn id="243" idx="6"/>
                <a:endCxn id="23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5"/>
              <p:cNvCxnSpPr>
                <a:stCxn id="241" idx="7"/>
                <a:endCxn id="239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5"/>
              <p:cNvCxnSpPr>
                <a:stCxn id="238" idx="6"/>
                <a:endCxn id="244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5"/>
              <p:cNvCxnSpPr>
                <a:stCxn id="244" idx="6"/>
                <a:endCxn id="241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5"/>
              <p:cNvCxnSpPr>
                <a:stCxn id="244" idx="5"/>
                <a:endCxn id="240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5"/>
              <p:cNvCxnSpPr>
                <a:stCxn id="240" idx="0"/>
                <a:endCxn id="24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5"/>
              <p:cNvCxnSpPr>
                <a:stCxn id="240" idx="7"/>
                <a:endCxn id="245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5"/>
              <p:cNvCxnSpPr>
                <a:stCxn id="241" idx="6"/>
                <a:endCxn id="245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5"/>
              <p:cNvCxnSpPr>
                <a:stCxn id="245" idx="0"/>
                <a:endCxn id="23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5"/>
              <p:cNvCxnSpPr>
                <a:stCxn id="243" idx="5"/>
                <a:endCxn id="24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5"/>
              <p:cNvCxnSpPr>
                <a:stCxn id="242" idx="6"/>
                <a:endCxn id="245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5"/>
              <p:cNvCxnSpPr>
                <a:stCxn id="242" idx="4"/>
                <a:endCxn id="24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5"/>
              <p:cNvCxnSpPr>
                <a:stCxn id="239" idx="4"/>
                <a:endCxn id="24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4" name="Google Shape;264;p5"/>
              <p:cNvCxnSpPr>
                <a:stCxn id="245" idx="4"/>
                <a:endCxn id="26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5"/>
              <p:cNvCxnSpPr>
                <a:stCxn id="263" idx="1"/>
                <a:endCxn id="24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5"/>
              <p:cNvCxnSpPr>
                <a:stCxn id="263" idx="0"/>
                <a:endCxn id="23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5"/>
              <p:cNvCxnSpPr>
                <a:stCxn id="263" idx="1"/>
                <a:endCxn id="24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8" name="Google Shape;268;p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9" name="Google Shape;269;p5"/>
              <p:cNvCxnSpPr>
                <a:stCxn id="263" idx="2"/>
                <a:endCxn id="26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5"/>
              <p:cNvCxnSpPr>
                <a:stCxn id="268" idx="1"/>
                <a:endCxn id="24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5"/>
              <p:cNvCxnSpPr>
                <a:stCxn id="268" idx="7"/>
                <a:endCxn id="240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2" name="Google Shape;272;p5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273" name="Google Shape;273;p5"/>
              <p:cNvCxnSpPr>
                <a:stCxn id="274" idx="6"/>
                <a:endCxn id="27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5" name="Google Shape;275;p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" name="Google Shape;280;p5"/>
              <p:cNvCxnSpPr>
                <a:stCxn id="279" idx="4"/>
                <a:endCxn id="27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5"/>
              <p:cNvCxnSpPr>
                <a:stCxn id="278" idx="4"/>
                <a:endCxn id="27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5"/>
              <p:cNvCxnSpPr>
                <a:stCxn id="278" idx="5"/>
                <a:endCxn id="27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5"/>
              <p:cNvCxnSpPr>
                <a:stCxn id="278" idx="0"/>
                <a:endCxn id="27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5"/>
              <p:cNvCxnSpPr>
                <a:stCxn id="278" idx="7"/>
                <a:endCxn id="27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5"/>
              <p:cNvCxnSpPr>
                <a:stCxn id="276" idx="5"/>
                <a:endCxn id="27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5"/>
              <p:cNvCxnSpPr>
                <a:stCxn id="276" idx="6"/>
                <a:endCxn id="27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5"/>
              <p:cNvCxnSpPr>
                <a:stCxn id="288" idx="1"/>
                <a:endCxn id="27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5"/>
              <p:cNvCxnSpPr>
                <a:stCxn id="279" idx="0"/>
                <a:endCxn id="27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" name="Google Shape;290;p5"/>
              <p:cNvCxnSpPr>
                <a:stCxn id="279" idx="0"/>
                <a:endCxn id="288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" name="Google Shape;291;p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" name="Google Shape;292;p5"/>
              <p:cNvCxnSpPr>
                <a:stCxn id="276" idx="5"/>
                <a:endCxn id="29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5"/>
              <p:cNvCxnSpPr>
                <a:stCxn id="288" idx="7"/>
                <a:endCxn id="29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5"/>
              <p:cNvCxnSpPr>
                <a:stCxn id="291" idx="6"/>
                <a:endCxn id="27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" name="Google Shape;295;p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6" name="Google Shape;296;p5"/>
              <p:cNvCxnSpPr>
                <a:stCxn id="295" idx="0"/>
                <a:endCxn id="27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5"/>
              <p:cNvCxnSpPr>
                <a:stCxn id="295" idx="6"/>
                <a:endCxn id="27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5"/>
              <p:cNvCxnSpPr>
                <a:stCxn id="295" idx="5"/>
                <a:endCxn id="27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5"/>
              <p:cNvCxnSpPr>
                <a:stCxn id="295" idx="5"/>
                <a:endCxn id="27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8" name="Google Shape;288;p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00" name="Google Shape;300;p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01" name="Google Shape;301;p5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02" name="Google Shape;302;p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07" name="Google Shape;307;p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12" name="Google Shape;312;p6"/>
          <p:cNvCxnSpPr>
            <a:stCxn id="313" idx="6"/>
            <a:endCxn id="314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5" name="Google Shape;315;p6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16" name="Google Shape;316;p6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17" name="Google Shape;317;p6"/>
              <p:cNvCxnSpPr>
                <a:stCxn id="314" idx="7"/>
                <a:endCxn id="318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8" name="Google Shape;318;p6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" name="Google Shape;322;p6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3" name="Google Shape;323;p6"/>
              <p:cNvCxnSpPr>
                <a:stCxn id="322" idx="4"/>
                <a:endCxn id="320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6"/>
              <p:cNvCxnSpPr>
                <a:stCxn id="321" idx="4"/>
                <a:endCxn id="320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6"/>
              <p:cNvCxnSpPr>
                <a:stCxn id="321" idx="5"/>
                <a:endCxn id="322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6"/>
              <p:cNvCxnSpPr>
                <a:stCxn id="321" idx="0"/>
                <a:endCxn id="319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6"/>
              <p:cNvCxnSpPr>
                <a:stCxn id="321" idx="0"/>
                <a:endCxn id="313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6"/>
              <p:cNvCxnSpPr>
                <a:stCxn id="319" idx="5"/>
                <a:endCxn id="313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" name="Google Shape;329;p6"/>
              <p:cNvCxnSpPr>
                <a:stCxn id="319" idx="6"/>
                <a:endCxn id="318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" name="Google Shape;330;p6"/>
              <p:cNvCxnSpPr>
                <a:stCxn id="314" idx="1"/>
                <a:endCxn id="319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" name="Google Shape;331;p6"/>
              <p:cNvCxnSpPr>
                <a:stCxn id="322" idx="0"/>
                <a:endCxn id="313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6"/>
              <p:cNvCxnSpPr>
                <a:stCxn id="322" idx="0"/>
                <a:endCxn id="314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3" name="Google Shape;313;p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6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334" name="Google Shape;334;p6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" name="Google Shape;341;p6"/>
              <p:cNvCxnSpPr>
                <a:stCxn id="340" idx="7"/>
                <a:endCxn id="335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6"/>
              <p:cNvCxnSpPr>
                <a:stCxn id="335" idx="0"/>
                <a:endCxn id="339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" name="Google Shape;343;p6"/>
              <p:cNvCxnSpPr>
                <a:stCxn id="340" idx="0"/>
                <a:endCxn id="339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6"/>
              <p:cNvCxnSpPr>
                <a:stCxn id="336" idx="4"/>
                <a:endCxn id="339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" name="Google Shape;345;p6"/>
              <p:cNvCxnSpPr>
                <a:stCxn id="338" idx="2"/>
                <a:endCxn id="336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6"/>
              <p:cNvCxnSpPr>
                <a:stCxn id="337" idx="2"/>
                <a:endCxn id="336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6"/>
              <p:cNvCxnSpPr>
                <a:stCxn id="334" idx="1"/>
                <a:endCxn id="337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" name="Google Shape;348;p6"/>
              <p:cNvCxnSpPr>
                <a:stCxn id="334" idx="2"/>
                <a:endCxn id="338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" name="Google Shape;349;p6"/>
              <p:cNvCxnSpPr>
                <a:stCxn id="337" idx="3"/>
                <a:endCxn id="338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6"/>
              <p:cNvCxnSpPr>
                <a:stCxn id="338" idx="3"/>
                <a:endCxn id="335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1" name="Google Shape;351;p6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2" name="Google Shape;352;p6"/>
              <p:cNvCxnSpPr>
                <a:endCxn id="351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6"/>
              <p:cNvCxnSpPr>
                <a:stCxn id="339" idx="3"/>
                <a:endCxn id="351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4" name="Google Shape;354;p6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5" name="Google Shape;355;p6"/>
              <p:cNvCxnSpPr>
                <a:stCxn id="339" idx="1"/>
                <a:endCxn id="354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6"/>
              <p:cNvCxnSpPr>
                <a:stCxn id="351" idx="0"/>
                <a:endCxn id="354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6"/>
              <p:cNvCxnSpPr>
                <a:stCxn id="336" idx="2"/>
                <a:endCxn id="354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6"/>
              <p:cNvCxnSpPr>
                <a:stCxn id="337" idx="2"/>
                <a:endCxn id="354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6"/>
              <p:cNvCxnSpPr>
                <a:stCxn id="334" idx="2"/>
                <a:endCxn id="336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60" name="Google Shape;360;p6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361" name="Google Shape;361;p6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362" name="Google Shape;362;p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" name="Google Shape;363;p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367" name="Google Shape;367;p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7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73" name="Google Shape;373;p7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374" name="Google Shape;374;p7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375" name="Google Shape;375;p7"/>
            <p:cNvCxnSpPr>
              <a:stCxn id="376" idx="7"/>
              <a:endCxn id="377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7" name="Google Shape;377;p7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83" name="Google Shape;383;p7"/>
            <p:cNvCxnSpPr>
              <a:stCxn id="382" idx="4"/>
              <a:endCxn id="379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7"/>
            <p:cNvCxnSpPr>
              <a:stCxn id="381" idx="4"/>
              <a:endCxn id="379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7"/>
            <p:cNvCxnSpPr>
              <a:stCxn id="381" idx="5"/>
              <a:endCxn id="382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7"/>
            <p:cNvCxnSpPr>
              <a:stCxn id="381" idx="0"/>
              <a:endCxn id="378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7"/>
            <p:cNvCxnSpPr>
              <a:stCxn id="381" idx="7"/>
              <a:endCxn id="376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7"/>
            <p:cNvCxnSpPr>
              <a:stCxn id="378" idx="5"/>
              <a:endCxn id="376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7"/>
            <p:cNvCxnSpPr>
              <a:stCxn id="378" idx="6"/>
              <a:endCxn id="377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7"/>
            <p:cNvCxnSpPr>
              <a:stCxn id="380" idx="2"/>
              <a:endCxn id="378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7"/>
            <p:cNvCxnSpPr>
              <a:stCxn id="382" idx="0"/>
              <a:endCxn id="376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7"/>
            <p:cNvCxnSpPr>
              <a:stCxn id="382" idx="0"/>
              <a:endCxn id="380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6" name="Google Shape;376;p7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3" name="Google Shape;393;p7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394" name="Google Shape;394;p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5" name="Google Shape;395;p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6" name="Google Shape;396;p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7" name="Google Shape;397;p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00" name="Google Shape;400;p8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402" name="Google Shape;402;p8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0" name="Google Shape;410;p8"/>
              <p:cNvCxnSpPr>
                <a:stCxn id="406" idx="5"/>
                <a:endCxn id="405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" name="Google Shape;411;p8"/>
              <p:cNvCxnSpPr>
                <a:stCxn id="407" idx="4"/>
                <a:endCxn id="405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" name="Google Shape;412;p8"/>
              <p:cNvCxnSpPr>
                <a:stCxn id="402" idx="6"/>
                <a:endCxn id="405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" name="Google Shape;413;p8"/>
              <p:cNvCxnSpPr>
                <a:stCxn id="402" idx="0"/>
                <a:endCxn id="406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" name="Google Shape;414;p8"/>
              <p:cNvCxnSpPr>
                <a:stCxn id="406" idx="7"/>
                <a:endCxn id="407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" name="Google Shape;415;p8"/>
              <p:cNvCxnSpPr>
                <a:stCxn id="407" idx="6"/>
                <a:endCxn id="403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" name="Google Shape;416;p8"/>
              <p:cNvCxnSpPr>
                <a:stCxn id="405" idx="7"/>
                <a:endCxn id="403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" name="Google Shape;417;p8"/>
              <p:cNvCxnSpPr>
                <a:stCxn id="402" idx="5"/>
                <a:endCxn id="408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" name="Google Shape;418;p8"/>
              <p:cNvCxnSpPr>
                <a:stCxn id="408" idx="7"/>
                <a:endCxn id="405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" name="Google Shape;419;p8"/>
              <p:cNvCxnSpPr>
                <a:stCxn id="408" idx="6"/>
                <a:endCxn id="404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" name="Google Shape;420;p8"/>
              <p:cNvCxnSpPr>
                <a:stCxn id="404" idx="1"/>
                <a:endCxn id="405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" name="Google Shape;421;p8"/>
              <p:cNvCxnSpPr>
                <a:stCxn id="409" idx="1"/>
                <a:endCxn id="403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" name="Google Shape;422;p8"/>
              <p:cNvCxnSpPr>
                <a:stCxn id="406" idx="6"/>
                <a:endCxn id="409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8"/>
              <p:cNvCxnSpPr>
                <a:stCxn id="403" idx="4"/>
                <a:endCxn id="404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" name="Google Shape;424;p8"/>
              <p:cNvCxnSpPr>
                <a:stCxn id="402" idx="5"/>
                <a:endCxn id="404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5" name="Google Shape;425;p8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6" name="Google Shape;426;p8"/>
              <p:cNvCxnSpPr>
                <a:stCxn id="409" idx="2"/>
                <a:endCxn id="425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" name="Google Shape;427;p8"/>
              <p:cNvCxnSpPr>
                <a:stCxn id="425" idx="2"/>
                <a:endCxn id="404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" name="Google Shape;428;p8"/>
              <p:cNvCxnSpPr>
                <a:stCxn id="425" idx="0"/>
                <a:endCxn id="403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8"/>
              <p:cNvCxnSpPr>
                <a:stCxn id="425" idx="1"/>
                <a:endCxn id="405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0" name="Google Shape;430;p8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1" name="Google Shape;431;p8"/>
              <p:cNvCxnSpPr>
                <a:stCxn id="404" idx="3"/>
                <a:endCxn id="430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8"/>
              <p:cNvCxnSpPr>
                <a:stCxn id="430" idx="1"/>
                <a:endCxn id="408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33" name="Google Shape;433;p8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434" name="Google Shape;434;p8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2" name="Google Shape;442;p8"/>
              <p:cNvCxnSpPr>
                <a:stCxn id="438" idx="5"/>
                <a:endCxn id="437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8"/>
              <p:cNvCxnSpPr>
                <a:stCxn id="439" idx="4"/>
                <a:endCxn id="437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" name="Google Shape;444;p8"/>
              <p:cNvCxnSpPr>
                <a:stCxn id="434" idx="6"/>
                <a:endCxn id="438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" name="Google Shape;445;p8"/>
              <p:cNvCxnSpPr>
                <a:stCxn id="438" idx="7"/>
                <a:endCxn id="439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8"/>
              <p:cNvCxnSpPr>
                <a:stCxn id="439" idx="6"/>
                <a:endCxn id="435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8"/>
              <p:cNvCxnSpPr>
                <a:stCxn id="437" idx="7"/>
                <a:endCxn id="435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8"/>
              <p:cNvCxnSpPr>
                <a:stCxn id="434" idx="6"/>
                <a:endCxn id="440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" name="Google Shape;449;p8"/>
              <p:cNvCxnSpPr>
                <a:stCxn id="440" idx="7"/>
                <a:endCxn id="437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" name="Google Shape;450;p8"/>
              <p:cNvCxnSpPr>
                <a:stCxn id="440" idx="5"/>
                <a:endCxn id="436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" name="Google Shape;451;p8"/>
              <p:cNvCxnSpPr>
                <a:stCxn id="436" idx="0"/>
                <a:endCxn id="437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8"/>
              <p:cNvCxnSpPr>
                <a:stCxn id="436" idx="7"/>
                <a:endCxn id="441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" name="Google Shape;453;p8"/>
              <p:cNvCxnSpPr>
                <a:stCxn id="437" idx="6"/>
                <a:endCxn id="441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" name="Google Shape;454;p8"/>
              <p:cNvCxnSpPr>
                <a:stCxn id="441" idx="0"/>
                <a:endCxn id="435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" name="Google Shape;455;p8"/>
              <p:cNvCxnSpPr>
                <a:stCxn id="439" idx="5"/>
                <a:endCxn id="441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8"/>
              <p:cNvCxnSpPr>
                <a:stCxn id="438" idx="6"/>
                <a:endCxn id="441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" name="Google Shape;457;p8"/>
              <p:cNvCxnSpPr>
                <a:stCxn id="438" idx="4"/>
                <a:endCxn id="436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" name="Google Shape;458;p8"/>
              <p:cNvCxnSpPr>
                <a:stCxn id="435" idx="4"/>
                <a:endCxn id="436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" name="Google Shape;459;p8"/>
              <p:cNvCxnSpPr>
                <a:stCxn id="434" idx="6"/>
                <a:endCxn id="436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0" name="Google Shape;460;p8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1" name="Google Shape;461;p8"/>
              <p:cNvCxnSpPr>
                <a:stCxn id="441" idx="4"/>
                <a:endCxn id="460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" name="Google Shape;462;p8"/>
              <p:cNvCxnSpPr>
                <a:stCxn id="460" idx="2"/>
                <a:endCxn id="436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" name="Google Shape;463;p8"/>
              <p:cNvCxnSpPr>
                <a:stCxn id="460" idx="0"/>
                <a:endCxn id="435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" name="Google Shape;464;p8"/>
              <p:cNvCxnSpPr>
                <a:stCxn id="460" idx="1"/>
                <a:endCxn id="437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5" name="Google Shape;465;p8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6" name="Google Shape;466;p8"/>
              <p:cNvCxnSpPr>
                <a:stCxn id="460" idx="2"/>
                <a:endCxn id="465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" name="Google Shape;467;p8"/>
              <p:cNvCxnSpPr>
                <a:stCxn id="465" idx="1"/>
                <a:endCxn id="440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0" name="Google Shape;470;p9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9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2" name="Google Shape;472;p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473" name="Google Shape;473;p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474" name="Google Shape;474;p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77" name="Google Shape;477;p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478" name="Google Shape;478;p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82" name="Google Shape;482;p9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483" name="Google Shape;483;p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484" name="Google Shape;484;p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2" name="Google Shape;492;p9"/>
              <p:cNvCxnSpPr>
                <a:stCxn id="488" idx="5"/>
                <a:endCxn id="48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9"/>
              <p:cNvCxnSpPr>
                <a:stCxn id="489" idx="4"/>
                <a:endCxn id="48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" name="Google Shape;494;p9"/>
              <p:cNvCxnSpPr>
                <a:stCxn id="484" idx="0"/>
                <a:endCxn id="48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" name="Google Shape;495;p9"/>
              <p:cNvCxnSpPr>
                <a:stCxn id="488" idx="6"/>
                <a:endCxn id="48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" name="Google Shape;496;p9"/>
              <p:cNvCxnSpPr>
                <a:stCxn id="489" idx="6"/>
                <a:endCxn id="48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" name="Google Shape;497;p9"/>
              <p:cNvCxnSpPr>
                <a:stCxn id="487" idx="6"/>
                <a:endCxn id="48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8" name="Google Shape;498;p9"/>
              <p:cNvCxnSpPr>
                <a:stCxn id="484" idx="6"/>
                <a:endCxn id="49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" name="Google Shape;499;p9"/>
              <p:cNvCxnSpPr>
                <a:stCxn id="484" idx="7"/>
                <a:endCxn id="48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" name="Google Shape;500;p9"/>
              <p:cNvCxnSpPr>
                <a:stCxn id="490" idx="7"/>
                <a:endCxn id="48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" name="Google Shape;501;p9"/>
              <p:cNvCxnSpPr>
                <a:stCxn id="486" idx="0"/>
                <a:endCxn id="48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9"/>
              <p:cNvCxnSpPr>
                <a:stCxn id="491" idx="2"/>
                <a:endCxn id="48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9"/>
              <p:cNvCxnSpPr>
                <a:stCxn id="489" idx="7"/>
                <a:endCxn id="49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4" name="Google Shape;504;p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5" name="Google Shape;505;p9"/>
              <p:cNvCxnSpPr>
                <a:stCxn id="491" idx="3"/>
                <a:endCxn id="50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" name="Google Shape;506;p9"/>
              <p:cNvCxnSpPr>
                <a:stCxn id="504" idx="2"/>
                <a:endCxn id="48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" name="Google Shape;507;p9"/>
              <p:cNvCxnSpPr>
                <a:stCxn id="504" idx="0"/>
                <a:endCxn id="48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" name="Google Shape;508;p9"/>
              <p:cNvCxnSpPr>
                <a:stCxn id="504" idx="1"/>
                <a:endCxn id="48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9" name="Google Shape;509;p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0" name="Google Shape;510;p9"/>
              <p:cNvCxnSpPr>
                <a:stCxn id="486" idx="2"/>
                <a:endCxn id="50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" name="Google Shape;511;p9"/>
              <p:cNvCxnSpPr>
                <a:stCxn id="509" idx="3"/>
                <a:endCxn id="48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" name="Google Shape;512;p9"/>
              <p:cNvCxnSpPr>
                <a:stCxn id="487" idx="4"/>
                <a:endCxn id="50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4" name="Google Shape;514;p9"/>
              <p:cNvCxnSpPr>
                <a:stCxn id="487" idx="0"/>
                <a:endCxn id="51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" name="Google Shape;515;p9"/>
              <p:cNvCxnSpPr>
                <a:stCxn id="488" idx="7"/>
                <a:endCxn id="51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16" name="Google Shape;516;p9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517" name="Google Shape;517;p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5" name="Google Shape;525;p9"/>
              <p:cNvCxnSpPr>
                <a:stCxn id="522" idx="4"/>
                <a:endCxn id="52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" name="Google Shape;526;p9"/>
              <p:cNvCxnSpPr>
                <a:stCxn id="517" idx="7"/>
                <a:endCxn id="52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" name="Google Shape;527;p9"/>
              <p:cNvCxnSpPr>
                <a:stCxn id="521" idx="7"/>
                <a:endCxn id="52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9"/>
              <p:cNvCxnSpPr>
                <a:stCxn id="522" idx="6"/>
                <a:endCxn id="51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" name="Google Shape;529;p9"/>
              <p:cNvCxnSpPr>
                <a:stCxn id="520" idx="7"/>
                <a:endCxn id="51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9"/>
              <p:cNvCxnSpPr>
                <a:stCxn id="517" idx="6"/>
                <a:endCxn id="52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9"/>
              <p:cNvCxnSpPr>
                <a:stCxn id="523" idx="0"/>
                <a:endCxn id="52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9"/>
              <p:cNvCxnSpPr>
                <a:stCxn id="523" idx="5"/>
                <a:endCxn id="51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9"/>
              <p:cNvCxnSpPr>
                <a:stCxn id="519" idx="0"/>
                <a:endCxn id="52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" name="Google Shape;534;p9"/>
              <p:cNvCxnSpPr>
                <a:stCxn id="519" idx="7"/>
                <a:endCxn id="52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9"/>
              <p:cNvCxnSpPr>
                <a:stCxn id="520" idx="6"/>
                <a:endCxn id="52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9"/>
              <p:cNvCxnSpPr>
                <a:stCxn id="524" idx="0"/>
                <a:endCxn id="51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9"/>
              <p:cNvCxnSpPr>
                <a:stCxn id="522" idx="5"/>
                <a:endCxn id="52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8" name="Google Shape;538;p9"/>
              <p:cNvCxnSpPr>
                <a:stCxn id="521" idx="6"/>
                <a:endCxn id="52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9"/>
              <p:cNvCxnSpPr>
                <a:stCxn id="521" idx="5"/>
                <a:endCxn id="52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" name="Google Shape;540;p9"/>
              <p:cNvCxnSpPr>
                <a:stCxn id="518" idx="4"/>
                <a:endCxn id="51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2" name="Google Shape;542;p9"/>
              <p:cNvCxnSpPr>
                <a:stCxn id="524" idx="4"/>
                <a:endCxn id="54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3" name="Google Shape;543;p9"/>
              <p:cNvCxnSpPr>
                <a:stCxn id="541" idx="1"/>
                <a:endCxn id="51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4" name="Google Shape;544;p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5" name="Google Shape;545;p9"/>
              <p:cNvCxnSpPr>
                <a:stCxn id="541" idx="2"/>
                <a:endCxn id="54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" name="Google Shape;546;p9"/>
              <p:cNvCxnSpPr>
                <a:stCxn id="544" idx="1"/>
                <a:endCxn id="52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" name="Google Shape;547;p9"/>
              <p:cNvCxnSpPr>
                <a:stCxn id="544" idx="7"/>
                <a:endCxn id="51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3" name="Google Shape;553;p11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54" name="Google Shape;554;p1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555" name="Google Shape;555;p1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556" name="Google Shape;556;p1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7" name="Google Shape;557;p1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8" name="Google Shape;558;p1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" name="Google Shape;559;p1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0" name="Google Shape;560;p1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" name="Google Shape;561;p1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" name="Google Shape;562;p1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3" name="Google Shape;563;p1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4" name="Google Shape;564;p11"/>
              <p:cNvCxnSpPr>
                <a:stCxn id="560" idx="5"/>
                <a:endCxn id="55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11"/>
              <p:cNvCxnSpPr>
                <a:stCxn id="561" idx="4"/>
                <a:endCxn id="55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" name="Google Shape;566;p11"/>
              <p:cNvCxnSpPr>
                <a:stCxn id="556" idx="6"/>
                <a:endCxn id="56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" name="Google Shape;567;p11"/>
              <p:cNvCxnSpPr>
                <a:stCxn id="560" idx="7"/>
                <a:endCxn id="56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" name="Google Shape;568;p11"/>
              <p:cNvCxnSpPr>
                <a:stCxn id="561" idx="6"/>
                <a:endCxn id="55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" name="Google Shape;569;p11"/>
              <p:cNvCxnSpPr>
                <a:stCxn id="559" idx="7"/>
                <a:endCxn id="55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0" name="Google Shape;570;p11"/>
              <p:cNvCxnSpPr>
                <a:stCxn id="556" idx="6"/>
                <a:endCxn id="56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" name="Google Shape;571;p11"/>
              <p:cNvCxnSpPr>
                <a:stCxn id="562" idx="6"/>
                <a:endCxn id="55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" name="Google Shape;572;p11"/>
              <p:cNvCxnSpPr>
                <a:stCxn id="562" idx="6"/>
                <a:endCxn id="55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" name="Google Shape;573;p11"/>
              <p:cNvCxnSpPr>
                <a:stCxn id="558" idx="7"/>
                <a:endCxn id="56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" name="Google Shape;574;p11"/>
              <p:cNvCxnSpPr>
                <a:stCxn id="559" idx="6"/>
                <a:endCxn id="56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" name="Google Shape;575;p11"/>
              <p:cNvCxnSpPr>
                <a:stCxn id="563" idx="0"/>
                <a:endCxn id="55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11"/>
              <p:cNvCxnSpPr>
                <a:stCxn id="561" idx="5"/>
                <a:endCxn id="56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" name="Google Shape;577;p11"/>
              <p:cNvCxnSpPr>
                <a:stCxn id="560" idx="6"/>
                <a:endCxn id="56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" name="Google Shape;578;p11"/>
              <p:cNvCxnSpPr>
                <a:stCxn id="560" idx="4"/>
                <a:endCxn id="55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9" name="Google Shape;579;p1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0" name="Google Shape;580;p11"/>
              <p:cNvCxnSpPr>
                <a:stCxn id="563" idx="4"/>
                <a:endCxn id="57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11"/>
              <p:cNvCxnSpPr>
                <a:stCxn id="579" idx="1"/>
                <a:endCxn id="55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" name="Google Shape;582;p11"/>
              <p:cNvCxnSpPr>
                <a:stCxn id="579" idx="1"/>
                <a:endCxn id="55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3" name="Google Shape;583;p1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4" name="Google Shape;584;p11"/>
              <p:cNvCxnSpPr>
                <a:stCxn id="561" idx="0"/>
                <a:endCxn id="58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" name="Google Shape;585;p11"/>
              <p:cNvCxnSpPr>
                <a:stCxn id="557" idx="0"/>
                <a:endCxn id="58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86" name="Google Shape;586;p1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587" name="Google Shape;587;p1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" name="Google Shape;588;p1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1" name="Google Shape;591;p1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" name="Google Shape;592;p1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3" name="Google Shape;593;p1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4" name="Google Shape;594;p1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5" name="Google Shape;595;p11"/>
              <p:cNvCxnSpPr>
                <a:stCxn id="591" idx="5"/>
                <a:endCxn id="590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" name="Google Shape;596;p11"/>
              <p:cNvCxnSpPr>
                <a:stCxn id="592" idx="4"/>
                <a:endCxn id="59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" name="Google Shape;597;p11"/>
              <p:cNvCxnSpPr>
                <a:stCxn id="587" idx="6"/>
                <a:endCxn id="59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" name="Google Shape;598;p11"/>
              <p:cNvCxnSpPr>
                <a:stCxn id="587" idx="0"/>
                <a:endCxn id="59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11"/>
              <p:cNvCxnSpPr>
                <a:stCxn id="591" idx="7"/>
                <a:endCxn id="59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11"/>
              <p:cNvCxnSpPr>
                <a:stCxn id="592" idx="6"/>
                <a:endCxn id="588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" name="Google Shape;601;p11"/>
              <p:cNvCxnSpPr>
                <a:stCxn id="590" idx="7"/>
                <a:endCxn id="58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" name="Google Shape;602;p11"/>
              <p:cNvCxnSpPr>
                <a:stCxn id="587" idx="5"/>
                <a:endCxn id="593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3" name="Google Shape;603;p11"/>
              <p:cNvCxnSpPr>
                <a:stCxn id="593" idx="7"/>
                <a:endCxn id="59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11"/>
              <p:cNvCxnSpPr>
                <a:stCxn id="593" idx="7"/>
                <a:endCxn id="589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" name="Google Shape;605;p11"/>
              <p:cNvCxnSpPr>
                <a:stCxn id="589" idx="0"/>
                <a:endCxn id="59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6" name="Google Shape;606;p11"/>
              <p:cNvCxnSpPr>
                <a:stCxn id="594" idx="1"/>
                <a:endCxn id="58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7" name="Google Shape;607;p11"/>
              <p:cNvCxnSpPr>
                <a:stCxn id="591" idx="6"/>
                <a:endCxn id="594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" name="Google Shape;608;p11"/>
              <p:cNvCxnSpPr>
                <a:stCxn id="588" idx="4"/>
                <a:endCxn id="58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9" name="Google Shape;609;p1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0" name="Google Shape;610;p11"/>
              <p:cNvCxnSpPr>
                <a:stCxn id="594" idx="2"/>
                <a:endCxn id="60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" name="Google Shape;611;p11"/>
              <p:cNvCxnSpPr>
                <a:stCxn id="609" idx="2"/>
                <a:endCxn id="58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" name="Google Shape;612;p11"/>
              <p:cNvCxnSpPr>
                <a:stCxn id="609" idx="0"/>
                <a:endCxn id="58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" name="Google Shape;613;p11"/>
              <p:cNvCxnSpPr>
                <a:stCxn id="609" idx="1"/>
                <a:endCxn id="59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4" name="Google Shape;614;p1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5" name="Google Shape;615;p11"/>
              <p:cNvCxnSpPr>
                <a:stCxn id="589" idx="3"/>
                <a:endCxn id="61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" name="Google Shape;616;p11"/>
              <p:cNvCxnSpPr>
                <a:stCxn id="614" idx="0"/>
                <a:endCxn id="59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7" name="Google Shape;617;p1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8" name="Google Shape;618;p11"/>
              <p:cNvCxnSpPr>
                <a:stCxn id="587" idx="6"/>
                <a:endCxn id="617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" name="Google Shape;619;p11"/>
              <p:cNvCxnSpPr>
                <a:stCxn id="593" idx="0"/>
                <a:endCxn id="61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11"/>
              <p:cNvCxnSpPr>
                <a:stCxn id="617" idx="6"/>
                <a:endCxn id="59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1" name="Google Shape;621;p1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2" name="Google Shape;622;p11"/>
              <p:cNvCxnSpPr>
                <a:stCxn id="614" idx="5"/>
                <a:endCxn id="621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3" name="Google Shape;623;p11"/>
              <p:cNvCxnSpPr>
                <a:stCxn id="621" idx="7"/>
                <a:endCxn id="58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4" name="Google Shape;624;p1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5" name="Google Shape;625;p11"/>
              <p:cNvCxnSpPr>
                <a:stCxn id="614" idx="0"/>
                <a:endCxn id="62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" name="Google Shape;626;p11"/>
              <p:cNvCxnSpPr>
                <a:stCxn id="624" idx="1"/>
                <a:endCxn id="59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" name="Google Shape;627;p11"/>
              <p:cNvCxnSpPr>
                <a:stCxn id="624" idx="6"/>
                <a:endCxn id="58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31" name="Google Shape;631;p13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632" name="Google Shape;632;p13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633" name="Google Shape;633;p1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36" name="Google Shape;636;p13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637" name="Google Shape;637;p1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41" name="Google Shape;641;p13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642" name="Google Shape;642;p13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643" name="Google Shape;643;p13"/>
              <p:cNvCxnSpPr>
                <a:stCxn id="644" idx="6"/>
                <a:endCxn id="64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5" name="Google Shape;645;p1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0" name="Google Shape;650;p13"/>
              <p:cNvCxnSpPr>
                <a:stCxn id="649" idx="4"/>
                <a:endCxn id="647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" name="Google Shape;651;p13"/>
              <p:cNvCxnSpPr>
                <a:stCxn id="648" idx="4"/>
                <a:endCxn id="64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" name="Google Shape;652;p13"/>
              <p:cNvCxnSpPr>
                <a:stCxn id="648" idx="5"/>
                <a:endCxn id="649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" name="Google Shape;653;p13"/>
              <p:cNvCxnSpPr>
                <a:stCxn id="648" idx="0"/>
                <a:endCxn id="64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13"/>
              <p:cNvCxnSpPr>
                <a:stCxn id="648" idx="7"/>
                <a:endCxn id="64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13"/>
              <p:cNvCxnSpPr>
                <a:stCxn id="646" idx="5"/>
                <a:endCxn id="64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" name="Google Shape;656;p13"/>
              <p:cNvCxnSpPr>
                <a:stCxn id="646" idx="6"/>
                <a:endCxn id="64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13"/>
              <p:cNvCxnSpPr>
                <a:stCxn id="658" idx="1"/>
                <a:endCxn id="64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" name="Google Shape;659;p13"/>
              <p:cNvCxnSpPr>
                <a:stCxn id="649" idx="0"/>
                <a:endCxn id="644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" name="Google Shape;660;p13"/>
              <p:cNvCxnSpPr>
                <a:stCxn id="649" idx="0"/>
                <a:endCxn id="658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1" name="Google Shape;661;p1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2" name="Google Shape;662;p13"/>
              <p:cNvCxnSpPr>
                <a:stCxn id="646" idx="5"/>
                <a:endCxn id="66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" name="Google Shape;663;p13"/>
              <p:cNvCxnSpPr>
                <a:stCxn id="658" idx="7"/>
                <a:endCxn id="66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4" name="Google Shape;664;p13"/>
              <p:cNvCxnSpPr>
                <a:stCxn id="661" idx="6"/>
                <a:endCxn id="64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5" name="Google Shape;665;p1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6" name="Google Shape;666;p13"/>
              <p:cNvCxnSpPr>
                <a:stCxn id="665" idx="0"/>
                <a:endCxn id="64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" name="Google Shape;667;p13"/>
              <p:cNvCxnSpPr>
                <a:stCxn id="665" idx="6"/>
                <a:endCxn id="64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13"/>
              <p:cNvCxnSpPr>
                <a:stCxn id="665" idx="5"/>
                <a:endCxn id="64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" name="Google Shape;669;p13"/>
              <p:cNvCxnSpPr>
                <a:stCxn id="665" idx="5"/>
                <a:endCxn id="64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1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0" name="Google Shape;670;p13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671" name="Google Shape;671;p13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9" name="Google Shape;679;p13"/>
              <p:cNvCxnSpPr>
                <a:stCxn id="675" idx="5"/>
                <a:endCxn id="674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" name="Google Shape;680;p13"/>
              <p:cNvCxnSpPr>
                <a:stCxn id="676" idx="4"/>
                <a:endCxn id="674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13"/>
              <p:cNvCxnSpPr>
                <a:stCxn id="671" idx="0"/>
                <a:endCxn id="675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2" name="Google Shape;682;p13"/>
              <p:cNvCxnSpPr>
                <a:stCxn id="675" idx="7"/>
                <a:endCxn id="676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3" name="Google Shape;683;p13"/>
              <p:cNvCxnSpPr>
                <a:stCxn id="676" idx="6"/>
                <a:endCxn id="672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13"/>
              <p:cNvCxnSpPr>
                <a:stCxn id="674" idx="5"/>
                <a:endCxn id="672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" name="Google Shape;685;p13"/>
              <p:cNvCxnSpPr>
                <a:stCxn id="671" idx="6"/>
                <a:endCxn id="677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" name="Google Shape;686;p13"/>
              <p:cNvCxnSpPr>
                <a:stCxn id="671" idx="7"/>
                <a:endCxn id="674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7" name="Google Shape;687;p13"/>
              <p:cNvCxnSpPr>
                <a:stCxn id="677" idx="7"/>
                <a:endCxn id="673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" name="Google Shape;688;p13"/>
              <p:cNvCxnSpPr>
                <a:stCxn id="673" idx="0"/>
                <a:endCxn id="674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" name="Google Shape;689;p13"/>
              <p:cNvCxnSpPr>
                <a:stCxn id="678" idx="2"/>
                <a:endCxn id="672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13"/>
              <p:cNvCxnSpPr>
                <a:stCxn id="675" idx="6"/>
                <a:endCxn id="678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1" name="Google Shape;691;p13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2" name="Google Shape;692;p13"/>
              <p:cNvCxnSpPr>
                <a:stCxn id="678" idx="3"/>
                <a:endCxn id="691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" name="Google Shape;693;p13"/>
              <p:cNvCxnSpPr>
                <a:stCxn id="691" idx="2"/>
                <a:endCxn id="673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" name="Google Shape;694;p13"/>
              <p:cNvCxnSpPr>
                <a:stCxn id="691" idx="0"/>
                <a:endCxn id="672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" name="Google Shape;695;p13"/>
              <p:cNvCxnSpPr>
                <a:stCxn id="691" idx="1"/>
                <a:endCxn id="674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6" name="Google Shape;696;p13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7" name="Google Shape;697;p13"/>
              <p:cNvCxnSpPr>
                <a:stCxn id="673" idx="2"/>
                <a:endCxn id="696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" name="Google Shape;698;p13"/>
              <p:cNvCxnSpPr>
                <a:stCxn id="696" idx="3"/>
                <a:endCxn id="671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9" name="Google Shape;699;p13"/>
              <p:cNvCxnSpPr>
                <a:stCxn id="674" idx="4"/>
                <a:endCxn id="696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02" name="Google Shape;702;p14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703" name="Google Shape;703;p14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704" name="Google Shape;704;p1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" name="Google Shape;705;p1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" name="Google Shape;706;p1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07" name="Google Shape;707;p14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708" name="Google Shape;708;p1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1" name="Google Shape;711;p1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12" name="Google Shape;712;p14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713" name="Google Shape;713;p14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714" name="Google Shape;714;p14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" name="Google Shape;715;p14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6" name="Google Shape;716;p14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8" name="Google Shape;718;p14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9" name="Google Shape;719;p14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" name="Google Shape;721;p14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2" name="Google Shape;722;p14"/>
              <p:cNvCxnSpPr>
                <a:stCxn id="718" idx="5"/>
                <a:endCxn id="71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" name="Google Shape;723;p14"/>
              <p:cNvCxnSpPr>
                <a:stCxn id="719" idx="4"/>
                <a:endCxn id="71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14"/>
              <p:cNvCxnSpPr>
                <a:stCxn id="714" idx="0"/>
                <a:endCxn id="71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14"/>
              <p:cNvCxnSpPr>
                <a:stCxn id="718" idx="6"/>
                <a:endCxn id="71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14"/>
              <p:cNvCxnSpPr>
                <a:stCxn id="719" idx="6"/>
                <a:endCxn id="71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14"/>
              <p:cNvCxnSpPr>
                <a:stCxn id="717" idx="6"/>
                <a:endCxn id="71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14"/>
              <p:cNvCxnSpPr>
                <a:stCxn id="714" idx="6"/>
                <a:endCxn id="72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14"/>
              <p:cNvCxnSpPr>
                <a:stCxn id="714" idx="7"/>
                <a:endCxn id="71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14"/>
              <p:cNvCxnSpPr>
                <a:stCxn id="720" idx="7"/>
                <a:endCxn id="71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14"/>
              <p:cNvCxnSpPr>
                <a:stCxn id="716" idx="0"/>
                <a:endCxn id="71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14"/>
              <p:cNvCxnSpPr>
                <a:stCxn id="721" idx="2"/>
                <a:endCxn id="71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14"/>
              <p:cNvCxnSpPr>
                <a:stCxn id="719" idx="7"/>
                <a:endCxn id="72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4" name="Google Shape;734;p14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5" name="Google Shape;735;p14"/>
              <p:cNvCxnSpPr>
                <a:stCxn id="721" idx="3"/>
                <a:endCxn id="73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Google Shape;736;p14"/>
              <p:cNvCxnSpPr>
                <a:stCxn id="734" idx="2"/>
                <a:endCxn id="71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Google Shape;737;p14"/>
              <p:cNvCxnSpPr>
                <a:stCxn id="734" idx="0"/>
                <a:endCxn id="71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" name="Google Shape;738;p14"/>
              <p:cNvCxnSpPr>
                <a:stCxn id="734" idx="1"/>
                <a:endCxn id="71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9" name="Google Shape;739;p14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0" name="Google Shape;740;p14"/>
              <p:cNvCxnSpPr>
                <a:stCxn id="716" idx="2"/>
                <a:endCxn id="73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" name="Google Shape;741;p14"/>
              <p:cNvCxnSpPr>
                <a:stCxn id="739" idx="3"/>
                <a:endCxn id="71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" name="Google Shape;742;p14"/>
              <p:cNvCxnSpPr>
                <a:stCxn id="717" idx="4"/>
                <a:endCxn id="73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3" name="Google Shape;743;p14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4" name="Google Shape;744;p14"/>
              <p:cNvCxnSpPr>
                <a:stCxn id="717" idx="0"/>
                <a:endCxn id="74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" name="Google Shape;745;p14"/>
              <p:cNvCxnSpPr>
                <a:stCxn id="718" idx="7"/>
                <a:endCxn id="74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46" name="Google Shape;746;p14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747" name="Google Shape;747;p14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8" name="Google Shape;748;p14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9" name="Google Shape;749;p14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0" name="Google Shape;750;p14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" name="Google Shape;751;p14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2" name="Google Shape;752;p14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3" name="Google Shape;753;p14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4" name="Google Shape;754;p14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5" name="Google Shape;755;p14"/>
              <p:cNvCxnSpPr>
                <a:stCxn id="752" idx="4"/>
                <a:endCxn id="75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4"/>
              <p:cNvCxnSpPr>
                <a:stCxn id="747" idx="7"/>
                <a:endCxn id="75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14"/>
              <p:cNvCxnSpPr>
                <a:stCxn id="751" idx="7"/>
                <a:endCxn id="75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14"/>
              <p:cNvCxnSpPr>
                <a:stCxn id="752" idx="6"/>
                <a:endCxn id="74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4"/>
              <p:cNvCxnSpPr>
                <a:stCxn id="750" idx="7"/>
                <a:endCxn id="74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4"/>
              <p:cNvCxnSpPr>
                <a:stCxn id="747" idx="6"/>
                <a:endCxn id="75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14"/>
              <p:cNvCxnSpPr>
                <a:stCxn id="753" idx="0"/>
                <a:endCxn id="75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14"/>
              <p:cNvCxnSpPr>
                <a:stCxn id="753" idx="5"/>
                <a:endCxn id="74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14"/>
              <p:cNvCxnSpPr>
                <a:stCxn id="749" idx="0"/>
                <a:endCxn id="75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14"/>
              <p:cNvCxnSpPr>
                <a:stCxn id="749" idx="7"/>
                <a:endCxn id="75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" name="Google Shape;765;p14"/>
              <p:cNvCxnSpPr>
                <a:stCxn id="750" idx="6"/>
                <a:endCxn id="75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" name="Google Shape;766;p14"/>
              <p:cNvCxnSpPr>
                <a:stCxn id="754" idx="0"/>
                <a:endCxn id="74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" name="Google Shape;767;p14"/>
              <p:cNvCxnSpPr>
                <a:stCxn id="752" idx="5"/>
                <a:endCxn id="75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" name="Google Shape;768;p14"/>
              <p:cNvCxnSpPr>
                <a:stCxn id="751" idx="6"/>
                <a:endCxn id="75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" name="Google Shape;769;p14"/>
              <p:cNvCxnSpPr>
                <a:stCxn id="751" idx="5"/>
                <a:endCxn id="75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" name="Google Shape;770;p14"/>
              <p:cNvCxnSpPr>
                <a:stCxn id="748" idx="4"/>
                <a:endCxn id="74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1" name="Google Shape;771;p14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2" name="Google Shape;772;p14"/>
              <p:cNvCxnSpPr>
                <a:stCxn id="754" idx="4"/>
                <a:endCxn id="77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14"/>
              <p:cNvCxnSpPr>
                <a:stCxn id="771" idx="1"/>
                <a:endCxn id="74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4" name="Google Shape;774;p14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5" name="Google Shape;775;p14"/>
              <p:cNvCxnSpPr>
                <a:stCxn id="771" idx="2"/>
                <a:endCxn id="77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" name="Google Shape;776;p14"/>
              <p:cNvCxnSpPr>
                <a:stCxn id="774" idx="1"/>
                <a:endCxn id="75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" name="Google Shape;777;p14"/>
              <p:cNvCxnSpPr>
                <a:stCxn id="774" idx="7"/>
                <a:endCxn id="74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80" name="Google Shape;780;p15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781" name="Google Shape;781;p1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782" name="Google Shape;782;p1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" name="Google Shape;783;p1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4" name="Google Shape;784;p1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85" name="Google Shape;785;p1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786" name="Google Shape;786;p1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7" name="Google Shape;787;p1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8" name="Google Shape;788;p1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9" name="Google Shape;789;p1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90" name="Google Shape;790;p15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791" name="Google Shape;791;p1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792" name="Google Shape;792;p15"/>
              <p:cNvCxnSpPr>
                <a:stCxn id="793" idx="7"/>
                <a:endCxn id="794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4" name="Google Shape;794;p1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" name="Google Shape;795;p1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6" name="Google Shape;796;p1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" name="Google Shape;797;p1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" name="Google Shape;798;p1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" name="Google Shape;799;p1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0" name="Google Shape;800;p15"/>
              <p:cNvCxnSpPr>
                <a:stCxn id="799" idx="4"/>
                <a:endCxn id="796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" name="Google Shape;801;p15"/>
              <p:cNvCxnSpPr>
                <a:stCxn id="798" idx="4"/>
                <a:endCxn id="796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" name="Google Shape;802;p15"/>
              <p:cNvCxnSpPr>
                <a:stCxn id="798" idx="5"/>
                <a:endCxn id="799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" name="Google Shape;803;p15"/>
              <p:cNvCxnSpPr>
                <a:stCxn id="798" idx="0"/>
                <a:endCxn id="795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" name="Google Shape;804;p15"/>
              <p:cNvCxnSpPr>
                <a:stCxn id="798" idx="7"/>
                <a:endCxn id="793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15"/>
              <p:cNvCxnSpPr>
                <a:stCxn id="795" idx="5"/>
                <a:endCxn id="793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15"/>
              <p:cNvCxnSpPr>
                <a:stCxn id="795" idx="6"/>
                <a:endCxn id="794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" name="Google Shape;807;p15"/>
              <p:cNvCxnSpPr>
                <a:stCxn id="797" idx="2"/>
                <a:endCxn id="795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" name="Google Shape;808;p15"/>
              <p:cNvCxnSpPr>
                <a:stCxn id="799" idx="0"/>
                <a:endCxn id="793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" name="Google Shape;809;p15"/>
              <p:cNvCxnSpPr>
                <a:stCxn id="799" idx="0"/>
                <a:endCxn id="797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3" name="Google Shape;793;p1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10" name="Google Shape;810;p1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11" name="Google Shape;811;p1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" name="Google Shape;813;p1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4" name="Google Shape;814;p1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" name="Google Shape;817;p1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8" name="Google Shape;818;p1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9" name="Google Shape;819;p15"/>
              <p:cNvCxnSpPr>
                <a:stCxn id="815" idx="5"/>
                <a:endCxn id="814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0" name="Google Shape;820;p15"/>
              <p:cNvCxnSpPr>
                <a:stCxn id="816" idx="4"/>
                <a:endCxn id="814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1" name="Google Shape;821;p15"/>
              <p:cNvCxnSpPr>
                <a:stCxn id="811" idx="6"/>
                <a:endCxn id="814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" name="Google Shape;822;p15"/>
              <p:cNvCxnSpPr>
                <a:stCxn id="811" idx="0"/>
                <a:endCxn id="815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" name="Google Shape;823;p15"/>
              <p:cNvCxnSpPr>
                <a:stCxn id="815" idx="7"/>
                <a:endCxn id="816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" name="Google Shape;824;p15"/>
              <p:cNvCxnSpPr>
                <a:stCxn id="816" idx="6"/>
                <a:endCxn id="812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" name="Google Shape;825;p15"/>
              <p:cNvCxnSpPr>
                <a:stCxn id="814" idx="7"/>
                <a:endCxn id="812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6" name="Google Shape;826;p15"/>
              <p:cNvCxnSpPr>
                <a:stCxn id="811" idx="5"/>
                <a:endCxn id="817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7" name="Google Shape;827;p15"/>
              <p:cNvCxnSpPr>
                <a:stCxn id="817" idx="7"/>
                <a:endCxn id="814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" name="Google Shape;828;p15"/>
              <p:cNvCxnSpPr>
                <a:stCxn id="817" idx="5"/>
                <a:endCxn id="813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15"/>
              <p:cNvCxnSpPr>
                <a:stCxn id="813" idx="0"/>
                <a:endCxn id="814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15"/>
              <p:cNvCxnSpPr>
                <a:stCxn id="813" idx="7"/>
                <a:endCxn id="818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15"/>
              <p:cNvCxnSpPr>
                <a:stCxn id="814" idx="6"/>
                <a:endCxn id="818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15"/>
              <p:cNvCxnSpPr>
                <a:stCxn id="818" idx="0"/>
                <a:endCxn id="812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" name="Google Shape;833;p15"/>
              <p:cNvCxnSpPr>
                <a:stCxn id="815" idx="4"/>
                <a:endCxn id="813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" name="Google Shape;834;p15"/>
              <p:cNvCxnSpPr>
                <a:stCxn id="812" idx="4"/>
                <a:endCxn id="813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5" name="Google Shape;835;p15"/>
              <p:cNvCxnSpPr>
                <a:stCxn id="811" idx="5"/>
                <a:endCxn id="813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6" name="Google Shape;836;p1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7" name="Google Shape;837;p15"/>
              <p:cNvCxnSpPr>
                <a:stCxn id="818" idx="4"/>
                <a:endCxn id="836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" name="Google Shape;838;p15"/>
              <p:cNvCxnSpPr>
                <a:stCxn id="836" idx="2"/>
                <a:endCxn id="813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" name="Google Shape;839;p15"/>
              <p:cNvCxnSpPr>
                <a:stCxn id="836" idx="0"/>
                <a:endCxn id="812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" name="Google Shape;840;p15"/>
              <p:cNvCxnSpPr>
                <a:stCxn id="836" idx="1"/>
                <a:endCxn id="814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1" name="Google Shape;841;p1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2" name="Google Shape;842;p15"/>
              <p:cNvCxnSpPr>
                <a:stCxn id="836" idx="2"/>
                <a:endCxn id="841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3" name="Google Shape;843;p15"/>
              <p:cNvCxnSpPr>
                <a:stCxn id="841" idx="1"/>
                <a:endCxn id="817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6" name="Google Shape;846;p16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847" name="Google Shape;847;p16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848" name="Google Shape;848;p1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9" name="Google Shape;849;p1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1" name="Google Shape;851;p1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52" name="Google Shape;852;p16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853" name="Google Shape;853;p1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4" name="Google Shape;854;p1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5" name="Google Shape;855;p1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56" name="Google Shape;856;p16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857" name="Google Shape;857;p16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858" name="Google Shape;858;p16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" name="Google Shape;859;p16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0" name="Google Shape;860;p16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" name="Google Shape;861;p16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2" name="Google Shape;862;p16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3" name="Google Shape;863;p16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4" name="Google Shape;864;p16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" name="Google Shape;865;p16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6" name="Google Shape;866;p16"/>
              <p:cNvCxnSpPr>
                <a:stCxn id="862" idx="5"/>
                <a:endCxn id="86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" name="Google Shape;867;p16"/>
              <p:cNvCxnSpPr>
                <a:stCxn id="863" idx="4"/>
                <a:endCxn id="86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" name="Google Shape;868;p16"/>
              <p:cNvCxnSpPr>
                <a:stCxn id="858" idx="6"/>
                <a:endCxn id="862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" name="Google Shape;869;p16"/>
              <p:cNvCxnSpPr>
                <a:stCxn id="862" idx="7"/>
                <a:endCxn id="86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" name="Google Shape;870;p16"/>
              <p:cNvCxnSpPr>
                <a:stCxn id="863" idx="6"/>
                <a:endCxn id="85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" name="Google Shape;871;p16"/>
              <p:cNvCxnSpPr>
                <a:stCxn id="861" idx="7"/>
                <a:endCxn id="859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2" name="Google Shape;872;p16"/>
              <p:cNvCxnSpPr>
                <a:stCxn id="858" idx="6"/>
                <a:endCxn id="864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" name="Google Shape;873;p16"/>
              <p:cNvCxnSpPr>
                <a:stCxn id="864" idx="6"/>
                <a:endCxn id="861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" name="Google Shape;874;p16"/>
              <p:cNvCxnSpPr>
                <a:stCxn id="864" idx="5"/>
                <a:endCxn id="860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" name="Google Shape;875;p16"/>
              <p:cNvCxnSpPr>
                <a:stCxn id="860" idx="0"/>
                <a:endCxn id="86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" name="Google Shape;876;p16"/>
              <p:cNvCxnSpPr>
                <a:stCxn id="860" idx="7"/>
                <a:endCxn id="865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" name="Google Shape;877;p16"/>
              <p:cNvCxnSpPr>
                <a:stCxn id="861" idx="6"/>
                <a:endCxn id="865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" name="Google Shape;878;p16"/>
              <p:cNvCxnSpPr>
                <a:stCxn id="865" idx="0"/>
                <a:endCxn id="85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" name="Google Shape;879;p16"/>
              <p:cNvCxnSpPr>
                <a:stCxn id="863" idx="5"/>
                <a:endCxn id="86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" name="Google Shape;880;p16"/>
              <p:cNvCxnSpPr>
                <a:stCxn id="862" idx="6"/>
                <a:endCxn id="865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" name="Google Shape;881;p16"/>
              <p:cNvCxnSpPr>
                <a:stCxn id="862" idx="4"/>
                <a:endCxn id="86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" name="Google Shape;882;p16"/>
              <p:cNvCxnSpPr>
                <a:stCxn id="859" idx="4"/>
                <a:endCxn id="86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3" name="Google Shape;883;p16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4" name="Google Shape;884;p16"/>
              <p:cNvCxnSpPr>
                <a:stCxn id="865" idx="4"/>
                <a:endCxn id="88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" name="Google Shape;885;p16"/>
              <p:cNvCxnSpPr>
                <a:stCxn id="883" idx="1"/>
                <a:endCxn id="86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" name="Google Shape;886;p16"/>
              <p:cNvCxnSpPr>
                <a:stCxn id="883" idx="0"/>
                <a:endCxn id="85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" name="Google Shape;887;p16"/>
              <p:cNvCxnSpPr>
                <a:stCxn id="883" idx="1"/>
                <a:endCxn id="86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8" name="Google Shape;888;p16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9" name="Google Shape;889;p16"/>
              <p:cNvCxnSpPr>
                <a:stCxn id="883" idx="2"/>
                <a:endCxn id="88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" name="Google Shape;890;p16"/>
              <p:cNvCxnSpPr>
                <a:stCxn id="888" idx="1"/>
                <a:endCxn id="86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1" name="Google Shape;891;p16"/>
              <p:cNvCxnSpPr>
                <a:stCxn id="888" idx="7"/>
                <a:endCxn id="860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92" name="Google Shape;892;p16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893" name="Google Shape;893;p16"/>
              <p:cNvCxnSpPr>
                <a:stCxn id="894" idx="6"/>
                <a:endCxn id="89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5" name="Google Shape;895;p16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6" name="Google Shape;896;p16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8" name="Google Shape;898;p16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9" name="Google Shape;899;p16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0" name="Google Shape;900;p16"/>
              <p:cNvCxnSpPr>
                <a:stCxn id="899" idx="4"/>
                <a:endCxn id="89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" name="Google Shape;901;p16"/>
              <p:cNvCxnSpPr>
                <a:stCxn id="898" idx="4"/>
                <a:endCxn id="89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16"/>
              <p:cNvCxnSpPr>
                <a:stCxn id="898" idx="5"/>
                <a:endCxn id="89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16"/>
              <p:cNvCxnSpPr>
                <a:stCxn id="898" idx="0"/>
                <a:endCxn id="89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" name="Google Shape;904;p16"/>
              <p:cNvCxnSpPr>
                <a:stCxn id="898" idx="7"/>
                <a:endCxn id="89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" name="Google Shape;905;p16"/>
              <p:cNvCxnSpPr>
                <a:stCxn id="896" idx="5"/>
                <a:endCxn id="89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16"/>
              <p:cNvCxnSpPr>
                <a:stCxn id="896" idx="6"/>
                <a:endCxn id="89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" name="Google Shape;907;p16"/>
              <p:cNvCxnSpPr>
                <a:stCxn id="908" idx="1"/>
                <a:endCxn id="89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9" name="Google Shape;909;p16"/>
              <p:cNvCxnSpPr>
                <a:stCxn id="899" idx="0"/>
                <a:endCxn id="89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0" name="Google Shape;910;p16"/>
              <p:cNvCxnSpPr>
                <a:stCxn id="899" idx="0"/>
                <a:endCxn id="908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1" name="Google Shape;911;p16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2" name="Google Shape;912;p16"/>
              <p:cNvCxnSpPr>
                <a:stCxn id="896" idx="5"/>
                <a:endCxn id="91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" name="Google Shape;913;p16"/>
              <p:cNvCxnSpPr>
                <a:stCxn id="908" idx="7"/>
                <a:endCxn id="91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" name="Google Shape;914;p16"/>
              <p:cNvCxnSpPr>
                <a:stCxn id="911" idx="6"/>
                <a:endCxn id="89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5" name="Google Shape;915;p16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6" name="Google Shape;916;p16"/>
              <p:cNvCxnSpPr>
                <a:stCxn id="915" idx="0"/>
                <a:endCxn id="89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" name="Google Shape;917;p16"/>
              <p:cNvCxnSpPr>
                <a:stCxn id="915" idx="6"/>
                <a:endCxn id="89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8" name="Google Shape;918;p16"/>
              <p:cNvCxnSpPr>
                <a:stCxn id="915" idx="5"/>
                <a:endCxn id="89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9" name="Google Shape;919;p16"/>
              <p:cNvCxnSpPr>
                <a:stCxn id="915" idx="5"/>
                <a:endCxn id="89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8" name="Google Shape;908;p16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2" name="Google Shape;922;p17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23" name="Google Shape;923;p17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924" name="Google Shape;924;p17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925" name="Google Shape;925;p1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6" name="Google Shape;926;p1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" name="Google Shape;927;p1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28" name="Google Shape;928;p17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929" name="Google Shape;929;p1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" name="Google Shape;930;p17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1" name="Google Shape;931;p17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2" name="Google Shape;932;p17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33" name="Google Shape;933;p17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934" name="Google Shape;934;p17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935" name="Google Shape;935;p17"/>
              <p:cNvCxnSpPr>
                <a:stCxn id="936" idx="7"/>
                <a:endCxn id="93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7" name="Google Shape;937;p17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" name="Google Shape;938;p17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9" name="Google Shape;939;p17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0" name="Google Shape;940;p17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1" name="Google Shape;941;p17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2" name="Google Shape;942;p17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3" name="Google Shape;943;p17"/>
              <p:cNvCxnSpPr>
                <a:stCxn id="942" idx="4"/>
                <a:endCxn id="93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" name="Google Shape;944;p17"/>
              <p:cNvCxnSpPr>
                <a:stCxn id="941" idx="4"/>
                <a:endCxn id="93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" name="Google Shape;945;p17"/>
              <p:cNvCxnSpPr>
                <a:stCxn id="941" idx="5"/>
                <a:endCxn id="94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6" name="Google Shape;946;p17"/>
              <p:cNvCxnSpPr>
                <a:stCxn id="941" idx="0"/>
                <a:endCxn id="93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" name="Google Shape;947;p17"/>
              <p:cNvCxnSpPr>
                <a:stCxn id="941" idx="7"/>
                <a:endCxn id="93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" name="Google Shape;948;p17"/>
              <p:cNvCxnSpPr>
                <a:stCxn id="938" idx="5"/>
                <a:endCxn id="93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9" name="Google Shape;949;p17"/>
              <p:cNvCxnSpPr>
                <a:stCxn id="938" idx="6"/>
                <a:endCxn id="93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0" name="Google Shape;950;p17"/>
              <p:cNvCxnSpPr>
                <a:stCxn id="940" idx="2"/>
                <a:endCxn id="93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" name="Google Shape;951;p17"/>
              <p:cNvCxnSpPr>
                <a:stCxn id="942" idx="0"/>
                <a:endCxn id="93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" name="Google Shape;952;p17"/>
              <p:cNvCxnSpPr>
                <a:stCxn id="942" idx="0"/>
                <a:endCxn id="94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6" name="Google Shape;936;p17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53" name="Google Shape;953;p17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954" name="Google Shape;954;p17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5" name="Google Shape;955;p17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6" name="Google Shape;956;p17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" name="Google Shape;957;p17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0" name="Google Shape;960;p17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1" name="Google Shape;961;p17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2" name="Google Shape;962;p17"/>
              <p:cNvCxnSpPr>
                <a:stCxn id="958" idx="5"/>
                <a:endCxn id="95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" name="Google Shape;963;p17"/>
              <p:cNvCxnSpPr>
                <a:stCxn id="959" idx="4"/>
                <a:endCxn id="95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4" name="Google Shape;964;p17"/>
              <p:cNvCxnSpPr>
                <a:stCxn id="954" idx="6"/>
                <a:endCxn id="95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5" name="Google Shape;965;p17"/>
              <p:cNvCxnSpPr>
                <a:stCxn id="954" idx="0"/>
                <a:endCxn id="95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" name="Google Shape;966;p17"/>
              <p:cNvCxnSpPr>
                <a:stCxn id="958" idx="7"/>
                <a:endCxn id="95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" name="Google Shape;967;p17"/>
              <p:cNvCxnSpPr>
                <a:stCxn id="959" idx="6"/>
                <a:endCxn id="95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" name="Google Shape;968;p17"/>
              <p:cNvCxnSpPr>
                <a:stCxn id="957" idx="7"/>
                <a:endCxn id="95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" name="Google Shape;969;p17"/>
              <p:cNvCxnSpPr>
                <a:stCxn id="954" idx="5"/>
                <a:endCxn id="96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0" name="Google Shape;970;p17"/>
              <p:cNvCxnSpPr>
                <a:stCxn id="960" idx="7"/>
                <a:endCxn id="95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1" name="Google Shape;971;p17"/>
              <p:cNvCxnSpPr>
                <a:stCxn id="960" idx="5"/>
                <a:endCxn id="95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2" name="Google Shape;972;p17"/>
              <p:cNvCxnSpPr>
                <a:stCxn id="956" idx="0"/>
                <a:endCxn id="95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" name="Google Shape;973;p17"/>
              <p:cNvCxnSpPr>
                <a:stCxn id="956" idx="7"/>
                <a:endCxn id="96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" name="Google Shape;974;p17"/>
              <p:cNvCxnSpPr>
                <a:stCxn id="957" idx="6"/>
                <a:endCxn id="96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5" name="Google Shape;975;p17"/>
              <p:cNvCxnSpPr>
                <a:stCxn id="961" idx="0"/>
                <a:endCxn id="95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" name="Google Shape;976;p17"/>
              <p:cNvCxnSpPr>
                <a:stCxn id="958" idx="4"/>
                <a:endCxn id="95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" name="Google Shape;977;p17"/>
              <p:cNvCxnSpPr>
                <a:stCxn id="955" idx="4"/>
                <a:endCxn id="95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" name="Google Shape;978;p17"/>
              <p:cNvCxnSpPr>
                <a:stCxn id="954" idx="5"/>
                <a:endCxn id="95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9" name="Google Shape;979;p17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0" name="Google Shape;980;p17"/>
              <p:cNvCxnSpPr>
                <a:stCxn id="961" idx="4"/>
                <a:endCxn id="97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1" name="Google Shape;981;p17"/>
              <p:cNvCxnSpPr>
                <a:stCxn id="979" idx="2"/>
                <a:endCxn id="95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" name="Google Shape;982;p17"/>
              <p:cNvCxnSpPr>
                <a:stCxn id="979" idx="0"/>
                <a:endCxn id="95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17"/>
              <p:cNvCxnSpPr>
                <a:stCxn id="979" idx="1"/>
                <a:endCxn id="95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4" name="Google Shape;984;p17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5" name="Google Shape;985;p17"/>
              <p:cNvCxnSpPr>
                <a:stCxn id="979" idx="2"/>
                <a:endCxn id="98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17"/>
              <p:cNvCxnSpPr>
                <a:stCxn id="984" idx="1"/>
                <a:endCxn id="96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9" name="Google Shape;989;p18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p18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1" name="Google Shape;991;p18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p18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3" name="Google Shape;993;p18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4" name="Google Shape;994;p18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95" name="Google Shape;995;p1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996" name="Google Shape;996;p1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997" name="Google Shape;997;p1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8" name="Google Shape;998;p1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9" name="Google Shape;999;p1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0" name="Google Shape;1000;p1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01" name="Google Shape;1001;p1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" name="Google Shape;1002;p1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" name="Google Shape;1003;p1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4" name="Google Shape;1004;p1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05" name="Google Shape;1005;p18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006" name="Google Shape;1006;p1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07" name="Google Shape;1007;p1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8" name="Google Shape;1008;p1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" name="Google Shape;1009;p1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0" name="Google Shape;1010;p1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1" name="Google Shape;1011;p1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2" name="Google Shape;1012;p1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" name="Google Shape;1013;p1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1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5" name="Google Shape;1015;p18"/>
              <p:cNvCxnSpPr>
                <a:stCxn id="1011" idx="5"/>
                <a:endCxn id="101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6" name="Google Shape;1016;p18"/>
              <p:cNvCxnSpPr>
                <a:stCxn id="1012" idx="4"/>
                <a:endCxn id="101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" name="Google Shape;1017;p18"/>
              <p:cNvCxnSpPr>
                <a:stCxn id="1007" idx="0"/>
                <a:endCxn id="101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" name="Google Shape;1018;p18"/>
              <p:cNvCxnSpPr>
                <a:stCxn id="1011" idx="6"/>
                <a:endCxn id="101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" name="Google Shape;1019;p18"/>
              <p:cNvCxnSpPr>
                <a:stCxn id="1012" idx="6"/>
                <a:endCxn id="100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0" name="Google Shape;1020;p18"/>
              <p:cNvCxnSpPr>
                <a:stCxn id="1010" idx="6"/>
                <a:endCxn id="100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" name="Google Shape;1021;p18"/>
              <p:cNvCxnSpPr>
                <a:stCxn id="1007" idx="6"/>
                <a:endCxn id="101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" name="Google Shape;1022;p18"/>
              <p:cNvCxnSpPr>
                <a:stCxn id="1007" idx="7"/>
                <a:endCxn id="101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3" name="Google Shape;1023;p18"/>
              <p:cNvCxnSpPr>
                <a:stCxn id="1013" idx="7"/>
                <a:endCxn id="100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4" name="Google Shape;1024;p18"/>
              <p:cNvCxnSpPr>
                <a:stCxn id="1009" idx="0"/>
                <a:endCxn id="101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" name="Google Shape;1025;p18"/>
              <p:cNvCxnSpPr>
                <a:stCxn id="1014" idx="2"/>
                <a:endCxn id="100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" name="Google Shape;1026;p18"/>
              <p:cNvCxnSpPr>
                <a:stCxn id="1012" idx="7"/>
                <a:endCxn id="101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7" name="Google Shape;1027;p1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8" name="Google Shape;1028;p18"/>
              <p:cNvCxnSpPr>
                <a:stCxn id="1014" idx="3"/>
                <a:endCxn id="102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" name="Google Shape;1029;p18"/>
              <p:cNvCxnSpPr>
                <a:stCxn id="1027" idx="2"/>
                <a:endCxn id="100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0" name="Google Shape;1030;p18"/>
              <p:cNvCxnSpPr>
                <a:stCxn id="1027" idx="0"/>
                <a:endCxn id="100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1" name="Google Shape;1031;p18"/>
              <p:cNvCxnSpPr>
                <a:stCxn id="1027" idx="1"/>
                <a:endCxn id="101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2" name="Google Shape;1032;p1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3" name="Google Shape;1033;p18"/>
              <p:cNvCxnSpPr>
                <a:stCxn id="1009" idx="2"/>
                <a:endCxn id="103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" name="Google Shape;1034;p18"/>
              <p:cNvCxnSpPr>
                <a:stCxn id="1032" idx="3"/>
                <a:endCxn id="100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5" name="Google Shape;1035;p18"/>
              <p:cNvCxnSpPr>
                <a:stCxn id="1010" idx="4"/>
                <a:endCxn id="103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6" name="Google Shape;1036;p1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7" name="Google Shape;1037;p18"/>
              <p:cNvCxnSpPr>
                <a:stCxn id="1010" idx="0"/>
                <a:endCxn id="103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8" name="Google Shape;1038;p18"/>
              <p:cNvCxnSpPr>
                <a:stCxn id="1011" idx="7"/>
                <a:endCxn id="103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39" name="Google Shape;1039;p18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040" name="Google Shape;1040;p1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2" name="Google Shape;1042;p1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3" name="Google Shape;1043;p1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" name="Google Shape;1045;p1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6" name="Google Shape;1046;p1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" name="Google Shape;1047;p1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8" name="Google Shape;1048;p18"/>
              <p:cNvCxnSpPr>
                <a:stCxn id="1045" idx="4"/>
                <a:endCxn id="104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" name="Google Shape;1049;p18"/>
              <p:cNvCxnSpPr>
                <a:stCxn id="1040" idx="7"/>
                <a:endCxn id="104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" name="Google Shape;1050;p18"/>
              <p:cNvCxnSpPr>
                <a:stCxn id="1044" idx="7"/>
                <a:endCxn id="104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" name="Google Shape;1051;p18"/>
              <p:cNvCxnSpPr>
                <a:stCxn id="1045" idx="6"/>
                <a:endCxn id="104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2" name="Google Shape;1052;p18"/>
              <p:cNvCxnSpPr>
                <a:stCxn id="1043" idx="7"/>
                <a:endCxn id="104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3" name="Google Shape;1053;p18"/>
              <p:cNvCxnSpPr>
                <a:stCxn id="1040" idx="6"/>
                <a:endCxn id="104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4" name="Google Shape;1054;p18"/>
              <p:cNvCxnSpPr>
                <a:stCxn id="1046" idx="0"/>
                <a:endCxn id="104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5" name="Google Shape;1055;p18"/>
              <p:cNvCxnSpPr>
                <a:stCxn id="1046" idx="5"/>
                <a:endCxn id="104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" name="Google Shape;1056;p18"/>
              <p:cNvCxnSpPr>
                <a:stCxn id="1042" idx="0"/>
                <a:endCxn id="104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" name="Google Shape;1057;p18"/>
              <p:cNvCxnSpPr>
                <a:stCxn id="1042" idx="7"/>
                <a:endCxn id="104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" name="Google Shape;1058;p18"/>
              <p:cNvCxnSpPr>
                <a:stCxn id="1043" idx="6"/>
                <a:endCxn id="104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" name="Google Shape;1059;p18"/>
              <p:cNvCxnSpPr>
                <a:stCxn id="1047" idx="0"/>
                <a:endCxn id="104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" name="Google Shape;1060;p18"/>
              <p:cNvCxnSpPr>
                <a:stCxn id="1045" idx="5"/>
                <a:endCxn id="104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" name="Google Shape;1061;p18"/>
              <p:cNvCxnSpPr>
                <a:stCxn id="1044" idx="6"/>
                <a:endCxn id="104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2" name="Google Shape;1062;p18"/>
              <p:cNvCxnSpPr>
                <a:stCxn id="1044" idx="5"/>
                <a:endCxn id="104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3" name="Google Shape;1063;p18"/>
              <p:cNvCxnSpPr>
                <a:stCxn id="1041" idx="4"/>
                <a:endCxn id="104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4" name="Google Shape;1064;p1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5" name="Google Shape;1065;p18"/>
              <p:cNvCxnSpPr>
                <a:stCxn id="1047" idx="4"/>
                <a:endCxn id="106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" name="Google Shape;1066;p18"/>
              <p:cNvCxnSpPr>
                <a:stCxn id="1064" idx="1"/>
                <a:endCxn id="104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7" name="Google Shape;1067;p1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8" name="Google Shape;1068;p18"/>
              <p:cNvCxnSpPr>
                <a:stCxn id="1064" idx="2"/>
                <a:endCxn id="106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" name="Google Shape;1069;p18"/>
              <p:cNvCxnSpPr>
                <a:stCxn id="1067" idx="1"/>
                <a:endCxn id="104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0" name="Google Shape;1070;p18"/>
              <p:cNvCxnSpPr>
                <a:stCxn id="1067" idx="7"/>
                <a:endCxn id="104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3" name="Google Shape;1073;p19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4" name="Google Shape;1074;p19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5" name="Google Shape;1075;p19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6" name="Google Shape;1076;p19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7" name="Google Shape;1077;p19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8" name="Google Shape;1078;p19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9" name="Google Shape;1079;p19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0" name="Google Shape;1080;p19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1" name="Google Shape;1081;p19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2" name="Google Shape;1082;p19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3" name="Google Shape;1083;p19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4" name="Google Shape;1084;p19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085" name="Google Shape;1085;p1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086" name="Google Shape;1086;p19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87" name="Google Shape;1087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91" name="Google Shape;1091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5" name="Google Shape;1095;p19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096" name="Google Shape;1096;p1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97" name="Google Shape;1097;p19"/>
              <p:cNvCxnSpPr>
                <a:stCxn id="1098" idx="6"/>
                <a:endCxn id="1099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9" name="Google Shape;1099;p1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" name="Google Shape;1101;p1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2" name="Google Shape;1102;p1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" name="Google Shape;1104;p19"/>
              <p:cNvCxnSpPr>
                <a:stCxn id="1103" idx="4"/>
                <a:endCxn id="1101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" name="Google Shape;1105;p19"/>
              <p:cNvCxnSpPr>
                <a:stCxn id="1102" idx="4"/>
                <a:endCxn id="1101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" name="Google Shape;1106;p19"/>
              <p:cNvCxnSpPr>
                <a:stCxn id="1102" idx="5"/>
                <a:endCxn id="1103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" name="Google Shape;1107;p19"/>
              <p:cNvCxnSpPr>
                <a:stCxn id="1102" idx="0"/>
                <a:endCxn id="1100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8" name="Google Shape;1108;p19"/>
              <p:cNvCxnSpPr>
                <a:stCxn id="1102" idx="7"/>
                <a:endCxn id="1098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9" name="Google Shape;1109;p19"/>
              <p:cNvCxnSpPr>
                <a:stCxn id="1100" idx="5"/>
                <a:endCxn id="1098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" name="Google Shape;1110;p19"/>
              <p:cNvCxnSpPr>
                <a:stCxn id="1100" idx="6"/>
                <a:endCxn id="1099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" name="Google Shape;1111;p19"/>
              <p:cNvCxnSpPr>
                <a:stCxn id="1112" idx="1"/>
                <a:endCxn id="1100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" name="Google Shape;1113;p19"/>
              <p:cNvCxnSpPr>
                <a:stCxn id="1103" idx="0"/>
                <a:endCxn id="1098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4" name="Google Shape;1114;p19"/>
              <p:cNvCxnSpPr>
                <a:stCxn id="1103" idx="0"/>
                <a:endCxn id="1112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5" name="Google Shape;1115;p1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" name="Google Shape;1116;p19"/>
              <p:cNvCxnSpPr>
                <a:stCxn id="1100" idx="5"/>
                <a:endCxn id="1115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" name="Google Shape;1117;p19"/>
              <p:cNvCxnSpPr>
                <a:stCxn id="1112" idx="7"/>
                <a:endCxn id="1115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" name="Google Shape;1118;p19"/>
              <p:cNvCxnSpPr>
                <a:stCxn id="1115" idx="6"/>
                <a:endCxn id="1099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9" name="Google Shape;1119;p1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" name="Google Shape;1120;p19"/>
              <p:cNvCxnSpPr>
                <a:stCxn id="1119" idx="0"/>
                <a:endCxn id="1100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" name="Google Shape;1121;p19"/>
              <p:cNvCxnSpPr>
                <a:stCxn id="1119" idx="6"/>
                <a:endCxn id="1098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19"/>
              <p:cNvCxnSpPr>
                <a:stCxn id="1119" idx="5"/>
                <a:endCxn id="1102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19"/>
              <p:cNvCxnSpPr>
                <a:stCxn id="1119" idx="5"/>
                <a:endCxn id="1101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2" name="Google Shape;1112;p1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1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5" name="Google Shape;1125;p1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" name="Google Shape;1127;p1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" name="Google Shape;1128;p1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1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1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1" name="Google Shape;1131;p1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" name="Google Shape;1132;p1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" name="Google Shape;1133;p19"/>
              <p:cNvCxnSpPr>
                <a:stCxn id="1129" idx="5"/>
                <a:endCxn id="1128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19"/>
              <p:cNvCxnSpPr>
                <a:stCxn id="1130" idx="4"/>
                <a:endCxn id="1128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19"/>
              <p:cNvCxnSpPr>
                <a:stCxn id="1125" idx="0"/>
                <a:endCxn id="1129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" name="Google Shape;1136;p19"/>
              <p:cNvCxnSpPr>
                <a:stCxn id="1129" idx="7"/>
                <a:endCxn id="1130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7" name="Google Shape;1137;p19"/>
              <p:cNvCxnSpPr>
                <a:stCxn id="1130" idx="6"/>
                <a:endCxn id="1126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8" name="Google Shape;1138;p19"/>
              <p:cNvCxnSpPr>
                <a:stCxn id="1128" idx="5"/>
                <a:endCxn id="1126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" name="Google Shape;1139;p19"/>
              <p:cNvCxnSpPr>
                <a:stCxn id="1125" idx="6"/>
                <a:endCxn id="1131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" name="Google Shape;1140;p19"/>
              <p:cNvCxnSpPr>
                <a:stCxn id="1125" idx="7"/>
                <a:endCxn id="1128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1" name="Google Shape;1141;p19"/>
              <p:cNvCxnSpPr>
                <a:stCxn id="1131" idx="7"/>
                <a:endCxn id="1127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" name="Google Shape;1142;p19"/>
              <p:cNvCxnSpPr>
                <a:stCxn id="1127" idx="0"/>
                <a:endCxn id="1128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" name="Google Shape;1143;p19"/>
              <p:cNvCxnSpPr>
                <a:stCxn id="1132" idx="2"/>
                <a:endCxn id="1126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" name="Google Shape;1144;p19"/>
              <p:cNvCxnSpPr>
                <a:stCxn id="1129" idx="6"/>
                <a:endCxn id="1132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5" name="Google Shape;1145;p1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6" name="Google Shape;1146;p19"/>
              <p:cNvCxnSpPr>
                <a:stCxn id="1132" idx="3"/>
                <a:endCxn id="1145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7" name="Google Shape;1147;p19"/>
              <p:cNvCxnSpPr>
                <a:stCxn id="1145" idx="2"/>
                <a:endCxn id="1127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" name="Google Shape;1148;p19"/>
              <p:cNvCxnSpPr>
                <a:stCxn id="1145" idx="0"/>
                <a:endCxn id="1126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9" name="Google Shape;1149;p19"/>
              <p:cNvCxnSpPr>
                <a:stCxn id="1145" idx="1"/>
                <a:endCxn id="1128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0" name="Google Shape;1150;p1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" name="Google Shape;1151;p19"/>
              <p:cNvCxnSpPr>
                <a:stCxn id="1127" idx="2"/>
                <a:endCxn id="1150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2" name="Google Shape;1152;p19"/>
              <p:cNvCxnSpPr>
                <a:stCxn id="1150" idx="3"/>
                <a:endCxn id="1125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3" name="Google Shape;1153;p19"/>
              <p:cNvCxnSpPr>
                <a:stCxn id="1128" idx="4"/>
                <a:endCxn id="1150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0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6" name="Google Shape;1156;p20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7" name="Google Shape;1157;p20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8" name="Google Shape;1158;p20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9" name="Google Shape;1159;p20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0" name="Google Shape;1160;p20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p20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2" name="Google Shape;1162;p20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3" name="Google Shape;1163;p20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4" name="Google Shape;1164;p20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5" name="Google Shape;1165;p20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6" name="Google Shape;1166;p20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7" name="Google Shape;1167;p20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68" name="Google Shape;1168;p20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1169" name="Google Shape;1169;p20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1170" name="Google Shape;1170;p20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" name="Google Shape;1171;p20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2" name="Google Shape;1172;p20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3" name="Google Shape;1173;p20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4" name="Google Shape;1174;p20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5" name="Google Shape;1175;p20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" name="Google Shape;1176;p20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7" name="Google Shape;1177;p20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8" name="Google Shape;1178;p20"/>
              <p:cNvCxnSpPr>
                <a:stCxn id="1174" idx="5"/>
                <a:endCxn id="1173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9" name="Google Shape;1179;p20"/>
              <p:cNvCxnSpPr>
                <a:stCxn id="1175" idx="4"/>
                <a:endCxn id="1173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" name="Google Shape;1180;p20"/>
              <p:cNvCxnSpPr>
                <a:stCxn id="1170" idx="0"/>
                <a:endCxn id="1174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" name="Google Shape;1181;p20"/>
              <p:cNvCxnSpPr>
                <a:stCxn id="1174" idx="6"/>
                <a:endCxn id="1175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2" name="Google Shape;1182;p20"/>
              <p:cNvCxnSpPr>
                <a:stCxn id="1175" idx="6"/>
                <a:endCxn id="1171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3" name="Google Shape;1183;p20"/>
              <p:cNvCxnSpPr>
                <a:stCxn id="1173" idx="6"/>
                <a:endCxn id="1171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" name="Google Shape;1184;p20"/>
              <p:cNvCxnSpPr>
                <a:stCxn id="1170" idx="6"/>
                <a:endCxn id="1176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" name="Google Shape;1185;p20"/>
              <p:cNvCxnSpPr>
                <a:stCxn id="1170" idx="7"/>
                <a:endCxn id="1173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6" name="Google Shape;1186;p20"/>
              <p:cNvCxnSpPr>
                <a:stCxn id="1176" idx="7"/>
                <a:endCxn id="1172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" name="Google Shape;1187;p20"/>
              <p:cNvCxnSpPr>
                <a:stCxn id="1172" idx="0"/>
                <a:endCxn id="1173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" name="Google Shape;1188;p20"/>
              <p:cNvCxnSpPr>
                <a:stCxn id="1177" idx="2"/>
                <a:endCxn id="1171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9" name="Google Shape;1189;p20"/>
              <p:cNvCxnSpPr>
                <a:stCxn id="1175" idx="7"/>
                <a:endCxn id="1177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0" name="Google Shape;1190;p20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1" name="Google Shape;1191;p20"/>
              <p:cNvCxnSpPr>
                <a:stCxn id="1177" idx="3"/>
                <a:endCxn id="1190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" name="Google Shape;1192;p20"/>
              <p:cNvCxnSpPr>
                <a:stCxn id="1190" idx="2"/>
                <a:endCxn id="1172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" name="Google Shape;1193;p20"/>
              <p:cNvCxnSpPr>
                <a:stCxn id="1190" idx="0"/>
                <a:endCxn id="1171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" name="Google Shape;1194;p20"/>
              <p:cNvCxnSpPr>
                <a:stCxn id="1190" idx="1"/>
                <a:endCxn id="1173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5" name="Google Shape;1195;p20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6" name="Google Shape;1196;p20"/>
              <p:cNvCxnSpPr>
                <a:stCxn id="1172" idx="2"/>
                <a:endCxn id="1195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7" name="Google Shape;1197;p20"/>
              <p:cNvCxnSpPr>
                <a:stCxn id="1195" idx="3"/>
                <a:endCxn id="1170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8" name="Google Shape;1198;p20"/>
              <p:cNvCxnSpPr>
                <a:stCxn id="1173" idx="4"/>
                <a:endCxn id="1195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9" name="Google Shape;1199;p20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0" name="Google Shape;1200;p20"/>
              <p:cNvCxnSpPr>
                <a:stCxn id="1173" idx="0"/>
                <a:endCxn id="1199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" name="Google Shape;1201;p20"/>
              <p:cNvCxnSpPr>
                <a:stCxn id="1199" idx="3"/>
                <a:endCxn id="1174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02" name="Google Shape;1202;p20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1203" name="Google Shape;1203;p20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4" name="Google Shape;1204;p20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5" name="Google Shape;1205;p20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6" name="Google Shape;1206;p20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" name="Google Shape;1207;p20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8" name="Google Shape;1208;p20"/>
              <p:cNvCxnSpPr>
                <a:stCxn id="1206" idx="5"/>
                <a:endCxn id="1205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" name="Google Shape;1209;p20"/>
              <p:cNvCxnSpPr>
                <a:stCxn id="1203" idx="6"/>
                <a:endCxn id="1206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" name="Google Shape;1210;p20"/>
              <p:cNvCxnSpPr>
                <a:stCxn id="1203" idx="6"/>
                <a:endCxn id="1207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1" name="Google Shape;1211;p20"/>
              <p:cNvCxnSpPr>
                <a:stCxn id="1207" idx="6"/>
                <a:endCxn id="1205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" name="Google Shape;1212;p20"/>
              <p:cNvCxnSpPr>
                <a:stCxn id="1207" idx="6"/>
                <a:endCxn id="1204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" name="Google Shape;1213;p20"/>
              <p:cNvCxnSpPr>
                <a:stCxn id="1206" idx="4"/>
                <a:endCxn id="1204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4" name="Google Shape;1214;p20"/>
              <p:cNvCxnSpPr>
                <a:stCxn id="1204" idx="7"/>
                <a:endCxn id="1205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15" name="Google Shape;1215;p20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1216" name="Google Shape;1216;p20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1217" name="Google Shape;1217;p20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20" name="Google Shape;1220;p20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1221" name="Google Shape;1221;p20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4" name="Google Shape;1224;p20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1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7" name="Google Shape;1227;p21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1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229" name="Google Shape;1229;p2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230" name="Google Shape;1230;p2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231" name="Google Shape;1231;p2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2" name="Google Shape;1232;p2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3" name="Google Shape;1233;p2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" name="Google Shape;1234;p2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5" name="Google Shape;1235;p2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6" name="Google Shape;1236;p2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7" name="Google Shape;1237;p2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" name="Google Shape;1238;p2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9" name="Google Shape;1239;p21"/>
              <p:cNvCxnSpPr>
                <a:stCxn id="1235" idx="5"/>
                <a:endCxn id="1234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" name="Google Shape;1240;p21"/>
              <p:cNvCxnSpPr>
                <a:stCxn id="1236" idx="4"/>
                <a:endCxn id="1234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" name="Google Shape;1241;p21"/>
              <p:cNvCxnSpPr>
                <a:stCxn id="1231" idx="6"/>
                <a:endCxn id="1235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" name="Google Shape;1242;p21"/>
              <p:cNvCxnSpPr>
                <a:stCxn id="1235" idx="7"/>
                <a:endCxn id="1236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" name="Google Shape;1243;p21"/>
              <p:cNvCxnSpPr>
                <a:stCxn id="1236" idx="6"/>
                <a:endCxn id="1232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4" name="Google Shape;1244;p21"/>
              <p:cNvCxnSpPr>
                <a:stCxn id="1234" idx="7"/>
                <a:endCxn id="1232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5" name="Google Shape;1245;p21"/>
              <p:cNvCxnSpPr>
                <a:stCxn id="1231" idx="6"/>
                <a:endCxn id="1237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" name="Google Shape;1246;p21"/>
              <p:cNvCxnSpPr>
                <a:stCxn id="1237" idx="6"/>
                <a:endCxn id="1234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" name="Google Shape;1247;p21"/>
              <p:cNvCxnSpPr>
                <a:stCxn id="1237" idx="6"/>
                <a:endCxn id="1233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8" name="Google Shape;1248;p21"/>
              <p:cNvCxnSpPr>
                <a:stCxn id="1233" idx="7"/>
                <a:endCxn id="1238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" name="Google Shape;1249;p21"/>
              <p:cNvCxnSpPr>
                <a:stCxn id="1234" idx="6"/>
                <a:endCxn id="1238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" name="Google Shape;1250;p21"/>
              <p:cNvCxnSpPr>
                <a:stCxn id="1238" idx="0"/>
                <a:endCxn id="1232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1" name="Google Shape;1251;p21"/>
              <p:cNvCxnSpPr>
                <a:stCxn id="1236" idx="5"/>
                <a:endCxn id="1238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2" name="Google Shape;1252;p21"/>
              <p:cNvCxnSpPr>
                <a:stCxn id="1235" idx="6"/>
                <a:endCxn id="1238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" name="Google Shape;1253;p21"/>
              <p:cNvCxnSpPr>
                <a:stCxn id="1235" idx="4"/>
                <a:endCxn id="1233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4" name="Google Shape;1254;p2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5" name="Google Shape;1255;p21"/>
              <p:cNvCxnSpPr>
                <a:stCxn id="1238" idx="4"/>
                <a:endCxn id="1254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" name="Google Shape;1256;p21"/>
              <p:cNvCxnSpPr>
                <a:stCxn id="1254" idx="1"/>
                <a:endCxn id="1233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" name="Google Shape;1257;p21"/>
              <p:cNvCxnSpPr>
                <a:stCxn id="1254" idx="1"/>
                <a:endCxn id="1234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8" name="Google Shape;1258;p2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9" name="Google Shape;1259;p21"/>
              <p:cNvCxnSpPr>
                <a:stCxn id="1236" idx="0"/>
                <a:endCxn id="1258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0" name="Google Shape;1260;p21"/>
              <p:cNvCxnSpPr>
                <a:stCxn id="1232" idx="0"/>
                <a:endCxn id="1258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1" name="Google Shape;1261;p2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262" name="Google Shape;1262;p2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" name="Google Shape;1263;p2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4" name="Google Shape;1264;p2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5" name="Google Shape;1265;p2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6" name="Google Shape;1266;p2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7" name="Google Shape;1267;p2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8" name="Google Shape;1268;p2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9" name="Google Shape;1269;p2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0" name="Google Shape;1270;p21"/>
              <p:cNvCxnSpPr>
                <a:stCxn id="1266" idx="5"/>
                <a:endCxn id="1265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" name="Google Shape;1271;p21"/>
              <p:cNvCxnSpPr>
                <a:stCxn id="1267" idx="4"/>
                <a:endCxn id="1265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2" name="Google Shape;1272;p21"/>
              <p:cNvCxnSpPr>
                <a:stCxn id="1262" idx="6"/>
                <a:endCxn id="1265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" name="Google Shape;1273;p21"/>
              <p:cNvCxnSpPr>
                <a:stCxn id="1262" idx="0"/>
                <a:endCxn id="1266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" name="Google Shape;1274;p21"/>
              <p:cNvCxnSpPr>
                <a:stCxn id="1266" idx="7"/>
                <a:endCxn id="1267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5" name="Google Shape;1275;p21"/>
              <p:cNvCxnSpPr>
                <a:stCxn id="1267" idx="6"/>
                <a:endCxn id="1263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6" name="Google Shape;1276;p21"/>
              <p:cNvCxnSpPr>
                <a:stCxn id="1265" idx="7"/>
                <a:endCxn id="1263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" name="Google Shape;1277;p21"/>
              <p:cNvCxnSpPr>
                <a:stCxn id="1262" idx="5"/>
                <a:endCxn id="1268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" name="Google Shape;1278;p21"/>
              <p:cNvCxnSpPr>
                <a:stCxn id="1268" idx="7"/>
                <a:endCxn id="1265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9" name="Google Shape;1279;p21"/>
              <p:cNvCxnSpPr>
                <a:stCxn id="1268" idx="7"/>
                <a:endCxn id="1264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" name="Google Shape;1280;p21"/>
              <p:cNvCxnSpPr>
                <a:stCxn id="1264" idx="0"/>
                <a:endCxn id="1265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1" name="Google Shape;1281;p21"/>
              <p:cNvCxnSpPr>
                <a:stCxn id="1269" idx="1"/>
                <a:endCxn id="1263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2" name="Google Shape;1282;p21"/>
              <p:cNvCxnSpPr>
                <a:stCxn id="1266" idx="6"/>
                <a:endCxn id="1269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" name="Google Shape;1283;p21"/>
              <p:cNvCxnSpPr>
                <a:stCxn id="1263" idx="4"/>
                <a:endCxn id="1264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4" name="Google Shape;1284;p2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5" name="Google Shape;1285;p21"/>
              <p:cNvCxnSpPr>
                <a:stCxn id="1269" idx="2"/>
                <a:endCxn id="1284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" name="Google Shape;1286;p21"/>
              <p:cNvCxnSpPr>
                <a:stCxn id="1284" idx="2"/>
                <a:endCxn id="1264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" name="Google Shape;1287;p21"/>
              <p:cNvCxnSpPr>
                <a:stCxn id="1284" idx="0"/>
                <a:endCxn id="1263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" name="Google Shape;1288;p21"/>
              <p:cNvCxnSpPr>
                <a:stCxn id="1284" idx="1"/>
                <a:endCxn id="1265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9" name="Google Shape;1289;p2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0" name="Google Shape;1290;p21"/>
              <p:cNvCxnSpPr>
                <a:stCxn id="1264" idx="3"/>
                <a:endCxn id="1289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1" name="Google Shape;1291;p21"/>
              <p:cNvCxnSpPr>
                <a:stCxn id="1289" idx="0"/>
                <a:endCxn id="1268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2" name="Google Shape;1292;p2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3" name="Google Shape;1293;p21"/>
              <p:cNvCxnSpPr>
                <a:stCxn id="1262" idx="6"/>
                <a:endCxn id="1292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" name="Google Shape;1294;p21"/>
              <p:cNvCxnSpPr>
                <a:stCxn id="1268" idx="0"/>
                <a:endCxn id="1292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" name="Google Shape;1295;p21"/>
              <p:cNvCxnSpPr>
                <a:stCxn id="1292" idx="6"/>
                <a:endCxn id="1265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6" name="Google Shape;1296;p2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7" name="Google Shape;1297;p21"/>
              <p:cNvCxnSpPr>
                <a:stCxn id="1289" idx="5"/>
                <a:endCxn id="1296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" name="Google Shape;1298;p21"/>
              <p:cNvCxnSpPr>
                <a:stCxn id="1296" idx="7"/>
                <a:endCxn id="1264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9" name="Google Shape;1299;p2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0" name="Google Shape;1300;p21"/>
              <p:cNvCxnSpPr>
                <a:stCxn id="1289" idx="0"/>
                <a:endCxn id="1299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" name="Google Shape;1301;p21"/>
              <p:cNvCxnSpPr>
                <a:stCxn id="1299" idx="1"/>
                <a:endCxn id="1268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" name="Google Shape;1302;p21"/>
              <p:cNvCxnSpPr>
                <a:stCxn id="1299" idx="6"/>
                <a:endCxn id="1264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26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4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447" name="Google Shape;1447;p24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/>
              <a:t>Tính đơn điệu và cực trị của hàm số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Times New Roman"/>
              </a:rPr>
              <a:t>Toán 12 - Giải tích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/>
              <a:t>Khởi động: Quan sát đồ thị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1050400" y="1821125"/>
            <a:ext cx="3141900" cy="2804160"/>
          </a:xfr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Times New Roman"/>
              </a:rPr>
              <a:t>• Xét chuyển động có quỹ đạo được mô tả bởi hàm số f(x) = x³ - 3x.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Times New Roman"/>
              </a:rPr>
              <a:t>• Hãy quan sát đồ thị và cho biết hàm số đồng biến, nghịch biến trên những khoảng nào?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Times New Roman"/>
              </a:rPr>
              <a:t>• Điểm nào là điểm cao nhất, thấp nhất trong lân cận của nó?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422" y="1866845"/>
            <a:ext cx="3050464" cy="2728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/>
              <a:t>Tính đơn điệu của hàm số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0400" y="1821125"/>
            <a:ext cx="7043206" cy="1981199"/>
          </a:xfr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  <a:latin typeface="Times New Roman"/>
              </a:rPr>
              <a:t>Mối liên hệ giữa đạo hàm và tính đơn điệu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Times New Roman"/>
              </a:rPr>
              <a:t>• Cho hàm số y = f(x) có đạo hàm trên khoảng 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Times New Roman"/>
              </a:rPr>
              <a:t>• Nếu f'(x) &gt; 0 với mọi x thuộc K thì hàm số đồng biến trên 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Times New Roman"/>
              </a:rPr>
              <a:t>• Nếu f'(x) &lt; 0 với mọi x thuộc K thì hàm số nghịch biến trên 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Times New Roman"/>
              </a:rPr>
              <a:t>• Nếu f'(x) = 0 tại hữu hạn điểm thì kết luận vẫn đúng.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785" y="3875476"/>
            <a:ext cx="250643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/>
              <a:t>Cực trị của hàm số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1050400" y="1821125"/>
            <a:ext cx="3141900" cy="2194560"/>
          </a:xfr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C3E50"/>
                </a:solidFill>
                <a:latin typeface="Times New Roman"/>
              </a:rPr>
              <a:t>Định nghĩa điểm cực đại và cực tiểu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Điểm x₀ là điểm cực đại của hàm số nếu tồn tại lân cận chứa x₀ sao cho f(x) &lt; f(x₀) với mọi x khác x₀.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Điểm x₀ là điểm cực tiểu nếu f(x) &gt; f(x₀) trong lân cận đó.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Điều kiện cần: nếu hàm số đạt cực trị tại x₀ và có đạo hàm thì f'(x₀) = 0.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Điều kiện đủ: f'(x) đổi dấu khi qua x₀.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455" y="4088836"/>
            <a:ext cx="1579789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422" y="1866845"/>
            <a:ext cx="3050464" cy="2728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Quy trình tìm đơn điệu và cực trị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5625" y="1621843"/>
            <a:ext cx="7640100" cy="2346960"/>
          </a:xfr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3E50"/>
                </a:solidFill>
                <a:latin typeface="Times New Roman"/>
              </a:rPr>
              <a:t>Các bước thực hiện chuẩn hóa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Bước 1: Tìm tập xác định của hàm số y = f(x).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Bước 2: Tính đạo hàm f'(x), giải phương trình f'(x) = 0.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Bước 3: Lập bảng biến thiên.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Bước 4: Kết luận các khoảng đơn điệu và điểm cực trị.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/>
              <a:t>Ví dụ thực hành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5625" y="1621843"/>
            <a:ext cx="3668400" cy="1935480"/>
          </a:xfr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C3E50"/>
                </a:solidFill>
                <a:latin typeface="Times New Roman"/>
              </a:rPr>
              <a:t>Khảo sát hàm số y = x³ - 3x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Tập xác định: D = ℝ.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Đạo hàm: y' = 3x² - 3.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Giải phương trình y' = 0 được x = ±1.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Hàm số đồng biến trên (-∞; -1) và (1; +∞), nghịch biến trên (-1; 1).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Times New Roman"/>
              </a:rPr>
              <a:t>• Đạt cực đại tại x = -1, y = 2; cực tiểu tại x = 1, y = -2.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813" y="3579876"/>
            <a:ext cx="1870022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032" y="4110228"/>
            <a:ext cx="2563585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045" y="879220"/>
            <a:ext cx="3384960" cy="338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/>
              <a:t>Tổng kết bài học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720000" y="1256325"/>
            <a:ext cx="7710774" cy="3337560"/>
          </a:xfr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3E50"/>
                </a:solidFill>
                <a:latin typeface="Times New Roman"/>
              </a:rPr>
              <a:t>Những kiến thức cốt lõi cần nhớ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Tính đơn điệu quyết định bởi dấu của đạo hàm f'(x) trên khoảng K.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Cực trị xảy ra tại điểm f'(x) đổi dấu.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f'(x0) = 0 chỉ là điều kiện cần, chưa phải điều kiện đủ.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Luôn lập bảng biến thiên để kết luận chính xác.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C3E50"/>
                </a:solidFill>
                <a:latin typeface="Times New Roman"/>
              </a:rPr>
              <a:t>• Bài tập về nhà: làm bài 1, 2, 3 trang 12 SGK Giải tích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