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đến với bài học mới 'Nguyên hàm'. Bài học này là kiến thức nền tảng quan trọng cho chương trình Giải tích lớp 12. Trong bài học hôm nay, chúng ta sẽ cùng tìm hiểu về khái niệm nguyên hàm, các tính chất cơ bản và bảng nguyên hàm của một số hàm số thường gặp. Mục tiêu là giúp các em nắm vững định nghĩa, các tính chất, và biết cách vận dụng để tìm nguyên hàm của các hàm số đơn giản.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Để mở đầu bài học, thầy/cô có một câu hỏi nhỏ dành cho các em. Các em hãy suy nghĩ và tìm một hàm số $F(x)$ mà khi lấy đạo hàm, ta được $f(x) = 2x$. Các em hãy nhớ lại kiến thức về đạo hàm mà chúng ta đã học ở các lớp dưới. Có bạn nào tìm được một hàm số như vậy không? (GV lắng nghe câu trả lời của HS, ghi các đáp án lên bảng, ví dụ: $x^2$, $x^2+1$, $x^2-5$). Theo các em, có bao nhiêu hàm số như vậy? Việc đi tìm hàm số $F(x)$ khi biết đạo hàm $f(x)$ chính là bài toán ngược của đạo hàm. Hôm nay, chúng ta sẽ tìm hiểu về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Từ bài toán khởi động, chúng ta đi đến định nghĩa chính thức của nguyên hàm. Các em hãy đọc to định nghĩa trên slide. (GV nhắc lại và giải thích). Ví dụ, như chúng ta vừa tìm được, $F(x) = x^2$ là một nguyên hàm của $f(x) = 2x$ trên $\mathbb{R}$ vì $(x^2)' = 2x$. Tương tự, $F(x) = x^2 + 1$ cũng là một nguyên hàm của $f(x) = 2x$ vì $(x^2+1)' = 2x$. Điều quan trọng là phải xác định 'trên khoảng 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Như các em đã thấy ở phần khởi động, có nhiều hàm số có cùng đạo hàm. Điều này dẫn đến khái niệm họ nguyên hàm. (GV giải thích về hằng số $C$). Tập hợp tất cả các nguyên hàm của $f(x)$ trên $K$ được gọi là họ nguyên hàm của $f(x)$ trên $K$. Chúng ta sẽ dùng kí hiệu $\int f(x)dx = F(x) + C$ để biểu diễn họ nguyên hàm. Kí hiệu này được gọi là kí hiệu nguyên hàm không xác định.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Định lí này khẳng định rằng nếu một hàm số liên tục trên một khoảng, thì chắc chắn nó sẽ có nguyên hàm trên khoảng đó. Điều này rất quan trọng vì nó đảm bảo rằng chúng ta luôn có thể tìm được nguyên hàm cho các hàm số liên tục. Hệ quả cũng củng cố lại rằng tất cả các nguyên hàm của một hàm số chỉ khác nhau bởi một hằng số $C$. (GV nhấn mạnh vai trò của khoảng 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Sau khi nắm được định nghĩa và sự tồn tại của nguyên hàm, chúng ta sẽ tìm hiểu các tính chất giúp việc tìm nguyên hàm trở nên dễ dàng hơn. (GV yêu cầu HS đọc SGK, thảo luận nhóm đôi để tìm hiểu các tính chất). Các tính chất này rất giống với các tính chất của đạo hàm mà chúng ta đã học. Tính chất 1 cho phép chúng ta đưa hằng số ra ngoài dấu nguyên hàm. Tính chất 2 cho phép chúng ta tìm nguyên hàm của tổng hoặc hiệu các hàm số bằng cách tìm nguyên hàm của từng hàm số rồi cộng hoặc trừ chúng lại. (GV ghi các tính chất lên bảng).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Tương tự như bảng đạo hàm, chúng ta cũng có một bảng các nguyên hàm cơ bản. Việc nắm vững bảng này là cực kỳ quan trọng. (GV trình chiếu bảng nguyên hàm cơ bản). Các em hãy quan sát kỹ và liên hệ với bảng đạo hàm đã học để dễ nhớ hơn. Đặc biệt lưu ý trường hợp $n = -1$ của $x^n$ và nguyên hàm của $\frac{1}{x}$ là $\ln|x|$.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Tiếp theo là bảng nguyên hàm của các hàm số lượng giác cơ bản. Các em hãy chú ý đến dấu của các nguyên hàm này, đặc biệt là nguyên hàm của $\sin x$. (GV nhắc nhở về điều kiện của x đối với các hàm $\tan x$ và $\cot x$). Bảng này là công cụ thiết yếu để giải các bài toán tìm nguyên hàm. Các em cần học thuộc lòng bảng nguyên hàm cơ bản này.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Bây giờ, chúng ta sẽ cùng nhau thực hành. Các em hãy vận dụng bảng nguyên hàm cơ bản để tìm nguyên hàm của các hàm số trên. Các em làm bài tập này cá nhân vào vở. (GV quan sát, gợi ý và hỗ trợ các em nếu cần, đặc biệt nhắc nhở biến đổi $\frac{1}{x^2} = x^{-2}$). Thời gian làm bài là 3 phút.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Mời một vài bạn lên bảng trình bày lời giải của mình. (GV gọi 3 HS lên bảng trình bày từng phần). Các em khác hãy so sánh với kết quả của mình và nhận xét. (GV chốt lại đáp án đúng và sửa các lỗi sai thường gặp, đặc biệt là lỗi về dấu hoặc lũy thừa khi tìm nguyên hàm của $x^{-2}$).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Bài tập tiếp theo sẽ phức tạp hơn một chút, yêu cầu các em vận dụng cả các tính chất của nguyên hàm. Các em hãy thảo luận theo nhóm 3-4 người để giải quyết bài toán này. (GV đi quanh các nhóm để quan sát, gợi ý, nhắc nhở về điều kiện của $x$ khi tìm nguyên hàm của $\frac{1}{x}$). Hãy nhớ tách từng phần và áp dụng công thức phù hợp.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Mời đại diện một nhóm lên bảng trình bày lời giải của nhóm mình. (GV gọi một nhóm lên trình bày). Các nhóm khác hãy nhận xét và bổ sung. (GV chốt lại lời giải đúng, nhấn mạnh từng bước áp dụng tính chất và bảng nguyên hàm. Đặc biệt nhắc lại tầm quan trọng của việc thêm hằng số $C$ và điều kiện $x \ne 0$ cho $\ln|x|$).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Bây giờ, chúng ta sẽ cùng nhau giải quyết một bài toán thực tế có liên quan đến nguyên hàm. Các em hãy nhớ lại mối liên hệ giữa vận tốc và quãng đường. (GV gợi ý: quãng đường là nguyên hàm của vận tốc). Bài toán này yêu cầu chúng ta không chỉ tìm họ nguyên hàm mà còn phải xác định được hằng số $C$ dựa vào điều kiện ban đầu. Các em hãy suy nghĩ và trình bày lời giải vào vở.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Mời một bạn trình bày lời giải bài toán vận dụng. (GV gọi 1-2 HS lên bảng hoặc trình bày miệng). Các em khác cùng theo dõi và nhận xét. (GV chốt lời giải đúng, phân tích từng bước, đặc biệt nhấn mạnh cách sử dụng điều kiện ban đầu để tìm hằng số $C$. Đây là một ứng dụng rất quan trọng của nguyên hàm trong vật lí và các ngành khoa học khác).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Chúng ta vừa hoàn thành bài học đầu tiên về Nguyên hàm. Các em hãy cùng nhìn lại những kiến thức trọng tâm mà chúng ta đã học hôm nay. (GV tóm tắt lại các ý chính trên slide). Có em nào có câu hỏi hay thắc mắc gì về bài học không? Hãy mạnh dạn đặt câu hỏi nhé.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Về nhà, các em hãy ôn tập thật kỹ các kiến thức đã học, đặc biệt là bảng nguyên hàm cơ bản vì nó sẽ là công cụ chính cho các bài tập sắp tới. Các em làm bài tập trong sách giáo khoa và đọc trước bài mới để chúng ta có thể tiếp thu kiến thức một cách hiệu quả nhất. Cảm ơn các em đã tích cực tham gia bài học hôm nay!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Bài 1: 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Bài toán ngược của Đạo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Hãy tìm một hàm số F(x) sao cho đạo hàm của nó là f(x) = 2x.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1. Định nghĩa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Hàm số F(x) được gọi là nguyên hàm của hàm số f(x) trên khoảng K nếu F'(x) = f(x) với mọi x ∈ 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2. Họ Nguyên hàm và Kí hiệu</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F(x) là một nguyên hàm của f(x) trên khoảng K, thì mọi nguyên hàm của f(x) trên K đều có dạng F(x) + C, với C là một hằng số tùy ý.</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 f(x)dx = F(x) +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3. Định lí về sự tồn tại của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Mọi hàm số f(x) liên tục trên khoảng K đều có nguyên hàm trên khoảng đó.</a:t>
            </a:r>
          </a:p>
          <a:p>
            <a:pPr>
              <a:spcAft>
                <a:spcPts val="1000"/>
              </a:spcAft>
            </a:pPr>
            <a:r>
              <a:rPr sz="1800">
                <a:solidFill>
                  <a:srgbClr val="2C3E50"/>
                </a:solidFill>
                <a:latin typeface="Times New Roman"/>
              </a:rPr>
              <a:t>• Hệ quả: Hai nguyên hàm bất kì của cùng một hàm số trên một khoảng K sai khác nhau một hằng số.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4. Các tính chất cơ bản của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chất 1: ∫ kf(x)dx = k ∫ f(x)dx (với k là hằng số khác 0).</a:t>
            </a:r>
          </a:p>
          <a:p>
            <a:pPr>
              <a:spcAft>
                <a:spcPts val="1000"/>
              </a:spcAft>
            </a:pPr>
            <a:r>
              <a:rPr sz="1800">
                <a:solidFill>
                  <a:srgbClr val="2C3E50"/>
                </a:solidFill>
                <a:latin typeface="Times New Roman"/>
              </a:rPr>
              <a:t>• Tính chất 2: ∫ [f(x) ± g(x)]dx = ∫ f(x)dx ± ∫ g(x)dx.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5. Bảng nguyên hàm của một số hàm số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0 dx = C</a:t>
            </a:r>
          </a:p>
          <a:p>
            <a:pPr>
              <a:spcAft>
                <a:spcPts val="1000"/>
              </a:spcAft>
            </a:pPr>
            <a:r>
              <a:rPr sz="1800">
                <a:solidFill>
                  <a:srgbClr val="2C3E50"/>
                </a:solidFill>
                <a:latin typeface="Times New Roman"/>
              </a:rPr>
              <a:t>• ∫ 1 dx = x + C</a:t>
            </a:r>
          </a:p>
          <a:p>
            <a:pPr>
              <a:spcAft>
                <a:spcPts val="1000"/>
              </a:spcAft>
            </a:pPr>
            <a:r>
              <a:rPr sz="1800">
                <a:solidFill>
                  <a:srgbClr val="2C3E50"/>
                </a:solidFill>
                <a:latin typeface="Times New Roman"/>
              </a:rPr>
              <a:t>• ∫ xⁿ dx = fracxⁿ⁺¹n+1 + C (với n ne -1)</a:t>
            </a:r>
          </a:p>
          <a:p>
            <a:pPr>
              <a:spcAft>
                <a:spcPts val="1000"/>
              </a:spcAft>
            </a:pPr>
            <a:r>
              <a:rPr sz="1800">
                <a:solidFill>
                  <a:srgbClr val="2C3E50"/>
                </a:solidFill>
                <a:latin typeface="Times New Roman"/>
              </a:rPr>
              <a:t>• ∫ frac1x dx = ln|x| + C (với x ne 0)</a:t>
            </a:r>
          </a:p>
          <a:p>
            <a:pPr>
              <a:spcAft>
                <a:spcPts val="1000"/>
              </a:spcAft>
            </a:pPr>
            <a:r>
              <a:rPr sz="1800">
                <a:solidFill>
                  <a:srgbClr val="2C3E50"/>
                </a:solidFill>
                <a:latin typeface="Times New Roman"/>
              </a:rPr>
              <a:t>• ∫ eˣ dx = eˣ + C</a:t>
            </a:r>
          </a:p>
          <a:p>
            <a:pPr>
              <a:spcAft>
                <a:spcPts val="1000"/>
              </a:spcAft>
            </a:pPr>
            <a:r>
              <a:rPr sz="1800">
                <a:solidFill>
                  <a:srgbClr val="2C3E50"/>
                </a:solidFill>
                <a:latin typeface="Times New Roman"/>
              </a:rPr>
              <a:t>• ∫ aˣ dx = fracaˣln a + C (với 0 &lt; a ne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5. Bảng nguyên hàm của một số hàm số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cos x dx = sin x + C</a:t>
            </a:r>
          </a:p>
          <a:p>
            <a:pPr>
              <a:spcAft>
                <a:spcPts val="1000"/>
              </a:spcAft>
            </a:pPr>
            <a:r>
              <a:rPr sz="1800">
                <a:solidFill>
                  <a:srgbClr val="2C3E50"/>
                </a:solidFill>
                <a:latin typeface="Times New Roman"/>
              </a:rPr>
              <a:t>• ∫ sin x dx = -cos x + C</a:t>
            </a:r>
          </a:p>
          <a:p>
            <a:pPr>
              <a:spcAft>
                <a:spcPts val="1000"/>
              </a:spcAft>
            </a:pPr>
            <a:r>
              <a:rPr sz="1800">
                <a:solidFill>
                  <a:srgbClr val="2C3E50"/>
                </a:solidFill>
                <a:latin typeface="Times New Roman"/>
              </a:rPr>
              <a:t>• ∫ frac1cos² x dx = tan x + C (với x ne fracπ2 + kπ)</a:t>
            </a:r>
          </a:p>
          <a:p>
            <a:pPr>
              <a:spcAft>
                <a:spcPts val="1000"/>
              </a:spcAft>
            </a:pPr>
            <a:r>
              <a:rPr sz="1800">
                <a:solidFill>
                  <a:srgbClr val="2C3E50"/>
                </a:solidFill>
                <a:latin typeface="Times New Roman"/>
              </a:rPr>
              <a:t>• ∫ frac1sin² x dx = -cot x + C (với x ne kπ)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các hàm số sau:</a:t>
            </a:r>
          </a:p>
          <a:p>
            <a:pPr>
              <a:spcAft>
                <a:spcPts val="1000"/>
              </a:spcAft>
            </a:pPr>
            <a:r>
              <a:rPr sz="1800">
                <a:solidFill>
                  <a:srgbClr val="2C3E50"/>
                </a:solidFill>
                <a:latin typeface="Times New Roman"/>
              </a:rPr>
              <a:t>• a) f(x) = x⁴</a:t>
            </a:r>
          </a:p>
          <a:p>
            <a:pPr>
              <a:spcAft>
                <a:spcPts val="1000"/>
              </a:spcAft>
            </a:pPr>
            <a:r>
              <a:rPr sz="1800">
                <a:solidFill>
                  <a:srgbClr val="2C3E50"/>
                </a:solidFill>
                <a:latin typeface="Times New Roman"/>
              </a:rPr>
              <a:t>• b) g(x) = cos x</a:t>
            </a:r>
          </a:p>
          <a:p>
            <a:pPr>
              <a:spcAft>
                <a:spcPts val="1000"/>
              </a:spcAft>
            </a:pPr>
            <a:r>
              <a:rPr sz="1800">
                <a:solidFill>
                  <a:srgbClr val="2C3E50"/>
                </a:solidFill>
                <a:latin typeface="Times New Roman"/>
              </a:rPr>
              <a:t>• c) h(x) = frac1x²</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Lời giải: Tìm nguyên hàm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a) ∫ x⁴ dx = fracx⁴⁺¹4+1 + C = fracx⁵5 + C</a:t>
            </a:r>
          </a:p>
          <a:p>
            <a:pPr>
              <a:spcAft>
                <a:spcPts val="1000"/>
              </a:spcAft>
            </a:pPr>
            <a:r>
              <a:rPr sz="1800">
                <a:solidFill>
                  <a:srgbClr val="2C3E50"/>
                </a:solidFill>
                <a:latin typeface="Times New Roman"/>
              </a:rPr>
              <a:t>• b) ∫ cos x dx = sin x + C</a:t>
            </a:r>
          </a:p>
          <a:p>
            <a:pPr>
              <a:spcAft>
                <a:spcPts val="1000"/>
              </a:spcAft>
            </a:pPr>
            <a:r>
              <a:rPr sz="1800">
                <a:solidFill>
                  <a:srgbClr val="2C3E50"/>
                </a:solidFill>
                <a:latin typeface="Times New Roman"/>
              </a:rPr>
              <a:t>• c) ∫ frac1x² dx = ∫ x⁻² dx = fracx⁻²⁺¹-2+1 + C = fracx⁻¹-1 + C = - frac1x +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Áp dụng các tính chất</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hàm số k(x) = 2x³ - 3sin x + frac1x.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Lời giải: Áp dụng các tính chất</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(2x³ - 3sin x + frac1x) dx</a:t>
            </a:r>
          </a:p>
          <a:p>
            <a:pPr>
              <a:spcAft>
                <a:spcPts val="1000"/>
              </a:spcAft>
            </a:pPr>
            <a:r>
              <a:rPr sz="1800">
                <a:solidFill>
                  <a:srgbClr val="2C3E50"/>
                </a:solidFill>
                <a:latin typeface="Times New Roman"/>
              </a:rPr>
              <a:t>• = 2∫ x³ dx - 3∫ sin x dx + ∫ frac1x dx</a:t>
            </a:r>
          </a:p>
          <a:p>
            <a:pPr>
              <a:spcAft>
                <a:spcPts val="1000"/>
              </a:spcAft>
            </a:pPr>
            <a:r>
              <a:rPr sz="1800">
                <a:solidFill>
                  <a:srgbClr val="2C3E50"/>
                </a:solidFill>
                <a:latin typeface="Times New Roman"/>
              </a:rPr>
              <a:t>• = 2 fracx⁴4 - 3(-cos x) + ln|x| + C</a:t>
            </a:r>
          </a:p>
          <a:p>
            <a:pPr>
              <a:spcAft>
                <a:spcPts val="1000"/>
              </a:spcAft>
            </a:pPr>
            <a:r>
              <a:rPr sz="1800">
                <a:solidFill>
                  <a:srgbClr val="2C3E50"/>
                </a:solidFill>
                <a:latin typeface="Times New Roman"/>
              </a:rPr>
              <a:t>• = fracx⁴2 + 3cos x + ln|x| + C (với x ne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Bài toán thực tế</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Một vật chuyển động với vận tốc v(t) = 3t² - 2t + 1 (m/s).</a:t>
            </a:r>
          </a:p>
          <a:p>
            <a:pPr>
              <a:spcAft>
                <a:spcPts val="1000"/>
              </a:spcAft>
            </a:pPr>
            <a:r>
              <a:rPr sz="1800">
                <a:solidFill>
                  <a:srgbClr val="2C3E50"/>
                </a:solidFill>
                <a:latin typeface="Times New Roman"/>
              </a:rPr>
              <a:t>• Tìm hàm số biểu diễn quãng đường s(t) mà vật đi được, biết rằng tại thời điểm ban đầu t=0, vật có quãng đường s(0) = 5 mét.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Lời giải: Bài toán thực tế</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Vì s'(t) = v(t), nên s(t) là nguyên hàm của v(t).</a:t>
            </a:r>
          </a:p>
          <a:p>
            <a:pPr>
              <a:spcAft>
                <a:spcPts val="1000"/>
              </a:spcAft>
            </a:pPr>
            <a:r>
              <a:rPr sz="1800">
                <a:solidFill>
                  <a:srgbClr val="2C3E50"/>
                </a:solidFill>
                <a:latin typeface="Times New Roman"/>
              </a:rPr>
              <a:t>• s(t) = ∫ (3t² - 2t + 1) dt = t³ - t² + t + C.</a:t>
            </a:r>
          </a:p>
          <a:p>
            <a:pPr>
              <a:spcAft>
                <a:spcPts val="1000"/>
              </a:spcAft>
            </a:pPr>
            <a:r>
              <a:rPr sz="1800">
                <a:solidFill>
                  <a:srgbClr val="2C3E50"/>
                </a:solidFill>
                <a:latin typeface="Times New Roman"/>
              </a:rPr>
              <a:t>• Theo đề bài, tại t=0, s(0) = 5 mét.</a:t>
            </a:r>
          </a:p>
          <a:p>
            <a:pPr>
              <a:spcAft>
                <a:spcPts val="1000"/>
              </a:spcAft>
            </a:pPr>
            <a:r>
              <a:rPr sz="1800">
                <a:solidFill>
                  <a:srgbClr val="2C3E50"/>
                </a:solidFill>
                <a:latin typeface="Times New Roman"/>
              </a:rPr>
              <a:t>• Thay t=0 vào s(t), ta có: s(0) = 0³ - 0² + 0 + C = C.</a:t>
            </a:r>
          </a:p>
          <a:p>
            <a:pPr>
              <a:spcAft>
                <a:spcPts val="1000"/>
              </a:spcAft>
            </a:pPr>
            <a:r>
              <a:rPr sz="1800">
                <a:solidFill>
                  <a:srgbClr val="2C3E50"/>
                </a:solidFill>
                <a:latin typeface="Times New Roman"/>
              </a:rPr>
              <a:t>• Vậy C = 5.</a:t>
            </a:r>
          </a:p>
          <a:p>
            <a:pPr>
              <a:spcAft>
                <a:spcPts val="1000"/>
              </a:spcAft>
            </a:pPr>
            <a:r>
              <a:rPr sz="1800">
                <a:solidFill>
                  <a:srgbClr val="2C3E50"/>
                </a:solidFill>
                <a:latin typeface="Times New Roman"/>
              </a:rPr>
              <a:t>• Hàm số quãng đường là s(t) = t³ - t² + t + 5 (mét).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F'(x) = f(x) trên khoảng K.</a:t>
            </a:r>
          </a:p>
          <a:p>
            <a:pPr>
              <a:spcAft>
                <a:spcPts val="1000"/>
              </a:spcAft>
            </a:pPr>
            <a:r>
              <a:rPr sz="1800">
                <a:solidFill>
                  <a:srgbClr val="2C3E50"/>
                </a:solidFill>
                <a:latin typeface="Times New Roman"/>
              </a:rPr>
              <a:t>• Họ nguyên hàm: ∫ f(x)dx = F(x) + C.</a:t>
            </a:r>
          </a:p>
          <a:p>
            <a:pPr>
              <a:spcAft>
                <a:spcPts val="1000"/>
              </a:spcAft>
            </a:pPr>
            <a:r>
              <a:rPr sz="1800">
                <a:solidFill>
                  <a:srgbClr val="2C3E50"/>
                </a:solidFill>
                <a:latin typeface="Times New Roman"/>
              </a:rPr>
              <a:t>• Định lí tồn tại: Hàm số liên tục trên K thì có nguyên hàm.</a:t>
            </a:r>
          </a:p>
          <a:p>
            <a:pPr>
              <a:spcAft>
                <a:spcPts val="1000"/>
              </a:spcAft>
            </a:pPr>
            <a:r>
              <a:rPr sz="1800">
                <a:solidFill>
                  <a:srgbClr val="2C3E50"/>
                </a:solidFill>
                <a:latin typeface="Times New Roman"/>
              </a:rPr>
              <a:t>• Các tính chất cơ bản: Nguyên hàm của tổng/hiệu và tích hằng số.</a:t>
            </a:r>
          </a:p>
          <a:p>
            <a:pPr>
              <a:spcAft>
                <a:spcPts val="1000"/>
              </a:spcAft>
            </a:pPr>
            <a:r>
              <a:rPr sz="1800">
                <a:solidFill>
                  <a:srgbClr val="2C3E50"/>
                </a:solidFill>
                <a:latin typeface="Times New Roman"/>
              </a:rPr>
              <a:t>• Bảng nguyên hàm của một số hàm số cơ bản.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Dặn dò và Bài tập về nhà</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Ôn tập kĩ định nghĩa, tính chất và bảng nguyên hàm cơ bản.</a:t>
            </a:r>
          </a:p>
          <a:p>
            <a:pPr>
              <a:spcAft>
                <a:spcPts val="1000"/>
              </a:spcAft>
            </a:pPr>
            <a:r>
              <a:rPr sz="1800">
                <a:solidFill>
                  <a:srgbClr val="2C3E50"/>
                </a:solidFill>
                <a:latin typeface="Times New Roman"/>
              </a:rPr>
              <a:t>• Hoàn thành các bài tập trong Sách giáo khoa (Bài 1, 2, 3 trang ...).</a:t>
            </a:r>
          </a:p>
          <a:p>
            <a:pPr>
              <a:spcAft>
                <a:spcPts val="1000"/>
              </a:spcAft>
            </a:pPr>
            <a:r>
              <a:rPr sz="1800">
                <a:solidFill>
                  <a:srgbClr val="2C3E50"/>
                </a:solidFill>
                <a:latin typeface="Times New Roman"/>
              </a:rPr>
              <a:t>• Đọc trước bài 'Phương pháp tính nguyên hàm' để chuẩn bị cho tiết học sau.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